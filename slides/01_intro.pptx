
<file path=[Content_Types].xml><?xml version="1.0" encoding="utf-8"?>
<Types xmlns="http://schemas.openxmlformats.org/package/2006/content-types">
  <Default Extension="gif" ContentType="image/gif"/>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2.xml" ContentType="application/vnd.openxmlformats-officedocument.presentationml.notesSlide+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ink/ink1.xml" ContentType="application/inkml+xml"/>
  <Override PartName="/ppt/notesSlides/notesSlide3.xml" ContentType="application/vnd.openxmlformats-officedocument.presentationml.notesSlide+xml"/>
  <Override PartName="/ppt/diagrams/data3.xml" ContentType="application/vnd.openxmlformats-officedocument.drawingml.diagramData+xml"/>
  <Override PartName="/ppt/diagrams/layout3.xml" ContentType="application/vnd.openxmlformats-officedocument.drawingml.diagramLayout+xml"/>
  <Override PartName="/ppt/diagrams/quickStyle3.xml" ContentType="application/vnd.openxmlformats-officedocument.drawingml.diagramStyle+xml"/>
  <Override PartName="/ppt/diagrams/colors3.xml" ContentType="application/vnd.openxmlformats-officedocument.drawingml.diagramColors+xml"/>
  <Override PartName="/ppt/diagrams/drawing3.xml" ContentType="application/vnd.ms-office.drawingml.diagramDrawing+xml"/>
  <Override PartName="/ppt/diagrams/data4.xml" ContentType="application/vnd.openxmlformats-officedocument.drawingml.diagramData+xml"/>
  <Override PartName="/ppt/diagrams/layout4.xml" ContentType="application/vnd.openxmlformats-officedocument.drawingml.diagramLayout+xml"/>
  <Override PartName="/ppt/diagrams/quickStyle4.xml" ContentType="application/vnd.openxmlformats-officedocument.drawingml.diagramStyle+xml"/>
  <Override PartName="/ppt/diagrams/colors4.xml" ContentType="application/vnd.openxmlformats-officedocument.drawingml.diagramColors+xml"/>
  <Override PartName="/ppt/diagrams/drawing4.xml" ContentType="application/vnd.ms-office.drawingml.diagramDrawing+xml"/>
  <Override PartName="/ppt/notesSlides/notesSlide4.xml" ContentType="application/vnd.openxmlformats-officedocument.presentationml.notesSlide+xml"/>
  <Override PartName="/ppt/diagrams/data5.xml" ContentType="application/vnd.openxmlformats-officedocument.drawingml.diagramData+xml"/>
  <Override PartName="/ppt/diagrams/layout5.xml" ContentType="application/vnd.openxmlformats-officedocument.drawingml.diagramLayout+xml"/>
  <Override PartName="/ppt/diagrams/quickStyle5.xml" ContentType="application/vnd.openxmlformats-officedocument.drawingml.diagramStyle+xml"/>
  <Override PartName="/ppt/diagrams/colors5.xml" ContentType="application/vnd.openxmlformats-officedocument.drawingml.diagramColors+xml"/>
  <Override PartName="/ppt/diagrams/drawing5.xml" ContentType="application/vnd.ms-office.drawingml.diagramDrawing+xml"/>
  <Override PartName="/ppt/notesSlides/notesSlide5.xml" ContentType="application/vnd.openxmlformats-officedocument.presentationml.notesSlide+xml"/>
  <Override PartName="/ppt/notesSlides/notesSlide6.xml" ContentType="application/vnd.openxmlformats-officedocument.presentationml.notesSlide+xml"/>
  <Override PartName="/ppt/diagrams/data6.xml" ContentType="application/vnd.openxmlformats-officedocument.drawingml.diagramData+xml"/>
  <Override PartName="/ppt/diagrams/layout6.xml" ContentType="application/vnd.openxmlformats-officedocument.drawingml.diagramLayout+xml"/>
  <Override PartName="/ppt/diagrams/quickStyle6.xml" ContentType="application/vnd.openxmlformats-officedocument.drawingml.diagramStyle+xml"/>
  <Override PartName="/ppt/diagrams/colors6.xml" ContentType="application/vnd.openxmlformats-officedocument.drawingml.diagramColors+xml"/>
  <Override PartName="/ppt/diagrams/drawing6.xml" ContentType="application/vnd.ms-office.drawingml.diagramDrawing+xml"/>
  <Override PartName="/ppt/notesSlides/notesSlide7.xml" ContentType="application/vnd.openxmlformats-officedocument.presentationml.notesSlide+xml"/>
  <Override PartName="/ppt/diagrams/data7.xml" ContentType="application/vnd.openxmlformats-officedocument.drawingml.diagramData+xml"/>
  <Override PartName="/ppt/diagrams/layout7.xml" ContentType="application/vnd.openxmlformats-officedocument.drawingml.diagramLayout+xml"/>
  <Override PartName="/ppt/diagrams/quickStyle7.xml" ContentType="application/vnd.openxmlformats-officedocument.drawingml.diagramStyle+xml"/>
  <Override PartName="/ppt/diagrams/colors7.xml" ContentType="application/vnd.openxmlformats-officedocument.drawingml.diagramColors+xml"/>
  <Override PartName="/ppt/diagrams/drawing7.xml" ContentType="application/vnd.ms-office.drawingml.diagramDrawing+xml"/>
  <Override PartName="/ppt/notesSlides/notesSlide8.xml" ContentType="application/vnd.openxmlformats-officedocument.presentationml.notesSlide+xml"/>
  <Override PartName="/ppt/diagrams/data8.xml" ContentType="application/vnd.openxmlformats-officedocument.drawingml.diagramData+xml"/>
  <Override PartName="/ppt/diagrams/layout8.xml" ContentType="application/vnd.openxmlformats-officedocument.drawingml.diagramLayout+xml"/>
  <Override PartName="/ppt/diagrams/quickStyle8.xml" ContentType="application/vnd.openxmlformats-officedocument.drawingml.diagramStyle+xml"/>
  <Override PartName="/ppt/diagrams/colors8.xml" ContentType="application/vnd.openxmlformats-officedocument.drawingml.diagramColors+xml"/>
  <Override PartName="/ppt/diagrams/drawing8.xml" ContentType="application/vnd.ms-office.drawingml.diagramDrawing+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diagrams/data9.xml" ContentType="application/vnd.openxmlformats-officedocument.drawingml.diagramData+xml"/>
  <Override PartName="/ppt/diagrams/layout9.xml" ContentType="application/vnd.openxmlformats-officedocument.drawingml.diagramLayout+xml"/>
  <Override PartName="/ppt/diagrams/quickStyle9.xml" ContentType="application/vnd.openxmlformats-officedocument.drawingml.diagramStyle+xml"/>
  <Override PartName="/ppt/diagrams/colors9.xml" ContentType="application/vnd.openxmlformats-officedocument.drawingml.diagramColors+xml"/>
  <Override PartName="/ppt/diagrams/drawing9.xml" ContentType="application/vnd.ms-office.drawingml.diagramDrawing+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diagrams/data10.xml" ContentType="application/vnd.openxmlformats-officedocument.drawingml.diagramData+xml"/>
  <Override PartName="/ppt/diagrams/layout10.xml" ContentType="application/vnd.openxmlformats-officedocument.drawingml.diagramLayout+xml"/>
  <Override PartName="/ppt/diagrams/quickStyle10.xml" ContentType="application/vnd.openxmlformats-officedocument.drawingml.diagramStyle+xml"/>
  <Override PartName="/ppt/diagrams/colors10.xml" ContentType="application/vnd.openxmlformats-officedocument.drawingml.diagramColors+xml"/>
  <Override PartName="/ppt/diagrams/drawing10.xml" ContentType="application/vnd.ms-office.drawingml.diagramDrawing+xml"/>
  <Override PartName="/ppt/notesSlides/notesSlide18.xml" ContentType="application/vnd.openxmlformats-officedocument.presentationml.notesSlide+xml"/>
  <Override PartName="/ppt/diagrams/data11.xml" ContentType="application/vnd.openxmlformats-officedocument.drawingml.diagramData+xml"/>
  <Override PartName="/ppt/diagrams/layout11.xml" ContentType="application/vnd.openxmlformats-officedocument.drawingml.diagramLayout+xml"/>
  <Override PartName="/ppt/diagrams/quickStyle11.xml" ContentType="application/vnd.openxmlformats-officedocument.drawingml.diagramStyle+xml"/>
  <Override PartName="/ppt/diagrams/colors11.xml" ContentType="application/vnd.openxmlformats-officedocument.drawingml.diagramColors+xml"/>
  <Override PartName="/ppt/diagrams/drawing11.xml" ContentType="application/vnd.ms-office.drawingml.diagramDrawing+xml"/>
  <Override PartName="/ppt/diagrams/data12.xml" ContentType="application/vnd.openxmlformats-officedocument.drawingml.diagramData+xml"/>
  <Override PartName="/ppt/diagrams/layout12.xml" ContentType="application/vnd.openxmlformats-officedocument.drawingml.diagramLayout+xml"/>
  <Override PartName="/ppt/diagrams/quickStyle12.xml" ContentType="application/vnd.openxmlformats-officedocument.drawingml.diagramStyle+xml"/>
  <Override PartName="/ppt/diagrams/colors12.xml" ContentType="application/vnd.openxmlformats-officedocument.drawingml.diagramColors+xml"/>
  <Override PartName="/ppt/diagrams/drawing12.xml" ContentType="application/vnd.ms-office.drawingml.diagramDrawing+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723" r:id="rId1"/>
  </p:sldMasterIdLst>
  <p:notesMasterIdLst>
    <p:notesMasterId r:id="rId45"/>
  </p:notesMasterIdLst>
  <p:sldIdLst>
    <p:sldId id="746" r:id="rId2"/>
    <p:sldId id="813" r:id="rId3"/>
    <p:sldId id="788" r:id="rId4"/>
    <p:sldId id="829" r:id="rId5"/>
    <p:sldId id="820" r:id="rId6"/>
    <p:sldId id="821" r:id="rId7"/>
    <p:sldId id="822" r:id="rId8"/>
    <p:sldId id="823" r:id="rId9"/>
    <p:sldId id="773" r:id="rId10"/>
    <p:sldId id="778" r:id="rId11"/>
    <p:sldId id="796" r:id="rId12"/>
    <p:sldId id="833" r:id="rId13"/>
    <p:sldId id="804" r:id="rId14"/>
    <p:sldId id="807" r:id="rId15"/>
    <p:sldId id="831" r:id="rId16"/>
    <p:sldId id="832" r:id="rId17"/>
    <p:sldId id="842" r:id="rId18"/>
    <p:sldId id="790" r:id="rId19"/>
    <p:sldId id="791" r:id="rId20"/>
    <p:sldId id="770" r:id="rId21"/>
    <p:sldId id="775" r:id="rId22"/>
    <p:sldId id="824" r:id="rId23"/>
    <p:sldId id="789" r:id="rId24"/>
    <p:sldId id="809" r:id="rId25"/>
    <p:sldId id="825" r:id="rId26"/>
    <p:sldId id="759" r:id="rId27"/>
    <p:sldId id="794" r:id="rId28"/>
    <p:sldId id="835" r:id="rId29"/>
    <p:sldId id="837" r:id="rId30"/>
    <p:sldId id="819" r:id="rId31"/>
    <p:sldId id="840" r:id="rId32"/>
    <p:sldId id="798" r:id="rId33"/>
    <p:sldId id="797" r:id="rId34"/>
    <p:sldId id="799" r:id="rId35"/>
    <p:sldId id="810" r:id="rId36"/>
    <p:sldId id="818" r:id="rId37"/>
    <p:sldId id="836" r:id="rId38"/>
    <p:sldId id="841" r:id="rId39"/>
    <p:sldId id="826" r:id="rId40"/>
    <p:sldId id="827" r:id="rId41"/>
    <p:sldId id="828" r:id="rId42"/>
    <p:sldId id="834" r:id="rId43"/>
    <p:sldId id="816" r:id="rId44"/>
  </p:sldIdLst>
  <p:sldSz cx="9144000" cy="6858000" type="screen4x3"/>
  <p:notesSz cx="7315200" cy="96012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 id="{5D042E71-DAB7-4DFD-BE31-9959EA6E9233}">
          <p14:sldIdLst>
            <p14:sldId id="746"/>
            <p14:sldId id="813"/>
          </p14:sldIdLst>
        </p14:section>
        <p14:section name="What is AI?" id="{02EAD91C-E369-437D-8842-25D8F40E750D}">
          <p14:sldIdLst>
            <p14:sldId id="788"/>
            <p14:sldId id="829"/>
            <p14:sldId id="820"/>
            <p14:sldId id="821"/>
            <p14:sldId id="822"/>
            <p14:sldId id="823"/>
            <p14:sldId id="773"/>
            <p14:sldId id="778"/>
            <p14:sldId id="796"/>
          </p14:sldIdLst>
        </p14:section>
        <p14:section name="Intelligent Agents" id="{C9D5CDD1-008D-47FC-87B3-D908C9EF2F72}">
          <p14:sldIdLst>
            <p14:sldId id="833"/>
            <p14:sldId id="804"/>
            <p14:sldId id="807"/>
            <p14:sldId id="831"/>
            <p14:sldId id="832"/>
            <p14:sldId id="842"/>
          </p14:sldIdLst>
        </p14:section>
        <p14:section name="AI History" id="{E9809096-7E11-4E3F-8C6F-E4F689D0C476}">
          <p14:sldIdLst>
            <p14:sldId id="790"/>
            <p14:sldId id="791"/>
            <p14:sldId id="770"/>
            <p14:sldId id="775"/>
            <p14:sldId id="824"/>
          </p14:sldIdLst>
        </p14:section>
        <p14:section name="AI Today" id="{AA2E3ED1-3345-4658-9E22-C0FE6B7E6978}">
          <p14:sldIdLst>
            <p14:sldId id="789"/>
            <p14:sldId id="809"/>
            <p14:sldId id="825"/>
            <p14:sldId id="759"/>
          </p14:sldIdLst>
        </p14:section>
        <p14:section name="AI Ethics and Safety" id="{A052C2FD-53E4-4335-BCF5-C7366E9213A6}">
          <p14:sldIdLst>
            <p14:sldId id="794"/>
            <p14:sldId id="835"/>
            <p14:sldId id="837"/>
            <p14:sldId id="819"/>
            <p14:sldId id="840"/>
            <p14:sldId id="798"/>
            <p14:sldId id="797"/>
            <p14:sldId id="799"/>
            <p14:sldId id="810"/>
            <p14:sldId id="818"/>
            <p14:sldId id="836"/>
            <p14:sldId id="841"/>
            <p14:sldId id="826"/>
            <p14:sldId id="827"/>
            <p14:sldId id="828"/>
            <p14:sldId id="834"/>
          </p14:sldIdLst>
        </p14:section>
        <p14:section name="Wrapup" id="{5810AD38-D9A5-4EC5-A422-35859DA20A2A}">
          <p14:sldIdLst>
            <p14:sldId id="816"/>
          </p14:sldIdLst>
        </p14:section>
      </p14:sectionLst>
    </p:ext>
    <p:ext uri="{EFAFB233-063F-42B5-8137-9DF3F51BA10A}">
      <p15:sldGuideLst xmlns:p15="http://schemas.microsoft.com/office/powerpoint/2012/main">
        <p15:guide id="1" orient="horz" pos="2160" userDrawn="1">
          <p15:clr>
            <a:srgbClr val="A4A3A4"/>
          </p15:clr>
        </p15:guide>
        <p15:guide id="2" pos="2880"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5CC0D4"/>
    <a:srgbClr val="5B9BD5"/>
    <a:srgbClr val="0000FF"/>
    <a:srgbClr val="9900CC"/>
    <a:srgbClr val="009900"/>
    <a:srgbClr val="FF00FF"/>
    <a:srgbClr val="00FFFF"/>
    <a:srgbClr val="FFFF00"/>
    <a:srgbClr val="FF0000"/>
    <a:srgbClr val="111111"/>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34606" autoAdjust="0"/>
    <p:restoredTop sz="86439" autoAdjust="0"/>
  </p:normalViewPr>
  <p:slideViewPr>
    <p:cSldViewPr>
      <p:cViewPr varScale="1">
        <p:scale>
          <a:sx n="139" d="100"/>
          <a:sy n="139" d="100"/>
        </p:scale>
        <p:origin x="2316" y="80"/>
      </p:cViewPr>
      <p:guideLst>
        <p:guide orient="horz" pos="2160"/>
        <p:guide pos="2880"/>
      </p:guideLst>
    </p:cSldViewPr>
  </p:slideViewPr>
  <p:outlineViewPr>
    <p:cViewPr>
      <p:scale>
        <a:sx n="25" d="100"/>
        <a:sy n="25" d="100"/>
      </p:scale>
      <p:origin x="0" y="-15132"/>
    </p:cViewPr>
  </p:outlineViewPr>
  <p:notesTextViewPr>
    <p:cViewPr>
      <p:scale>
        <a:sx n="100" d="100"/>
        <a:sy n="100" d="100"/>
      </p:scale>
      <p:origin x="0" y="0"/>
    </p:cViewPr>
  </p:notesTextViewPr>
  <p:sorterViewPr>
    <p:cViewPr varScale="1">
      <p:scale>
        <a:sx n="1" d="1"/>
        <a:sy n="1" d="1"/>
      </p:scale>
      <p:origin x="0" y="-2796"/>
    </p:cViewPr>
  </p:sorterViewPr>
  <p:notesViewPr>
    <p:cSldViewPr>
      <p:cViewPr varScale="1">
        <p:scale>
          <a:sx n="88" d="100"/>
          <a:sy n="88" d="100"/>
        </p:scale>
        <p:origin x="2976" y="84"/>
      </p:cViewPr>
      <p:guideLst/>
    </p:cSldViewPr>
  </p:notes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viewProps" Target="viewProp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notesMaster" Target="notesMasters/notesMaster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slide" Target="slides/slide43.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theme" Target="theme/theme1.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presProps" Target="presProps.xml"/><Relationship Id="rId20" Type="http://schemas.openxmlformats.org/officeDocument/2006/relationships/slide" Target="slides/slide19.xml"/><Relationship Id="rId41" Type="http://schemas.openxmlformats.org/officeDocument/2006/relationships/slide" Target="slides/slide40.xml"/><Relationship Id="rId1" Type="http://schemas.openxmlformats.org/officeDocument/2006/relationships/slideMaster" Target="slideMasters/slideMaster1.xml"/><Relationship Id="rId6" Type="http://schemas.openxmlformats.org/officeDocument/2006/relationships/slide" Target="slides/slide5.xml"/></Relationships>
</file>

<file path=ppt/diagrams/_rels/data9.xml.rels><?xml version="1.0" encoding="UTF-8" standalone="yes"?>
<Relationships xmlns="http://schemas.openxmlformats.org/package/2006/relationships"><Relationship Id="rId3" Type="http://schemas.openxmlformats.org/officeDocument/2006/relationships/image" Target="../media/image18.svg"/><Relationship Id="rId2" Type="http://schemas.openxmlformats.org/officeDocument/2006/relationships/image" Target="../media/image17.svg"/><Relationship Id="rId1" Type="http://schemas.openxmlformats.org/officeDocument/2006/relationships/image" Target="../media/image16.svg"/></Relationships>
</file>

<file path=ppt/diagrams/_rels/drawing9.xml.rels><?xml version="1.0" encoding="UTF-8" standalone="yes"?>
<Relationships xmlns="http://schemas.openxmlformats.org/package/2006/relationships"><Relationship Id="rId3" Type="http://schemas.openxmlformats.org/officeDocument/2006/relationships/image" Target="../media/image18.svg"/><Relationship Id="rId2" Type="http://schemas.openxmlformats.org/officeDocument/2006/relationships/image" Target="../media/image17.svg"/><Relationship Id="rId1" Type="http://schemas.openxmlformats.org/officeDocument/2006/relationships/image" Target="../media/image16.svg"/></Relationships>
</file>

<file path=ppt/diagrams/colors1.xml><?xml version="1.0" encoding="utf-8"?>
<dgm:colorsDef xmlns:dgm="http://schemas.openxmlformats.org/drawingml/2006/diagram" xmlns:a="http://schemas.openxmlformats.org/drawingml/2006/main" uniqueId="urn:microsoft.com/office/officeart/2005/8/colors/colorful1#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colorful1#2">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xml><?xml version="1.0" encoding="utf-8"?>
<dgm:colorsDef xmlns:dgm="http://schemas.openxmlformats.org/drawingml/2006/diagram" xmlns:a="http://schemas.openxmlformats.org/drawingml/2006/main" uniqueId="urn:microsoft.com/office/officeart/2005/8/colors/colorful5#1">
  <dgm:title val=""/>
  <dgm:desc val=""/>
  <dgm:catLst>
    <dgm:cat type="colorful" pri="10500"/>
  </dgm:catLst>
  <dgm:styleLbl name="node0">
    <dgm:fillClrLst meth="repeat">
      <a:schemeClr val="accent4"/>
    </dgm:fillClrLst>
    <dgm:linClrLst meth="repeat">
      <a:schemeClr val="lt1"/>
    </dgm:linClrLst>
    <dgm:effectClrLst/>
    <dgm:txLinClrLst/>
    <dgm:txFillClrLst/>
    <dgm:txEffectClrLst/>
  </dgm:styleLbl>
  <dgm:styleLbl name="node1">
    <dgm:fillClrLst>
      <a:schemeClr val="accent5"/>
      <a:schemeClr val="accent6"/>
    </dgm:fillClrLst>
    <dgm:linClrLst meth="repeat">
      <a:schemeClr val="lt1"/>
    </dgm:linClrLst>
    <dgm:effectClrLst/>
    <dgm:txLinClrLst/>
    <dgm:txFillClrLst/>
    <dgm:txEffectClrLst/>
  </dgm:styleLbl>
  <dgm:styleLbl name="alignNode1">
    <dgm:fillClrLst>
      <a:schemeClr val="accent5"/>
      <a:schemeClr val="accent6"/>
    </dgm:fillClrLst>
    <dgm:linClrLst>
      <a:schemeClr val="accent5"/>
      <a:schemeClr val="accent6"/>
    </dgm:linClrLst>
    <dgm:effectClrLst/>
    <dgm:txLinClrLst/>
    <dgm:txFillClrLst/>
    <dgm:txEffectClrLst/>
  </dgm:styleLbl>
  <dgm:styleLbl name="lnNode1">
    <dgm:fillClrLst>
      <a:schemeClr val="accent5"/>
      <a:schemeClr val="accent6"/>
    </dgm:fillClrLst>
    <dgm:linClrLst meth="repeat">
      <a:schemeClr val="lt1"/>
    </dgm:linClrLst>
    <dgm:effectClrLst/>
    <dgm:txLinClrLst/>
    <dgm:txFillClrLst/>
    <dgm:txEffectClrLst/>
  </dgm:styleLbl>
  <dgm:styleLbl name="vennNode1">
    <dgm:fillClrLst>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6"/>
    </dgm:fillClrLst>
    <dgm:linClrLst meth="repeat">
      <a:schemeClr val="lt1"/>
    </dgm:linClrLst>
    <dgm:effectClrLst/>
    <dgm:txLinClrLst/>
    <dgm:txFillClrLst/>
    <dgm:txEffectClrLst/>
  </dgm:styleLbl>
  <dgm:styleLbl name="node3">
    <dgm:fillClrLst>
      <a:schemeClr val="accent1"/>
    </dgm:fillClrLst>
    <dgm:linClrLst meth="repeat">
      <a:schemeClr val="lt1"/>
    </dgm:linClrLst>
    <dgm:effectClrLst/>
    <dgm:txLinClrLst/>
    <dgm:txFillClrLst/>
    <dgm:txEffectClrLst/>
  </dgm:styleLbl>
  <dgm:styleLbl name="node4">
    <dgm:fillClrLst>
      <a:schemeClr val="accent2"/>
    </dgm:fillClrLst>
    <dgm:linClrLst meth="repeat">
      <a:schemeClr val="lt1"/>
    </dgm:linClrLst>
    <dgm:effectClrLst/>
    <dgm:txLinClrLst/>
    <dgm:txFillClrLst/>
    <dgm:txEffectClrLst/>
  </dgm:styleLbl>
  <dgm:styleLbl name="fgImgPlace1">
    <dgm:fillClrLst>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5"/>
      <a:schemeClr val="accent6"/>
    </dgm:fillClrLst>
    <dgm:linClrLst meth="repeat">
      <a:schemeClr val="lt1"/>
    </dgm:linClrLst>
    <dgm:effectClrLst/>
    <dgm:txLinClrLst/>
    <dgm:txFillClrLst/>
    <dgm:txEffectClrLst/>
  </dgm:styleLbl>
  <dgm:styleLbl name="fgSibTrans2D1">
    <dgm:fillClrLst>
      <a:schemeClr val="accent5"/>
      <a:schemeClr val="accent6"/>
    </dgm:fillClrLst>
    <dgm:linClrLst meth="repeat">
      <a:schemeClr val="lt1"/>
    </dgm:linClrLst>
    <dgm:effectClrLst/>
    <dgm:txLinClrLst/>
    <dgm:txFillClrLst meth="repeat">
      <a:schemeClr val="lt1"/>
    </dgm:txFillClrLst>
    <dgm:txEffectClrLst/>
  </dgm:styleLbl>
  <dgm:styleLbl name="bgSibTrans2D1">
    <dgm:fillClrLst>
      <a:schemeClr val="accent5"/>
      <a:schemeClr val="accent6"/>
    </dgm:fillClrLst>
    <dgm:linClrLst meth="repeat">
      <a:schemeClr val="lt1"/>
    </dgm:linClrLst>
    <dgm:effectClrLst/>
    <dgm:txLinClrLst/>
    <dgm:txFillClrLst meth="repeat">
      <a:schemeClr val="lt1"/>
    </dgm:txFillClrLst>
    <dgm:txEffectClrLst/>
  </dgm:styleLbl>
  <dgm:styleLbl name="sibTrans1D1">
    <dgm:fillClrLst/>
    <dgm:linClrLst>
      <a:schemeClr val="accent5"/>
      <a:schemeClr val="accent6"/>
    </dgm:linClrLst>
    <dgm:effectClrLst/>
    <dgm:txLinClrLst/>
    <dgm:txFillClrLst meth="repeat">
      <a:schemeClr val="tx1"/>
    </dgm:txFillClrLst>
    <dgm:txEffectClrLst/>
  </dgm:styleLbl>
  <dgm:styleLbl name="callout">
    <dgm:fillClrLst meth="repeat">
      <a:schemeClr val="accent5"/>
    </dgm:fillClrLst>
    <dgm:linClrLst meth="repeat">
      <a:schemeClr val="accent5">
        <a:tint val="50000"/>
      </a:schemeClr>
    </dgm:linClrLst>
    <dgm:effectClrLst/>
    <dgm:txLinClrLst/>
    <dgm:txFillClrLst meth="repeat">
      <a:schemeClr val="tx1"/>
    </dgm:txFillClrLst>
    <dgm:txEffectClrLst/>
  </dgm:styleLbl>
  <dgm:styleLbl name="asst0">
    <dgm:fillClrLst meth="repeat">
      <a:schemeClr val="accent5"/>
    </dgm:fillClrLst>
    <dgm:linClrLst meth="repeat">
      <a:schemeClr val="lt1">
        <a:shade val="80000"/>
      </a:schemeClr>
    </dgm:linClrLst>
    <dgm:effectClrLst/>
    <dgm:txLinClrLst/>
    <dgm:txFillClrLst/>
    <dgm:txEffectClrLst/>
  </dgm:styleLbl>
  <dgm:styleLbl name="asst1">
    <dgm:fillClrLst meth="repeat">
      <a:schemeClr val="accent6"/>
    </dgm:fillClrLst>
    <dgm:linClrLst meth="repeat">
      <a:schemeClr val="lt1">
        <a:shade val="80000"/>
      </a:schemeClr>
    </dgm:linClrLst>
    <dgm:effectClrLst/>
    <dgm:txLinClrLst/>
    <dgm:txFillClrLst/>
    <dgm:txEffectClrLst/>
  </dgm:styleLbl>
  <dgm:styleLbl name="asst2">
    <dgm:fillClrLst>
      <a:schemeClr val="accent1"/>
    </dgm:fillClrLst>
    <dgm:linClrLst meth="repeat">
      <a:schemeClr val="lt1"/>
    </dgm:linClrLst>
    <dgm:effectClrLst/>
    <dgm:txLinClrLst/>
    <dgm:txFillClrLst/>
    <dgm:txEffectClrLst/>
  </dgm:styleLbl>
  <dgm:styleLbl name="asst3">
    <dgm:fillClrLst>
      <a:schemeClr val="accent2"/>
    </dgm:fillClrLst>
    <dgm:linClrLst meth="repeat">
      <a:schemeClr val="lt1"/>
    </dgm:linClrLst>
    <dgm:effectClrLst/>
    <dgm:txLinClrLst/>
    <dgm:txFillClrLst/>
    <dgm:txEffectClrLst/>
  </dgm:styleLbl>
  <dgm:styleLbl name="asst4">
    <dgm:fillClrLst>
      <a:schemeClr val="accent3"/>
    </dgm:fillClrLst>
    <dgm:linClrLst meth="repeat">
      <a:schemeClr val="lt1"/>
    </dgm:linClrLst>
    <dgm:effectClrLst/>
    <dgm:txLinClrLst/>
    <dgm:txFillClrLst/>
    <dgm:txEffectClrLst/>
  </dgm:styleLbl>
  <dgm:styleLbl name="parChTrans2D1">
    <dgm:fillClrLst meth="repeat">
      <a:schemeClr val="accent5"/>
    </dgm:fillClrLst>
    <dgm:linClrLst meth="repeat">
      <a:schemeClr val="lt1"/>
    </dgm:linClrLst>
    <dgm:effectClrLst/>
    <dgm:txLinClrLst/>
    <dgm:txFillClrLst meth="repeat">
      <a:schemeClr val="lt1"/>
    </dgm:txFillClrLst>
    <dgm:txEffectClrLst/>
  </dgm:styleLbl>
  <dgm:styleLbl name="parChTrans2D2">
    <dgm:fillClrLst meth="repeat">
      <a:schemeClr val="accent6"/>
    </dgm:fillClrLst>
    <dgm:linClrLst meth="repeat">
      <a:schemeClr val="lt1"/>
    </dgm:linClrLst>
    <dgm:effectClrLst/>
    <dgm:txLinClrLst/>
    <dgm:txFillClrLst/>
    <dgm:txEffectClrLst/>
  </dgm:styleLbl>
  <dgm:styleLbl name="parChTrans2D3">
    <dgm:fillClrLst meth="repeat">
      <a:schemeClr val="accent6"/>
    </dgm:fillClrLst>
    <dgm:linClrLst meth="repeat">
      <a:schemeClr val="lt1"/>
    </dgm:linClrLst>
    <dgm:effectClrLst/>
    <dgm:txLinClrLst/>
    <dgm:txFillClrLst/>
    <dgm:txEffectClrLst/>
  </dgm:styleLbl>
  <dgm:styleLbl name="parChTrans2D4">
    <dgm:fillClrLst meth="repeat">
      <a:schemeClr val="accent1"/>
    </dgm:fillClrLst>
    <dgm:linClrLst meth="repeat">
      <a:schemeClr val="lt1"/>
    </dgm:linClrLst>
    <dgm:effectClrLst/>
    <dgm:txLinClrLst/>
    <dgm:txFillClrLst meth="repeat">
      <a:schemeClr val="lt1"/>
    </dgm:txFillClrLst>
    <dgm:txEffectClrLst/>
  </dgm:styleLbl>
  <dgm:styleLbl name="parChTrans1D1">
    <dgm:fillClrLst meth="repeat">
      <a:schemeClr val="accent5"/>
    </dgm:fillClrLst>
    <dgm:linClrLst meth="repeat">
      <a:schemeClr val="accent5"/>
    </dgm:linClrLst>
    <dgm:effectClrLst/>
    <dgm:txLinClrLst/>
    <dgm:txFillClrLst meth="repeat">
      <a:schemeClr val="tx1"/>
    </dgm:txFillClrLst>
    <dgm:txEffectClrLst/>
  </dgm:styleLbl>
  <dgm:styleLbl name="parChTrans1D2">
    <dgm:fillClrLst meth="repeat">
      <a:schemeClr val="accent6">
        <a:tint val="90000"/>
      </a:schemeClr>
    </dgm:fillClrLst>
    <dgm:linClrLst meth="repeat">
      <a:schemeClr val="accent6"/>
    </dgm:linClrLst>
    <dgm:effectClrLst/>
    <dgm:txLinClrLst/>
    <dgm:txFillClrLst meth="repeat">
      <a:schemeClr val="tx1"/>
    </dgm:txFillClrLst>
    <dgm:txEffectClrLst/>
  </dgm:styleLbl>
  <dgm:styleLbl name="parChTrans1D3">
    <dgm:fillClrLst meth="repeat">
      <a:schemeClr val="accent6">
        <a:tint val="70000"/>
      </a:schemeClr>
    </dgm:fillClrLst>
    <dgm:linClrLst meth="repeat">
      <a:schemeClr val="accent1"/>
    </dgm:linClrLst>
    <dgm:effectClrLst/>
    <dgm:txLinClrLst/>
    <dgm:txFillClrLst meth="repeat">
      <a:schemeClr val="tx1"/>
    </dgm:txFillClrLst>
    <dgm:txEffectClrLst/>
  </dgm:styleLbl>
  <dgm:styleLbl name="parChTrans1D4">
    <dgm:fillClrLst meth="repeat">
      <a:schemeClr val="accent6">
        <a:tint val="50000"/>
      </a:schemeClr>
    </dgm:fillClrLst>
    <dgm:linClrLst meth="repeat">
      <a:schemeClr val="accent2"/>
    </dgm:linClrLst>
    <dgm:effectClrLst/>
    <dgm:txLinClrLst/>
    <dgm:txFillClrLst meth="repeat">
      <a:schemeClr val="tx1"/>
    </dgm:txFillClrLst>
    <dgm:txEffectClrLst/>
  </dgm:styleLbl>
  <dgm:styleLbl name="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5"/>
    </dgm:linClrLst>
    <dgm:effectClrLst/>
    <dgm:txLinClrLst/>
    <dgm:txFillClrLst meth="repeat">
      <a:schemeClr val="dk1"/>
    </dgm:txFillClrLst>
    <dgm:txEffectClrLst/>
  </dgm:styleLbl>
  <dgm:styleLbl name="b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solidFgAcc1">
    <dgm:fillClrLst meth="repeat">
      <a:schemeClr val="lt1"/>
    </dgm:fillClrLst>
    <dgm:linClrLst>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a:schemeClr val="accent5"/>
      <a:schemeClr val="accent6"/>
    </dgm:linClrLst>
    <dgm:effectClrLst/>
    <dgm:txLinClrLst/>
    <dgm:txFillClrLst meth="repeat">
      <a:schemeClr val="dk1"/>
    </dgm:txFillClrLst>
    <dgm:txEffectClrLst/>
  </dgm:styleLbl>
  <dgm:styleLbl name="solidBgAcc1">
    <dgm:fillClrLst meth="repeat">
      <a:schemeClr val="lt1"/>
    </dgm:fillClrLst>
    <dgm:linClrLst>
      <a:schemeClr val="accent5"/>
      <a:schemeClr val="accent6"/>
    </dgm:linClrLst>
    <dgm:effectClrLst/>
    <dgm:txLinClrLst/>
    <dgm:txFillClrLst meth="repeat">
      <a:schemeClr val="dk1"/>
    </dgm:txFillClrLst>
    <dgm:txEffectClrLst/>
  </dgm:styleLbl>
  <dgm:styleLbl name="fgAccFollowNode1">
    <dgm:fillClrLst>
      <a:schemeClr val="accent5">
        <a:tint val="40000"/>
        <a:alpha val="90000"/>
      </a:schemeClr>
      <a:schemeClr val="accent6">
        <a:tint val="40000"/>
        <a:alpha val="90000"/>
      </a:schemeClr>
    </dgm:fillClrLst>
    <dgm:linClrLst>
      <a:schemeClr val="accent5">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4"/>
    </dgm:linClrLst>
    <dgm:effectClrLst/>
    <dgm:txLinClrLst/>
    <dgm:txFillClrLst meth="repeat">
      <a:schemeClr val="dk1"/>
    </dgm:txFillClrLst>
    <dgm:txEffectClrLst/>
  </dgm:styleLbl>
  <dgm:styleLbl name="fgAcc2">
    <dgm:fillClrLst meth="repeat">
      <a:schemeClr val="lt1">
        <a:alpha val="90000"/>
      </a:schemeClr>
    </dgm:fillClrLst>
    <dgm:linClrLst>
      <a:schemeClr val="accent6"/>
    </dgm:linClrLst>
    <dgm:effectClrLst/>
    <dgm:txLinClrLst/>
    <dgm:txFillClrLst meth="repeat">
      <a:schemeClr val="dk1"/>
    </dgm:txFillClrLst>
    <dgm:txEffectClrLst/>
  </dgm:styleLbl>
  <dgm:styleLbl name="fgAcc3">
    <dgm:fillClrLst meth="repeat">
      <a:schemeClr val="lt1">
        <a:alpha val="90000"/>
      </a:schemeClr>
    </dgm:fillClrLst>
    <dgm:linClrLst>
      <a:schemeClr val="accent1"/>
    </dgm:linClrLst>
    <dgm:effectClrLst/>
    <dgm:txLinClrLst/>
    <dgm:txFillClrLst meth="repeat">
      <a:schemeClr val="dk1"/>
    </dgm:txFillClrLst>
    <dgm:txEffectClrLst/>
  </dgm:styleLbl>
  <dgm:styleLbl name="fgAcc4">
    <dgm:fillClrLst meth="repeat">
      <a:schemeClr val="lt1">
        <a:alpha val="90000"/>
      </a:schemeClr>
    </dgm:fillClrLst>
    <dgm:linClrLst>
      <a:schemeClr val="accent2"/>
    </dgm:linClrLst>
    <dgm:effectClrLst/>
    <dgm:txLinClrLst/>
    <dgm:txFillClrLst meth="repeat">
      <a:schemeClr val="dk1"/>
    </dgm:txFillClrLst>
    <dgm:txEffectClrLst/>
  </dgm:styleLbl>
  <dgm:styleLbl name="bgShp">
    <dgm:fillClrLst meth="repeat">
      <a:schemeClr val="accent5">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5">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5">
        <a:tint val="50000"/>
        <a:alpha val="40000"/>
      </a:schemeClr>
    </dgm:fillClrLst>
    <dgm:linClrLst meth="repeat">
      <a:schemeClr val="accent5"/>
    </dgm:linClrLst>
    <dgm:effectClrLst/>
    <dgm:txLinClrLst/>
    <dgm:txFillClrLst meth="repeat">
      <a:schemeClr val="lt1"/>
    </dgm:txFillClrLst>
    <dgm:txEffectClrLst/>
  </dgm:styleLbl>
  <dgm:styleLbl name="fgShp">
    <dgm:fillClrLst meth="repeat">
      <a:schemeClr val="accent5">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xml><?xml version="1.0" encoding="utf-8"?>
<dgm:colorsDef xmlns:dgm="http://schemas.openxmlformats.org/drawingml/2006/diagram" xmlns:a="http://schemas.openxmlformats.org/drawingml/2006/main" uniqueId="urn:microsoft.com/office/officeart/2005/8/colors/colorful1#3">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xml><?xml version="1.0" encoding="utf-8"?>
<dgm:colorsDef xmlns:dgm="http://schemas.openxmlformats.org/drawingml/2006/diagram" xmlns:a="http://schemas.openxmlformats.org/drawingml/2006/main" uniqueId="urn:microsoft.com/office/officeart/2005/8/colors/colorful1#4">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xml><?xml version="1.0" encoding="utf-8"?>
<dgm:colorsDef xmlns:dgm="http://schemas.openxmlformats.org/drawingml/2006/diagram" xmlns:a="http://schemas.openxmlformats.org/drawingml/2006/main" uniqueId="urn:microsoft.com/office/officeart/2005/8/colors/colorful1#5">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xml><?xml version="1.0" encoding="utf-8"?>
<dgm:colorsDef xmlns:dgm="http://schemas.openxmlformats.org/drawingml/2006/diagram" xmlns:a="http://schemas.openxmlformats.org/drawingml/2006/main" uniqueId="urn:microsoft.com/office/officeart/2005/8/colors/colorful1#6">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8.xml><?xml version="1.0" encoding="utf-8"?>
<dgm:colorsDef xmlns:dgm="http://schemas.openxmlformats.org/drawingml/2006/diagram" xmlns:a="http://schemas.openxmlformats.org/drawingml/2006/main" uniqueId="urn:microsoft.com/office/officeart/2005/8/colors/colorful1#7">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9.xml><?xml version="1.0" encoding="utf-8"?>
<dgm:colorsDef xmlns:dgm="http://schemas.openxmlformats.org/drawingml/2006/diagram" xmlns:a="http://schemas.openxmlformats.org/drawingml/2006/main" uniqueId="urn:microsoft.com/office/officeart/2018/5/colors/Iconchunking_neutralicontext_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bg1"/>
    </dgm:fillClrLst>
    <dgm:linClrLst meth="repeat">
      <a:schemeClr val="lt1">
        <a:alpha val="0"/>
      </a:schemeClr>
    </dgm:linClrLst>
    <dgm:effectClrLst/>
    <dgm:txLinClrLst/>
    <dgm:txFillClrLst meth="repeat">
      <a:schemeClr val="dk1"/>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schemeClr val="accent3"/>
      <a:schemeClr val="accent4"/>
      <a:schemeClr val="accent5"/>
      <a:schemeClr val="accent6"/>
    </dgm:fillClrLst>
    <dgm:linClrLst meth="repeat">
      <a:schemeClr val="lt1">
        <a:alpha val="0"/>
      </a:schemeClr>
    </dgm:linClrLst>
    <dgm:effectClrLst/>
    <dgm:txLinClrLst/>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bg1"/>
    </dgm:txFillClrLst>
    <dgm:txEffectClrLst/>
  </dgm:styleLbl>
</dgm:colorsDef>
</file>

<file path=ppt/diagrams/colors10.xml><?xml version="1.0" encoding="utf-8"?>
<dgm:colorsDef xmlns:dgm="http://schemas.openxmlformats.org/drawingml/2006/diagram" xmlns:a="http://schemas.openxmlformats.org/drawingml/2006/main" uniqueId="urn:microsoft.com/office/officeart/2005/8/colors/colorful1#8">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1.xml><?xml version="1.0" encoding="utf-8"?>
<dgm:colorsDef xmlns:dgm="http://schemas.openxmlformats.org/drawingml/2006/diagram" xmlns:a="http://schemas.openxmlformats.org/drawingml/2006/main" uniqueId="urn:microsoft.com/office/officeart/2005/8/colors/colorful1#9">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2.xml><?xml version="1.0" encoding="utf-8"?>
<dgm:colorsDef xmlns:dgm="http://schemas.openxmlformats.org/drawingml/2006/diagram" xmlns:a="http://schemas.openxmlformats.org/drawingml/2006/main" uniqueId="urn:microsoft.com/office/officeart/2005/8/colors/colorful2#1">
  <dgm:title val=""/>
  <dgm:desc val=""/>
  <dgm:catLst>
    <dgm:cat type="colorful" pri="10200"/>
  </dgm:catLst>
  <dgm:styleLbl name="node0">
    <dgm:fillClrLst meth="repeat">
      <a:schemeClr val="accent1"/>
    </dgm:fillClrLst>
    <dgm:linClrLst meth="repeat">
      <a:schemeClr val="lt1"/>
    </dgm:linClrLst>
    <dgm:effectClrLst/>
    <dgm:txLinClrLst/>
    <dgm:txFillClrLst/>
    <dgm:txEffectClrLst/>
  </dgm:styleLbl>
  <dgm:styleLbl name="node1">
    <dgm:fillClrLst>
      <a:schemeClr val="accent2"/>
      <a:schemeClr val="accent3"/>
    </dgm:fillClrLst>
    <dgm:linClrLst meth="repeat">
      <a:schemeClr val="lt1"/>
    </dgm:linClrLst>
    <dgm:effectClrLst/>
    <dgm:txLinClrLst/>
    <dgm:txFillClrLst/>
    <dgm:txEffectClrLst/>
  </dgm:styleLbl>
  <dgm:styleLbl name="alignNode1">
    <dgm:fillClrLst>
      <a:schemeClr val="accent2"/>
      <a:schemeClr val="accent3"/>
    </dgm:fillClrLst>
    <dgm:linClrLst>
      <a:schemeClr val="accent2"/>
      <a:schemeClr val="accent3"/>
    </dgm:linClrLst>
    <dgm:effectClrLst/>
    <dgm:txLinClrLst/>
    <dgm:txFillClrLst/>
    <dgm:txEffectClrLst/>
  </dgm:styleLbl>
  <dgm:styleLbl name="lnNode1">
    <dgm:fillClrLst>
      <a:schemeClr val="accent2"/>
      <a:schemeClr val="accent3"/>
    </dgm:fillClrLst>
    <dgm:linClrLst meth="repeat">
      <a:schemeClr val="lt1"/>
    </dgm:linClrLst>
    <dgm:effectClrLst/>
    <dgm:txLinClrLst/>
    <dgm:txFillClrLst/>
    <dgm:txEffectClrLst/>
  </dgm:styleLbl>
  <dgm:styleLbl name="vennNode1">
    <dgm:fillClrLst>
      <a:schemeClr val="accent2">
        <a:alpha val="50000"/>
      </a:schemeClr>
      <a:schemeClr val="accent3">
        <a:alpha val="50000"/>
      </a:schemeClr>
    </dgm:fillClrLst>
    <dgm:linClrLst meth="repeat">
      <a:schemeClr val="lt1"/>
    </dgm:linClrLst>
    <dgm:effectClrLst/>
    <dgm:txLinClrLst/>
    <dgm:txFillClrLst/>
    <dgm:txEffectClrLst/>
  </dgm:styleLbl>
  <dgm:styleLbl name="node2">
    <dgm:fillClrLst>
      <a:schemeClr val="accent3"/>
    </dgm:fillClrLst>
    <dgm:linClrLst meth="repeat">
      <a:schemeClr val="lt1"/>
    </dgm:linClrLst>
    <dgm:effectClrLst/>
    <dgm:txLinClrLst/>
    <dgm:txFillClrLst/>
    <dgm:txEffectClrLst/>
  </dgm:styleLbl>
  <dgm:styleLbl name="node3">
    <dgm:fillClrLst>
      <a:schemeClr val="accent4"/>
    </dgm:fillClrLst>
    <dgm:linClrLst meth="repeat">
      <a:schemeClr val="lt1"/>
    </dgm:linClrLst>
    <dgm:effectClrLst/>
    <dgm:txLinClrLst/>
    <dgm:txFillClrLst/>
    <dgm:txEffectClrLst/>
  </dgm:styleLbl>
  <dgm:styleLbl name="node4">
    <dgm:fillClrLst>
      <a:schemeClr val="accent5"/>
    </dgm:fillClrLst>
    <dgm:linClrLst meth="repeat">
      <a:schemeClr val="lt1"/>
    </dgm:linClrLst>
    <dgm:effectClrLst/>
    <dgm:txLinClrLst/>
    <dgm:txFillClrLst/>
    <dgm:txEffectClrLst/>
  </dgm:styleLbl>
  <dgm:styleLbl name="fgImgPlace1">
    <dgm:fillClrLst>
      <a:schemeClr val="accent2">
        <a:tint val="50000"/>
      </a:schemeClr>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2"/>
      <a:schemeClr val="accent3"/>
    </dgm:fillClrLst>
    <dgm:linClrLst meth="repeat">
      <a:schemeClr val="lt1"/>
    </dgm:linClrLst>
    <dgm:effectClrLst/>
    <dgm:txLinClrLst/>
    <dgm:txFillClrLst/>
    <dgm:txEffectClrLst/>
  </dgm:styleLbl>
  <dgm:styleLbl name="fgSibTrans2D1">
    <dgm:fillClrLst>
      <a:schemeClr val="accent2"/>
      <a:schemeClr val="accent3"/>
    </dgm:fillClrLst>
    <dgm:linClrLst meth="repeat">
      <a:schemeClr val="lt1"/>
    </dgm:linClrLst>
    <dgm:effectClrLst/>
    <dgm:txLinClrLst/>
    <dgm:txFillClrLst meth="repeat">
      <a:schemeClr val="lt1"/>
    </dgm:txFillClrLst>
    <dgm:txEffectClrLst/>
  </dgm:styleLbl>
  <dgm:styleLbl name="bgSibTrans2D1">
    <dgm:fillClrLst>
      <a:schemeClr val="accent2"/>
      <a:schemeClr val="accent3"/>
    </dgm:fillClrLst>
    <dgm:linClrLst meth="repeat">
      <a:schemeClr val="lt1"/>
    </dgm:linClrLst>
    <dgm:effectClrLst/>
    <dgm:txLinClrLst/>
    <dgm:txFillClrLst meth="repeat">
      <a:schemeClr val="lt1"/>
    </dgm:txFillClrLst>
    <dgm:txEffectClrLst/>
  </dgm:styleLbl>
  <dgm:styleLbl name="sibTrans1D1">
    <dgm:fillClrLst/>
    <dgm:linClrLst>
      <a:schemeClr val="accent2"/>
      <a:schemeClr val="accent3"/>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2"/>
    </dgm:fillClrLst>
    <dgm:linClrLst meth="repeat">
      <a:schemeClr val="lt1">
        <a:shade val="80000"/>
      </a:schemeClr>
    </dgm:linClrLst>
    <dgm:effectClrLst/>
    <dgm:txLinClrLst/>
    <dgm:txFillClrLst/>
    <dgm:txEffectClrLst/>
  </dgm:styleLbl>
  <dgm:styleLbl name="asst1">
    <dgm:fillClrLst meth="repeat">
      <a:schemeClr val="accent3"/>
    </dgm:fillClrLst>
    <dgm:linClrLst meth="repeat">
      <a:schemeClr val="lt1">
        <a:shade val="80000"/>
      </a:schemeClr>
    </dgm:linClrLst>
    <dgm:effectClrLst/>
    <dgm:txLinClrLst/>
    <dgm:txFillClrLst/>
    <dgm:txEffectClrLst/>
  </dgm:styleLbl>
  <dgm:styleLbl name="asst2">
    <dgm:fillClrLst>
      <a:schemeClr val="accent4"/>
    </dgm:fillClrLst>
    <dgm:linClrLst meth="repeat">
      <a:schemeClr val="lt1"/>
    </dgm:linClrLst>
    <dgm:effectClrLst/>
    <dgm:txLinClrLst/>
    <dgm:txFillClrLst/>
    <dgm:txEffectClrLst/>
  </dgm:styleLbl>
  <dgm:styleLbl name="asst3">
    <dgm:fillClrLst>
      <a:schemeClr val="accent5"/>
    </dgm:fillClrLst>
    <dgm:linClrLst meth="repeat">
      <a:schemeClr val="lt1"/>
    </dgm:linClrLst>
    <dgm:effectClrLst/>
    <dgm:txLinClrLst/>
    <dgm:txFillClrLst/>
    <dgm:txEffectClrLst/>
  </dgm:styleLbl>
  <dgm:styleLbl name="asst4">
    <dgm:fillClrLst>
      <a:schemeClr val="accent6"/>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2"/>
    </dgm:linClrLst>
    <dgm:effectClrLst/>
    <dgm:txLinClrLst/>
    <dgm:txFillClrLst meth="repeat">
      <a:schemeClr val="tx1"/>
    </dgm:txFillClrLst>
    <dgm:txEffectClrLst/>
  </dgm:styleLbl>
  <dgm:styleLbl name="parChTrans1D2">
    <dgm:fillClrLst meth="repeat">
      <a:schemeClr val="accent2">
        <a:tint val="90000"/>
      </a:schemeClr>
    </dgm:fillClrLst>
    <dgm:linClrLst meth="repeat">
      <a:schemeClr val="accent3"/>
    </dgm:linClrLst>
    <dgm:effectClrLst/>
    <dgm:txLinClrLst/>
    <dgm:txFillClrLst meth="repeat">
      <a:schemeClr val="tx1"/>
    </dgm:txFillClrLst>
    <dgm:txEffectClrLst/>
  </dgm:styleLbl>
  <dgm:styleLbl name="parChTrans1D3">
    <dgm:fillClrLst meth="repeat">
      <a:schemeClr val="accent2">
        <a:tint val="70000"/>
      </a:schemeClr>
    </dgm:fillClrLst>
    <dgm:linClrLst meth="repeat">
      <a:schemeClr val="accent4"/>
    </dgm:linClrLst>
    <dgm:effectClrLst/>
    <dgm:txLinClrLst/>
    <dgm:txFillClrLst meth="repeat">
      <a:schemeClr val="tx1"/>
    </dgm:txFillClrLst>
    <dgm:txEffectClrLst/>
  </dgm:styleLbl>
  <dgm:styleLbl name="parChTrans1D4">
    <dgm:fillClrLst meth="repeat">
      <a:schemeClr val="accent2">
        <a:tint val="50000"/>
      </a:schemeClr>
    </dgm:fillClrLst>
    <dgm:linClrLst meth="repeat">
      <a:schemeClr val="accent5"/>
    </dgm:linClrLst>
    <dgm:effectClrLst/>
    <dgm:txLinClrLst/>
    <dgm:txFillClrLst meth="repeat">
      <a:schemeClr val="tx1"/>
    </dgm:txFillClrLst>
    <dgm:txEffectClrLst/>
  </dgm:styleLbl>
  <dgm:styleLbl name="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solidFgAcc1">
    <dgm:fillClrLst meth="repeat">
      <a:schemeClr val="lt1"/>
    </dgm:fillClrLst>
    <dgm:linClrLst>
      <a:schemeClr val="accent2"/>
      <a:schemeClr val="accent3"/>
    </dgm:linClrLst>
    <dgm:effectClrLst/>
    <dgm:txLinClrLst/>
    <dgm:txFillClrLst meth="repeat">
      <a:schemeClr val="dk1"/>
    </dgm:txFillClrLst>
    <dgm:txEffectClrLst/>
  </dgm:styleLbl>
  <dgm:styleLbl name="solidAlignAcc1">
    <dgm:fillClrLst meth="repeat">
      <a:schemeClr val="lt1"/>
    </dgm:fillClrLst>
    <dgm:linClrLst>
      <a:schemeClr val="accent2"/>
      <a:schemeClr val="accent3"/>
    </dgm:linClrLst>
    <dgm:effectClrLst/>
    <dgm:txLinClrLst/>
    <dgm:txFillClrLst meth="repeat">
      <a:schemeClr val="dk1"/>
    </dgm:txFillClrLst>
    <dgm:txEffectClrLst/>
  </dgm:styleLbl>
  <dgm:styleLbl name="solidBgAcc1">
    <dgm:fillClrLst meth="repeat">
      <a:schemeClr val="lt1"/>
    </dgm:fillClrLst>
    <dgm:linClrLst>
      <a:schemeClr val="accent2"/>
      <a:schemeClr val="accent3"/>
    </dgm:linClrLst>
    <dgm:effectClrLst/>
    <dgm:txLinClrLst/>
    <dgm:txFillClrLst meth="repeat">
      <a:schemeClr val="dk1"/>
    </dgm:txFillClrLst>
    <dgm:txEffectClrLst/>
  </dgm:styleLbl>
  <dgm:styleLbl name="f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align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b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3"/>
    </dgm:linClrLst>
    <dgm:effectClrLst/>
    <dgm:txLinClrLst/>
    <dgm:txFillClrLst meth="repeat">
      <a:schemeClr val="dk1"/>
    </dgm:txFillClrLst>
    <dgm:txEffectClrLst/>
  </dgm:styleLbl>
  <dgm:styleLbl name="fgAcc3">
    <dgm:fillClrLst meth="repeat">
      <a:schemeClr val="lt1">
        <a:alpha val="90000"/>
      </a:schemeClr>
    </dgm:fillClrLst>
    <dgm:linClrLst>
      <a:schemeClr val="accent4"/>
    </dgm:linClrLst>
    <dgm:effectClrLst/>
    <dgm:txLinClrLst/>
    <dgm:txFillClrLst meth="repeat">
      <a:schemeClr val="dk1"/>
    </dgm:txFillClrLst>
    <dgm:txEffectClrLst/>
  </dgm:styleLbl>
  <dgm:styleLbl name="fgAcc4">
    <dgm:fillClrLst meth="repeat">
      <a:schemeClr val="lt1">
        <a:alpha val="90000"/>
      </a:schemeClr>
    </dgm:fillClrLst>
    <dgm:linClrLst>
      <a:schemeClr val="accent5"/>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2BE4F427-7F24-468D-A0AA-84AFAFE170E5}" type="doc">
      <dgm:prSet loTypeId="urn:microsoft.com/office/officeart/2005/8/layout/hProcess9" loCatId="process" qsTypeId="urn:microsoft.com/office/officeart/2005/8/quickstyle/simple1#1" qsCatId="simple" csTypeId="urn:microsoft.com/office/officeart/2005/8/colors/colorful1#1" csCatId="colorful" phldr="1"/>
      <dgm:spPr/>
      <dgm:t>
        <a:bodyPr/>
        <a:lstStyle/>
        <a:p>
          <a:endParaRPr lang="en-US"/>
        </a:p>
      </dgm:t>
    </dgm:pt>
    <dgm:pt modelId="{C57B367D-75A9-4307-BDC4-EC6662ADEDC7}">
      <dgm:prSet/>
      <dgm:spPr/>
      <dgm:t>
        <a:bodyPr/>
        <a:lstStyle/>
        <a:p>
          <a:r>
            <a:rPr lang="en-US" dirty="0"/>
            <a:t>What is AI?</a:t>
          </a:r>
        </a:p>
      </dgm:t>
    </dgm:pt>
    <dgm:pt modelId="{32D01245-7B71-4FAB-BDDD-87CECB13EAD7}" type="parTrans" cxnId="{2BB90B5F-057E-4DE5-B6BB-06E6636B8ADC}">
      <dgm:prSet/>
      <dgm:spPr/>
      <dgm:t>
        <a:bodyPr/>
        <a:lstStyle/>
        <a:p>
          <a:endParaRPr lang="en-US"/>
        </a:p>
      </dgm:t>
    </dgm:pt>
    <dgm:pt modelId="{B22D4BDF-4327-4B39-91C2-021872DFEB1A}" type="sibTrans" cxnId="{2BB90B5F-057E-4DE5-B6BB-06E6636B8ADC}">
      <dgm:prSet/>
      <dgm:spPr/>
      <dgm:t>
        <a:bodyPr/>
        <a:lstStyle/>
        <a:p>
          <a:endParaRPr lang="en-US"/>
        </a:p>
      </dgm:t>
    </dgm:pt>
    <dgm:pt modelId="{771BAAD6-E2FC-4891-B816-2473445D8536}">
      <dgm:prSet/>
      <dgm:spPr/>
      <dgm:t>
        <a:bodyPr/>
        <a:lstStyle/>
        <a:p>
          <a:r>
            <a:rPr lang="en-US" dirty="0"/>
            <a:t>AI Today</a:t>
          </a:r>
        </a:p>
      </dgm:t>
    </dgm:pt>
    <dgm:pt modelId="{BBF3AA43-7194-46C1-9FCD-3851DA4257ED}" type="parTrans" cxnId="{0708A08D-5E6E-46CD-9C39-B949E8C0A128}">
      <dgm:prSet/>
      <dgm:spPr/>
      <dgm:t>
        <a:bodyPr/>
        <a:lstStyle/>
        <a:p>
          <a:endParaRPr lang="en-US"/>
        </a:p>
      </dgm:t>
    </dgm:pt>
    <dgm:pt modelId="{B103F5ED-BC79-45CE-AC88-045D3B69910D}" type="sibTrans" cxnId="{0708A08D-5E6E-46CD-9C39-B949E8C0A128}">
      <dgm:prSet/>
      <dgm:spPr/>
      <dgm:t>
        <a:bodyPr/>
        <a:lstStyle/>
        <a:p>
          <a:endParaRPr lang="en-US"/>
        </a:p>
      </dgm:t>
    </dgm:pt>
    <dgm:pt modelId="{BC7876E0-1339-4E8D-8D1A-0B7DF40F79F4}">
      <dgm:prSet/>
      <dgm:spPr/>
      <dgm:t>
        <a:bodyPr/>
        <a:lstStyle/>
        <a:p>
          <a:r>
            <a:rPr lang="en-US" dirty="0"/>
            <a:t>History of AI</a:t>
          </a:r>
        </a:p>
      </dgm:t>
    </dgm:pt>
    <dgm:pt modelId="{52EB788F-0317-4CF1-9AE3-F93D41E354C7}" type="parTrans" cxnId="{43F512B1-EC24-4195-862D-8F454499B872}">
      <dgm:prSet/>
      <dgm:spPr/>
      <dgm:t>
        <a:bodyPr/>
        <a:lstStyle/>
        <a:p>
          <a:endParaRPr lang="en-US"/>
        </a:p>
      </dgm:t>
    </dgm:pt>
    <dgm:pt modelId="{2304988C-619C-43C1-9C13-6570B1F9505B}" type="sibTrans" cxnId="{43F512B1-EC24-4195-862D-8F454499B872}">
      <dgm:prSet/>
      <dgm:spPr/>
      <dgm:t>
        <a:bodyPr/>
        <a:lstStyle/>
        <a:p>
          <a:endParaRPr lang="en-US"/>
        </a:p>
      </dgm:t>
    </dgm:pt>
    <dgm:pt modelId="{484C2E5F-357C-45EC-A610-C7715E706187}">
      <dgm:prSet/>
      <dgm:spPr/>
      <dgm:t>
        <a:bodyPr/>
        <a:lstStyle/>
        <a:p>
          <a:r>
            <a:rPr lang="en-US" dirty="0"/>
            <a:t>?</a:t>
          </a:r>
        </a:p>
      </dgm:t>
    </dgm:pt>
    <dgm:pt modelId="{92D2E41C-90C5-4B71-952E-A9873D55902A}" type="parTrans" cxnId="{FDF7F5EB-9483-4CC8-8B01-B99D1E218392}">
      <dgm:prSet/>
      <dgm:spPr/>
      <dgm:t>
        <a:bodyPr/>
        <a:lstStyle/>
        <a:p>
          <a:endParaRPr lang="en-US"/>
        </a:p>
      </dgm:t>
    </dgm:pt>
    <dgm:pt modelId="{430C3D35-EAA5-4E2A-8980-545E11F06A6D}" type="sibTrans" cxnId="{FDF7F5EB-9483-4CC8-8B01-B99D1E218392}">
      <dgm:prSet/>
      <dgm:spPr/>
      <dgm:t>
        <a:bodyPr/>
        <a:lstStyle/>
        <a:p>
          <a:endParaRPr lang="en-US"/>
        </a:p>
      </dgm:t>
    </dgm:pt>
    <dgm:pt modelId="{456894FD-DE19-40E7-920B-2E84BD52A86E}" type="pres">
      <dgm:prSet presAssocID="{2BE4F427-7F24-468D-A0AA-84AFAFE170E5}" presName="CompostProcess" presStyleCnt="0">
        <dgm:presLayoutVars>
          <dgm:dir/>
          <dgm:resizeHandles val="exact"/>
        </dgm:presLayoutVars>
      </dgm:prSet>
      <dgm:spPr/>
    </dgm:pt>
    <dgm:pt modelId="{9A0F9045-7893-4556-B3F3-5720C8ACC43F}" type="pres">
      <dgm:prSet presAssocID="{2BE4F427-7F24-468D-A0AA-84AFAFE170E5}" presName="arrow" presStyleLbl="bgShp" presStyleIdx="0" presStyleCnt="1"/>
      <dgm:spPr/>
    </dgm:pt>
    <dgm:pt modelId="{85852747-A014-41F5-A751-337B7574361E}" type="pres">
      <dgm:prSet presAssocID="{2BE4F427-7F24-468D-A0AA-84AFAFE170E5}" presName="linearProcess" presStyleCnt="0"/>
      <dgm:spPr/>
    </dgm:pt>
    <dgm:pt modelId="{EFC9B01B-7FB7-4350-A4D4-CCF5734A58FA}" type="pres">
      <dgm:prSet presAssocID="{C57B367D-75A9-4307-BDC4-EC6662ADEDC7}" presName="textNode" presStyleLbl="node1" presStyleIdx="0" presStyleCnt="4">
        <dgm:presLayoutVars>
          <dgm:bulletEnabled val="1"/>
        </dgm:presLayoutVars>
      </dgm:prSet>
      <dgm:spPr/>
    </dgm:pt>
    <dgm:pt modelId="{059C7F5C-2929-41AA-B321-421EAA87493E}" type="pres">
      <dgm:prSet presAssocID="{B22D4BDF-4327-4B39-91C2-021872DFEB1A}" presName="sibTrans" presStyleCnt="0"/>
      <dgm:spPr/>
    </dgm:pt>
    <dgm:pt modelId="{C53E8AC9-B3C2-4F22-A024-8206618BE8E9}" type="pres">
      <dgm:prSet presAssocID="{BC7876E0-1339-4E8D-8D1A-0B7DF40F79F4}" presName="textNode" presStyleLbl="node1" presStyleIdx="1" presStyleCnt="4">
        <dgm:presLayoutVars>
          <dgm:bulletEnabled val="1"/>
        </dgm:presLayoutVars>
      </dgm:prSet>
      <dgm:spPr/>
    </dgm:pt>
    <dgm:pt modelId="{8FE660C0-5113-487C-9112-86BBF4FB8EC6}" type="pres">
      <dgm:prSet presAssocID="{2304988C-619C-43C1-9C13-6570B1F9505B}" presName="sibTrans" presStyleCnt="0"/>
      <dgm:spPr/>
    </dgm:pt>
    <dgm:pt modelId="{2BC15CC0-AAFC-4719-8E3B-40296FCEF49B}" type="pres">
      <dgm:prSet presAssocID="{771BAAD6-E2FC-4891-B816-2473445D8536}" presName="textNode" presStyleLbl="node1" presStyleIdx="2" presStyleCnt="4">
        <dgm:presLayoutVars>
          <dgm:bulletEnabled val="1"/>
        </dgm:presLayoutVars>
      </dgm:prSet>
      <dgm:spPr/>
    </dgm:pt>
    <dgm:pt modelId="{CAC39E0B-490D-47C9-AE99-E89CE1B70BBC}" type="pres">
      <dgm:prSet presAssocID="{B103F5ED-BC79-45CE-AC88-045D3B69910D}" presName="sibTrans" presStyleCnt="0"/>
      <dgm:spPr/>
    </dgm:pt>
    <dgm:pt modelId="{5481297F-4CD0-49FE-9D47-1673202E0414}" type="pres">
      <dgm:prSet presAssocID="{484C2E5F-357C-45EC-A610-C7715E706187}" presName="textNode" presStyleLbl="node1" presStyleIdx="3" presStyleCnt="4">
        <dgm:presLayoutVars>
          <dgm:bulletEnabled val="1"/>
        </dgm:presLayoutVars>
      </dgm:prSet>
      <dgm:spPr/>
    </dgm:pt>
  </dgm:ptLst>
  <dgm:cxnLst>
    <dgm:cxn modelId="{2BB90B5F-057E-4DE5-B6BB-06E6636B8ADC}" srcId="{2BE4F427-7F24-468D-A0AA-84AFAFE170E5}" destId="{C57B367D-75A9-4307-BDC4-EC6662ADEDC7}" srcOrd="0" destOrd="0" parTransId="{32D01245-7B71-4FAB-BDDD-87CECB13EAD7}" sibTransId="{B22D4BDF-4327-4B39-91C2-021872DFEB1A}"/>
    <dgm:cxn modelId="{E90C7B49-E4BC-42FF-96CC-3143CF8FA5E7}" type="presOf" srcId="{BC7876E0-1339-4E8D-8D1A-0B7DF40F79F4}" destId="{C53E8AC9-B3C2-4F22-A024-8206618BE8E9}" srcOrd="0" destOrd="0" presId="urn:microsoft.com/office/officeart/2005/8/layout/hProcess9"/>
    <dgm:cxn modelId="{710A0E56-BE87-465B-896B-C80A39B1A297}" type="presOf" srcId="{C57B367D-75A9-4307-BDC4-EC6662ADEDC7}" destId="{EFC9B01B-7FB7-4350-A4D4-CCF5734A58FA}" srcOrd="0" destOrd="0" presId="urn:microsoft.com/office/officeart/2005/8/layout/hProcess9"/>
    <dgm:cxn modelId="{9FEB0057-F3AA-41E1-AF01-B0050ED0AC19}" type="presOf" srcId="{484C2E5F-357C-45EC-A610-C7715E706187}" destId="{5481297F-4CD0-49FE-9D47-1673202E0414}" srcOrd="0" destOrd="0" presId="urn:microsoft.com/office/officeart/2005/8/layout/hProcess9"/>
    <dgm:cxn modelId="{0708A08D-5E6E-46CD-9C39-B949E8C0A128}" srcId="{2BE4F427-7F24-468D-A0AA-84AFAFE170E5}" destId="{771BAAD6-E2FC-4891-B816-2473445D8536}" srcOrd="2" destOrd="0" parTransId="{BBF3AA43-7194-46C1-9FCD-3851DA4257ED}" sibTransId="{B103F5ED-BC79-45CE-AC88-045D3B69910D}"/>
    <dgm:cxn modelId="{7647D196-6149-4BB3-B07D-45A92A516A89}" type="presOf" srcId="{771BAAD6-E2FC-4891-B816-2473445D8536}" destId="{2BC15CC0-AAFC-4719-8E3B-40296FCEF49B}" srcOrd="0" destOrd="0" presId="urn:microsoft.com/office/officeart/2005/8/layout/hProcess9"/>
    <dgm:cxn modelId="{43F512B1-EC24-4195-862D-8F454499B872}" srcId="{2BE4F427-7F24-468D-A0AA-84AFAFE170E5}" destId="{BC7876E0-1339-4E8D-8D1A-0B7DF40F79F4}" srcOrd="1" destOrd="0" parTransId="{52EB788F-0317-4CF1-9AE3-F93D41E354C7}" sibTransId="{2304988C-619C-43C1-9C13-6570B1F9505B}"/>
    <dgm:cxn modelId="{441B0AC7-3369-4D3E-9641-A90C6C479B31}" type="presOf" srcId="{2BE4F427-7F24-468D-A0AA-84AFAFE170E5}" destId="{456894FD-DE19-40E7-920B-2E84BD52A86E}" srcOrd="0" destOrd="0" presId="urn:microsoft.com/office/officeart/2005/8/layout/hProcess9"/>
    <dgm:cxn modelId="{FDF7F5EB-9483-4CC8-8B01-B99D1E218392}" srcId="{2BE4F427-7F24-468D-A0AA-84AFAFE170E5}" destId="{484C2E5F-357C-45EC-A610-C7715E706187}" srcOrd="3" destOrd="0" parTransId="{92D2E41C-90C5-4B71-952E-A9873D55902A}" sibTransId="{430C3D35-EAA5-4E2A-8980-545E11F06A6D}"/>
    <dgm:cxn modelId="{FE2B6926-CA32-43F7-B980-B03707F2B1A5}" type="presParOf" srcId="{456894FD-DE19-40E7-920B-2E84BD52A86E}" destId="{9A0F9045-7893-4556-B3F3-5720C8ACC43F}" srcOrd="0" destOrd="0" presId="urn:microsoft.com/office/officeart/2005/8/layout/hProcess9"/>
    <dgm:cxn modelId="{20B18DA4-9495-4039-9B7B-E0FA9AC0940B}" type="presParOf" srcId="{456894FD-DE19-40E7-920B-2E84BD52A86E}" destId="{85852747-A014-41F5-A751-337B7574361E}" srcOrd="1" destOrd="0" presId="urn:microsoft.com/office/officeart/2005/8/layout/hProcess9"/>
    <dgm:cxn modelId="{FA7E017D-096E-4D25-B965-666949D94ECB}" type="presParOf" srcId="{85852747-A014-41F5-A751-337B7574361E}" destId="{EFC9B01B-7FB7-4350-A4D4-CCF5734A58FA}" srcOrd="0" destOrd="0" presId="urn:microsoft.com/office/officeart/2005/8/layout/hProcess9"/>
    <dgm:cxn modelId="{DB92AEBA-DCA6-47EA-A5A6-D48314D26FEF}" type="presParOf" srcId="{85852747-A014-41F5-A751-337B7574361E}" destId="{059C7F5C-2929-41AA-B321-421EAA87493E}" srcOrd="1" destOrd="0" presId="urn:microsoft.com/office/officeart/2005/8/layout/hProcess9"/>
    <dgm:cxn modelId="{4B6BA721-0E23-442D-AF6C-3FB4D1C926EF}" type="presParOf" srcId="{85852747-A014-41F5-A751-337B7574361E}" destId="{C53E8AC9-B3C2-4F22-A024-8206618BE8E9}" srcOrd="2" destOrd="0" presId="urn:microsoft.com/office/officeart/2005/8/layout/hProcess9"/>
    <dgm:cxn modelId="{EA6309E4-30DC-49C2-924C-1B8AD3BDFF30}" type="presParOf" srcId="{85852747-A014-41F5-A751-337B7574361E}" destId="{8FE660C0-5113-487C-9112-86BBF4FB8EC6}" srcOrd="3" destOrd="0" presId="urn:microsoft.com/office/officeart/2005/8/layout/hProcess9"/>
    <dgm:cxn modelId="{92095589-F9EE-4F0F-8C11-7BB308422210}" type="presParOf" srcId="{85852747-A014-41F5-A751-337B7574361E}" destId="{2BC15CC0-AAFC-4719-8E3B-40296FCEF49B}" srcOrd="4" destOrd="0" presId="urn:microsoft.com/office/officeart/2005/8/layout/hProcess9"/>
    <dgm:cxn modelId="{7574A896-755C-453A-821F-C19B09D260A8}" type="presParOf" srcId="{85852747-A014-41F5-A751-337B7574361E}" destId="{CAC39E0B-490D-47C9-AE99-E89CE1B70BBC}" srcOrd="5" destOrd="0" presId="urn:microsoft.com/office/officeart/2005/8/layout/hProcess9"/>
    <dgm:cxn modelId="{EDBE3374-D438-4A17-B0B8-2A2DDDC998D5}" type="presParOf" srcId="{85852747-A014-41F5-A751-337B7574361E}" destId="{5481297F-4CD0-49FE-9D47-1673202E0414}" srcOrd="6" destOrd="0" presId="urn:microsoft.com/office/officeart/2005/8/layout/hProcess9"/>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E0832AB2-8936-4470-B909-BE7402322893}" type="doc">
      <dgm:prSet loTypeId="urn:microsoft.com/office/officeart/2005/8/layout/hierarchy3" loCatId="hierarchy" qsTypeId="urn:microsoft.com/office/officeart/2005/8/quickstyle/simple1#2" qsCatId="simple" csTypeId="urn:microsoft.com/office/officeart/2005/8/colors/colorful1#2" csCatId="colorful" phldr="1"/>
      <dgm:spPr/>
      <dgm:t>
        <a:bodyPr/>
        <a:lstStyle/>
        <a:p>
          <a:endParaRPr lang="en-US"/>
        </a:p>
      </dgm:t>
    </dgm:pt>
    <dgm:pt modelId="{6A3A96B7-CBB0-421E-8348-37E89F9DCC08}">
      <dgm:prSet/>
      <dgm:spPr/>
      <dgm:t>
        <a:bodyPr/>
        <a:lstStyle/>
        <a:p>
          <a:r>
            <a:rPr lang="en-US" dirty="0"/>
            <a:t>Think like a human?</a:t>
          </a:r>
        </a:p>
      </dgm:t>
    </dgm:pt>
    <dgm:pt modelId="{04AE0A4E-B07C-4F7C-9018-F5F08434BBB8}" type="parTrans" cxnId="{79293258-1F1D-481C-BEF0-DEB360FD8894}">
      <dgm:prSet/>
      <dgm:spPr/>
      <dgm:t>
        <a:bodyPr/>
        <a:lstStyle/>
        <a:p>
          <a:endParaRPr lang="en-US"/>
        </a:p>
      </dgm:t>
    </dgm:pt>
    <dgm:pt modelId="{7E53CCB1-1282-4A85-8552-9211D16E0FF6}" type="sibTrans" cxnId="{79293258-1F1D-481C-BEF0-DEB360FD8894}">
      <dgm:prSet/>
      <dgm:spPr/>
      <dgm:t>
        <a:bodyPr/>
        <a:lstStyle/>
        <a:p>
          <a:endParaRPr lang="en-US"/>
        </a:p>
      </dgm:t>
    </dgm:pt>
    <dgm:pt modelId="{CE78E4BB-83F8-47E6-A961-7AC133F50D50}">
      <dgm:prSet>
        <dgm:style>
          <a:lnRef idx="3">
            <a:schemeClr val="lt1"/>
          </a:lnRef>
          <a:fillRef idx="1">
            <a:schemeClr val="accent6"/>
          </a:fillRef>
          <a:effectRef idx="1">
            <a:schemeClr val="accent6"/>
          </a:effectRef>
          <a:fontRef idx="minor">
            <a:schemeClr val="lt1"/>
          </a:fontRef>
        </dgm:style>
      </dgm:prSet>
      <dgm:spPr/>
      <dgm:t>
        <a:bodyPr/>
        <a:lstStyle/>
        <a:p>
          <a:r>
            <a:rPr lang="en-US" dirty="0"/>
            <a:t>Act like a human?</a:t>
          </a:r>
        </a:p>
      </dgm:t>
    </dgm:pt>
    <dgm:pt modelId="{9954E93C-DB74-4489-A2EB-C3560DD8465B}" type="parTrans" cxnId="{AE580DDA-90E7-4734-AB7C-C1348C4BD1E7}">
      <dgm:prSet/>
      <dgm:spPr/>
      <dgm:t>
        <a:bodyPr/>
        <a:lstStyle/>
        <a:p>
          <a:endParaRPr lang="en-US"/>
        </a:p>
      </dgm:t>
    </dgm:pt>
    <dgm:pt modelId="{26DCD576-8567-48DF-8A0D-00AF7A1DFC6D}" type="sibTrans" cxnId="{AE580DDA-90E7-4734-AB7C-C1348C4BD1E7}">
      <dgm:prSet/>
      <dgm:spPr/>
      <dgm:t>
        <a:bodyPr/>
        <a:lstStyle/>
        <a:p>
          <a:endParaRPr lang="en-US"/>
        </a:p>
      </dgm:t>
    </dgm:pt>
    <dgm:pt modelId="{699E814A-C7BB-45C9-8528-BC8893110D3A}">
      <dgm:prSet/>
      <dgm:spPr/>
      <dgm:t>
        <a:bodyPr/>
        <a:lstStyle/>
        <a:p>
          <a:r>
            <a:rPr lang="en-US" dirty="0"/>
            <a:t>Think rationally?</a:t>
          </a:r>
        </a:p>
      </dgm:t>
    </dgm:pt>
    <dgm:pt modelId="{315CA7EE-92C9-4D75-994E-DB8B3B65E079}" type="parTrans" cxnId="{B3EB14C0-37D9-4E1E-B1F1-D77AF15ADB17}">
      <dgm:prSet/>
      <dgm:spPr/>
      <dgm:t>
        <a:bodyPr/>
        <a:lstStyle/>
        <a:p>
          <a:endParaRPr lang="en-US"/>
        </a:p>
      </dgm:t>
    </dgm:pt>
    <dgm:pt modelId="{5E170A91-AAF4-41A0-98AF-36E7EF8A8185}" type="sibTrans" cxnId="{B3EB14C0-37D9-4E1E-B1F1-D77AF15ADB17}">
      <dgm:prSet/>
      <dgm:spPr/>
      <dgm:t>
        <a:bodyPr/>
        <a:lstStyle/>
        <a:p>
          <a:endParaRPr lang="en-US"/>
        </a:p>
      </dgm:t>
    </dgm:pt>
    <dgm:pt modelId="{BB38D456-89FF-45BB-9803-6B30B36AACB9}">
      <dgm:prSet/>
      <dgm:spPr/>
      <dgm:t>
        <a:bodyPr/>
        <a:lstStyle/>
        <a:p>
          <a:r>
            <a:rPr lang="en-US" dirty="0"/>
            <a:t>Act rationally?</a:t>
          </a:r>
        </a:p>
      </dgm:t>
    </dgm:pt>
    <dgm:pt modelId="{1AD6F811-8452-48AE-A0E3-1CAC1CBEC7F8}" type="parTrans" cxnId="{5C8C1C89-64B1-4A8F-84FD-D3CEC8F0FBFB}">
      <dgm:prSet/>
      <dgm:spPr/>
      <dgm:t>
        <a:bodyPr/>
        <a:lstStyle/>
        <a:p>
          <a:endParaRPr lang="en-US"/>
        </a:p>
      </dgm:t>
    </dgm:pt>
    <dgm:pt modelId="{C82D3F18-CB81-49C6-A3EA-F19001DD8F8A}" type="sibTrans" cxnId="{5C8C1C89-64B1-4A8F-84FD-D3CEC8F0FBFB}">
      <dgm:prSet/>
      <dgm:spPr/>
      <dgm:t>
        <a:bodyPr/>
        <a:lstStyle/>
        <a:p>
          <a:endParaRPr lang="en-US"/>
        </a:p>
      </dgm:t>
    </dgm:pt>
    <dgm:pt modelId="{8A865662-0E1F-48A4-A993-51A2BB9B2E4F}" type="pres">
      <dgm:prSet presAssocID="{E0832AB2-8936-4470-B909-BE7402322893}" presName="diagram" presStyleCnt="0">
        <dgm:presLayoutVars>
          <dgm:chPref val="1"/>
          <dgm:dir/>
          <dgm:animOne val="branch"/>
          <dgm:animLvl val="lvl"/>
          <dgm:resizeHandles/>
        </dgm:presLayoutVars>
      </dgm:prSet>
      <dgm:spPr/>
    </dgm:pt>
    <dgm:pt modelId="{EAC5ADFE-339A-4113-97C8-2B160FB55301}" type="pres">
      <dgm:prSet presAssocID="{6A3A96B7-CBB0-421E-8348-37E89F9DCC08}" presName="root" presStyleCnt="0"/>
      <dgm:spPr/>
    </dgm:pt>
    <dgm:pt modelId="{F7FD8F5A-9E67-42AB-81D8-27CA125220BB}" type="pres">
      <dgm:prSet presAssocID="{6A3A96B7-CBB0-421E-8348-37E89F9DCC08}" presName="rootComposite" presStyleCnt="0"/>
      <dgm:spPr/>
    </dgm:pt>
    <dgm:pt modelId="{3028E8D7-EA6F-4EA7-978A-43633D6AEAF6}" type="pres">
      <dgm:prSet presAssocID="{6A3A96B7-CBB0-421E-8348-37E89F9DCC08}" presName="rootText" presStyleLbl="node1" presStyleIdx="0" presStyleCnt="4"/>
      <dgm:spPr/>
    </dgm:pt>
    <dgm:pt modelId="{7E96EBE4-03A1-4197-A609-8D826601ABC1}" type="pres">
      <dgm:prSet presAssocID="{6A3A96B7-CBB0-421E-8348-37E89F9DCC08}" presName="rootConnector" presStyleLbl="node1" presStyleIdx="0" presStyleCnt="4"/>
      <dgm:spPr/>
    </dgm:pt>
    <dgm:pt modelId="{FD32282A-0269-4D8F-A4C8-0AC524E4BE98}" type="pres">
      <dgm:prSet presAssocID="{6A3A96B7-CBB0-421E-8348-37E89F9DCC08}" presName="childShape" presStyleCnt="0"/>
      <dgm:spPr/>
    </dgm:pt>
    <dgm:pt modelId="{4A7754E5-4AF7-4EF3-80D7-CE8DA9A463B0}" type="pres">
      <dgm:prSet presAssocID="{CE78E4BB-83F8-47E6-A961-7AC133F50D50}" presName="root" presStyleCnt="0"/>
      <dgm:spPr/>
    </dgm:pt>
    <dgm:pt modelId="{9FB9EDC3-647D-443D-8F9A-912D7651812C}" type="pres">
      <dgm:prSet presAssocID="{CE78E4BB-83F8-47E6-A961-7AC133F50D50}" presName="rootComposite" presStyleCnt="0"/>
      <dgm:spPr/>
    </dgm:pt>
    <dgm:pt modelId="{0BCE1037-9706-410D-834A-ECEC4388E735}" type="pres">
      <dgm:prSet presAssocID="{CE78E4BB-83F8-47E6-A961-7AC133F50D50}" presName="rootText" presStyleLbl="node1" presStyleIdx="1" presStyleCnt="4"/>
      <dgm:spPr/>
    </dgm:pt>
    <dgm:pt modelId="{26658136-CA3D-42D7-A36B-88198D905A09}" type="pres">
      <dgm:prSet presAssocID="{CE78E4BB-83F8-47E6-A961-7AC133F50D50}" presName="rootConnector" presStyleLbl="node1" presStyleIdx="1" presStyleCnt="4"/>
      <dgm:spPr/>
    </dgm:pt>
    <dgm:pt modelId="{F820BF47-1A0C-43F5-AAAD-6ACB2E9AD490}" type="pres">
      <dgm:prSet presAssocID="{CE78E4BB-83F8-47E6-A961-7AC133F50D50}" presName="childShape" presStyleCnt="0"/>
      <dgm:spPr/>
    </dgm:pt>
    <dgm:pt modelId="{5194E25F-D379-447F-929A-993DB7FDEBB6}" type="pres">
      <dgm:prSet presAssocID="{699E814A-C7BB-45C9-8528-BC8893110D3A}" presName="root" presStyleCnt="0"/>
      <dgm:spPr/>
    </dgm:pt>
    <dgm:pt modelId="{340FD182-E020-4339-8DC5-CEFA222C64AC}" type="pres">
      <dgm:prSet presAssocID="{699E814A-C7BB-45C9-8528-BC8893110D3A}" presName="rootComposite" presStyleCnt="0"/>
      <dgm:spPr/>
    </dgm:pt>
    <dgm:pt modelId="{405FCD6E-D4E8-41FA-B6A2-E4BB402E06BE}" type="pres">
      <dgm:prSet presAssocID="{699E814A-C7BB-45C9-8528-BC8893110D3A}" presName="rootText" presStyleLbl="node1" presStyleIdx="2" presStyleCnt="4"/>
      <dgm:spPr/>
    </dgm:pt>
    <dgm:pt modelId="{145781A5-5489-4E99-8DDD-A5C31F300089}" type="pres">
      <dgm:prSet presAssocID="{699E814A-C7BB-45C9-8528-BC8893110D3A}" presName="rootConnector" presStyleLbl="node1" presStyleIdx="2" presStyleCnt="4"/>
      <dgm:spPr/>
    </dgm:pt>
    <dgm:pt modelId="{4DD10E36-D14C-490A-BF06-A6B3FAFA273E}" type="pres">
      <dgm:prSet presAssocID="{699E814A-C7BB-45C9-8528-BC8893110D3A}" presName="childShape" presStyleCnt="0"/>
      <dgm:spPr/>
    </dgm:pt>
    <dgm:pt modelId="{C9B5881D-401D-4DFF-ADCD-A76BC6719BD1}" type="pres">
      <dgm:prSet presAssocID="{BB38D456-89FF-45BB-9803-6B30B36AACB9}" presName="root" presStyleCnt="0"/>
      <dgm:spPr/>
    </dgm:pt>
    <dgm:pt modelId="{3A20517E-5B01-4A3D-B6A4-42B27CCE0F77}" type="pres">
      <dgm:prSet presAssocID="{BB38D456-89FF-45BB-9803-6B30B36AACB9}" presName="rootComposite" presStyleCnt="0"/>
      <dgm:spPr/>
    </dgm:pt>
    <dgm:pt modelId="{8C5134CD-97C1-4A5D-8A99-397EA240E35C}" type="pres">
      <dgm:prSet presAssocID="{BB38D456-89FF-45BB-9803-6B30B36AACB9}" presName="rootText" presStyleLbl="node1" presStyleIdx="3" presStyleCnt="4"/>
      <dgm:spPr/>
    </dgm:pt>
    <dgm:pt modelId="{E785B7E3-F502-42E2-BE10-1B2C6EE54F76}" type="pres">
      <dgm:prSet presAssocID="{BB38D456-89FF-45BB-9803-6B30B36AACB9}" presName="rootConnector" presStyleLbl="node1" presStyleIdx="3" presStyleCnt="4"/>
      <dgm:spPr/>
    </dgm:pt>
    <dgm:pt modelId="{FECB1FBB-D3A5-464E-A91C-971D9A42C899}" type="pres">
      <dgm:prSet presAssocID="{BB38D456-89FF-45BB-9803-6B30B36AACB9}" presName="childShape" presStyleCnt="0"/>
      <dgm:spPr/>
    </dgm:pt>
  </dgm:ptLst>
  <dgm:cxnLst>
    <dgm:cxn modelId="{1A1E0818-8BC6-4A02-9D1E-E295C53E254E}" type="presOf" srcId="{699E814A-C7BB-45C9-8528-BC8893110D3A}" destId="{405FCD6E-D4E8-41FA-B6A2-E4BB402E06BE}" srcOrd="0" destOrd="0" presId="urn:microsoft.com/office/officeart/2005/8/layout/hierarchy3"/>
    <dgm:cxn modelId="{B1BB7568-5333-44BF-B6BD-938932D55139}" type="presOf" srcId="{6A3A96B7-CBB0-421E-8348-37E89F9DCC08}" destId="{3028E8D7-EA6F-4EA7-978A-43633D6AEAF6}" srcOrd="0" destOrd="0" presId="urn:microsoft.com/office/officeart/2005/8/layout/hierarchy3"/>
    <dgm:cxn modelId="{79293258-1F1D-481C-BEF0-DEB360FD8894}" srcId="{E0832AB2-8936-4470-B909-BE7402322893}" destId="{6A3A96B7-CBB0-421E-8348-37E89F9DCC08}" srcOrd="0" destOrd="0" parTransId="{04AE0A4E-B07C-4F7C-9018-F5F08434BBB8}" sibTransId="{7E53CCB1-1282-4A85-8552-9211D16E0FF6}"/>
    <dgm:cxn modelId="{9431497A-9835-404F-8A09-7068AAA8F50A}" type="presOf" srcId="{E0832AB2-8936-4470-B909-BE7402322893}" destId="{8A865662-0E1F-48A4-A993-51A2BB9B2E4F}" srcOrd="0" destOrd="0" presId="urn:microsoft.com/office/officeart/2005/8/layout/hierarchy3"/>
    <dgm:cxn modelId="{5C8C1C89-64B1-4A8F-84FD-D3CEC8F0FBFB}" srcId="{E0832AB2-8936-4470-B909-BE7402322893}" destId="{BB38D456-89FF-45BB-9803-6B30B36AACB9}" srcOrd="3" destOrd="0" parTransId="{1AD6F811-8452-48AE-A0E3-1CAC1CBEC7F8}" sibTransId="{C82D3F18-CB81-49C6-A3EA-F19001DD8F8A}"/>
    <dgm:cxn modelId="{CC528B8E-AA26-4738-8842-B207932A21D5}" type="presOf" srcId="{BB38D456-89FF-45BB-9803-6B30B36AACB9}" destId="{8C5134CD-97C1-4A5D-8A99-397EA240E35C}" srcOrd="0" destOrd="0" presId="urn:microsoft.com/office/officeart/2005/8/layout/hierarchy3"/>
    <dgm:cxn modelId="{8E448EA0-A335-4286-98A7-8350A9806306}" type="presOf" srcId="{CE78E4BB-83F8-47E6-A961-7AC133F50D50}" destId="{0BCE1037-9706-410D-834A-ECEC4388E735}" srcOrd="0" destOrd="0" presId="urn:microsoft.com/office/officeart/2005/8/layout/hierarchy3"/>
    <dgm:cxn modelId="{B3EB14C0-37D9-4E1E-B1F1-D77AF15ADB17}" srcId="{E0832AB2-8936-4470-B909-BE7402322893}" destId="{699E814A-C7BB-45C9-8528-BC8893110D3A}" srcOrd="2" destOrd="0" parTransId="{315CA7EE-92C9-4D75-994E-DB8B3B65E079}" sibTransId="{5E170A91-AAF4-41A0-98AF-36E7EF8A8185}"/>
    <dgm:cxn modelId="{AE580DDA-90E7-4734-AB7C-C1348C4BD1E7}" srcId="{E0832AB2-8936-4470-B909-BE7402322893}" destId="{CE78E4BB-83F8-47E6-A961-7AC133F50D50}" srcOrd="1" destOrd="0" parTransId="{9954E93C-DB74-4489-A2EB-C3560DD8465B}" sibTransId="{26DCD576-8567-48DF-8A0D-00AF7A1DFC6D}"/>
    <dgm:cxn modelId="{B735ECDB-F431-41D7-B5EB-7C8389FBDFD6}" type="presOf" srcId="{699E814A-C7BB-45C9-8528-BC8893110D3A}" destId="{145781A5-5489-4E99-8DDD-A5C31F300089}" srcOrd="1" destOrd="0" presId="urn:microsoft.com/office/officeart/2005/8/layout/hierarchy3"/>
    <dgm:cxn modelId="{384373DD-C986-4CA9-A0DB-89E762222F0D}" type="presOf" srcId="{6A3A96B7-CBB0-421E-8348-37E89F9DCC08}" destId="{7E96EBE4-03A1-4197-A609-8D826601ABC1}" srcOrd="1" destOrd="0" presId="urn:microsoft.com/office/officeart/2005/8/layout/hierarchy3"/>
    <dgm:cxn modelId="{5495CCE2-1673-4E88-9A5E-57DDFB70BC3C}" type="presOf" srcId="{BB38D456-89FF-45BB-9803-6B30B36AACB9}" destId="{E785B7E3-F502-42E2-BE10-1B2C6EE54F76}" srcOrd="1" destOrd="0" presId="urn:microsoft.com/office/officeart/2005/8/layout/hierarchy3"/>
    <dgm:cxn modelId="{E284C6F6-1A3F-499B-8EAB-E8CE265967BA}" type="presOf" srcId="{CE78E4BB-83F8-47E6-A961-7AC133F50D50}" destId="{26658136-CA3D-42D7-A36B-88198D905A09}" srcOrd="1" destOrd="0" presId="urn:microsoft.com/office/officeart/2005/8/layout/hierarchy3"/>
    <dgm:cxn modelId="{61A8217F-96E9-4BAA-A1E0-D8AA7A509C9C}" type="presParOf" srcId="{8A865662-0E1F-48A4-A993-51A2BB9B2E4F}" destId="{EAC5ADFE-339A-4113-97C8-2B160FB55301}" srcOrd="0" destOrd="0" presId="urn:microsoft.com/office/officeart/2005/8/layout/hierarchy3"/>
    <dgm:cxn modelId="{7613275C-A0D6-4EF6-B31A-B65540E57CFB}" type="presParOf" srcId="{EAC5ADFE-339A-4113-97C8-2B160FB55301}" destId="{F7FD8F5A-9E67-42AB-81D8-27CA125220BB}" srcOrd="0" destOrd="0" presId="urn:microsoft.com/office/officeart/2005/8/layout/hierarchy3"/>
    <dgm:cxn modelId="{585E41AC-2740-4B8E-87F9-86B474095BBD}" type="presParOf" srcId="{F7FD8F5A-9E67-42AB-81D8-27CA125220BB}" destId="{3028E8D7-EA6F-4EA7-978A-43633D6AEAF6}" srcOrd="0" destOrd="0" presId="urn:microsoft.com/office/officeart/2005/8/layout/hierarchy3"/>
    <dgm:cxn modelId="{FC964F3F-3CD1-4826-B7CD-BDE6731DA5AF}" type="presParOf" srcId="{F7FD8F5A-9E67-42AB-81D8-27CA125220BB}" destId="{7E96EBE4-03A1-4197-A609-8D826601ABC1}" srcOrd="1" destOrd="0" presId="urn:microsoft.com/office/officeart/2005/8/layout/hierarchy3"/>
    <dgm:cxn modelId="{C3B81C11-C670-484E-A374-0401397E49E6}" type="presParOf" srcId="{EAC5ADFE-339A-4113-97C8-2B160FB55301}" destId="{FD32282A-0269-4D8F-A4C8-0AC524E4BE98}" srcOrd="1" destOrd="0" presId="urn:microsoft.com/office/officeart/2005/8/layout/hierarchy3"/>
    <dgm:cxn modelId="{E341820C-E79E-431E-8B54-90529DAC17CF}" type="presParOf" srcId="{8A865662-0E1F-48A4-A993-51A2BB9B2E4F}" destId="{4A7754E5-4AF7-4EF3-80D7-CE8DA9A463B0}" srcOrd="1" destOrd="0" presId="urn:microsoft.com/office/officeart/2005/8/layout/hierarchy3"/>
    <dgm:cxn modelId="{8FDC9BB2-9B10-4D96-86A1-F2CEDA771BEC}" type="presParOf" srcId="{4A7754E5-4AF7-4EF3-80D7-CE8DA9A463B0}" destId="{9FB9EDC3-647D-443D-8F9A-912D7651812C}" srcOrd="0" destOrd="0" presId="urn:microsoft.com/office/officeart/2005/8/layout/hierarchy3"/>
    <dgm:cxn modelId="{D3AFDFCB-4C6E-4611-BC4A-12EDAF1079EE}" type="presParOf" srcId="{9FB9EDC3-647D-443D-8F9A-912D7651812C}" destId="{0BCE1037-9706-410D-834A-ECEC4388E735}" srcOrd="0" destOrd="0" presId="urn:microsoft.com/office/officeart/2005/8/layout/hierarchy3"/>
    <dgm:cxn modelId="{EAF80534-F4C5-43E7-AAC8-CFDCF1BF4496}" type="presParOf" srcId="{9FB9EDC3-647D-443D-8F9A-912D7651812C}" destId="{26658136-CA3D-42D7-A36B-88198D905A09}" srcOrd="1" destOrd="0" presId="urn:microsoft.com/office/officeart/2005/8/layout/hierarchy3"/>
    <dgm:cxn modelId="{CDF54187-655A-4EF6-B3B1-CE81B0392EC2}" type="presParOf" srcId="{4A7754E5-4AF7-4EF3-80D7-CE8DA9A463B0}" destId="{F820BF47-1A0C-43F5-AAAD-6ACB2E9AD490}" srcOrd="1" destOrd="0" presId="urn:microsoft.com/office/officeart/2005/8/layout/hierarchy3"/>
    <dgm:cxn modelId="{9AECAAFC-9667-4D11-9A0C-883A96F4955B}" type="presParOf" srcId="{8A865662-0E1F-48A4-A993-51A2BB9B2E4F}" destId="{5194E25F-D379-447F-929A-993DB7FDEBB6}" srcOrd="2" destOrd="0" presId="urn:microsoft.com/office/officeart/2005/8/layout/hierarchy3"/>
    <dgm:cxn modelId="{CDB3A7B7-D579-4F0A-B250-CF11F10931A1}" type="presParOf" srcId="{5194E25F-D379-447F-929A-993DB7FDEBB6}" destId="{340FD182-E020-4339-8DC5-CEFA222C64AC}" srcOrd="0" destOrd="0" presId="urn:microsoft.com/office/officeart/2005/8/layout/hierarchy3"/>
    <dgm:cxn modelId="{A18CDA89-75E1-4009-8662-12823BE0C735}" type="presParOf" srcId="{340FD182-E020-4339-8DC5-CEFA222C64AC}" destId="{405FCD6E-D4E8-41FA-B6A2-E4BB402E06BE}" srcOrd="0" destOrd="0" presId="urn:microsoft.com/office/officeart/2005/8/layout/hierarchy3"/>
    <dgm:cxn modelId="{39F44687-47CC-4847-B5FA-9171626C02EE}" type="presParOf" srcId="{340FD182-E020-4339-8DC5-CEFA222C64AC}" destId="{145781A5-5489-4E99-8DDD-A5C31F300089}" srcOrd="1" destOrd="0" presId="urn:microsoft.com/office/officeart/2005/8/layout/hierarchy3"/>
    <dgm:cxn modelId="{1739F4D7-7A71-46AD-AF18-AE4507282747}" type="presParOf" srcId="{5194E25F-D379-447F-929A-993DB7FDEBB6}" destId="{4DD10E36-D14C-490A-BF06-A6B3FAFA273E}" srcOrd="1" destOrd="0" presId="urn:microsoft.com/office/officeart/2005/8/layout/hierarchy3"/>
    <dgm:cxn modelId="{068BC3C5-4BFA-4DCA-883A-52FFA4FC7135}" type="presParOf" srcId="{8A865662-0E1F-48A4-A993-51A2BB9B2E4F}" destId="{C9B5881D-401D-4DFF-ADCD-A76BC6719BD1}" srcOrd="3" destOrd="0" presId="urn:microsoft.com/office/officeart/2005/8/layout/hierarchy3"/>
    <dgm:cxn modelId="{C65A04CF-331A-4999-B842-9651C3153CDB}" type="presParOf" srcId="{C9B5881D-401D-4DFF-ADCD-A76BC6719BD1}" destId="{3A20517E-5B01-4A3D-B6A4-42B27CCE0F77}" srcOrd="0" destOrd="0" presId="urn:microsoft.com/office/officeart/2005/8/layout/hierarchy3"/>
    <dgm:cxn modelId="{D3B3F63B-8FA7-4795-B320-E50599E40129}" type="presParOf" srcId="{3A20517E-5B01-4A3D-B6A4-42B27CCE0F77}" destId="{8C5134CD-97C1-4A5D-8A99-397EA240E35C}" srcOrd="0" destOrd="0" presId="urn:microsoft.com/office/officeart/2005/8/layout/hierarchy3"/>
    <dgm:cxn modelId="{46962050-7F6F-48CC-9B66-DDECEE9590AA}" type="presParOf" srcId="{3A20517E-5B01-4A3D-B6A4-42B27CCE0F77}" destId="{E785B7E3-F502-42E2-BE10-1B2C6EE54F76}" srcOrd="1" destOrd="0" presId="urn:microsoft.com/office/officeart/2005/8/layout/hierarchy3"/>
    <dgm:cxn modelId="{2AA459FA-75DB-4EFA-B026-73AF51A19058}" type="presParOf" srcId="{C9B5881D-401D-4DFF-ADCD-A76BC6719BD1}" destId="{FECB1FBB-D3A5-464E-A91C-971D9A42C899}" srcOrd="1" destOrd="0" presId="urn:microsoft.com/office/officeart/2005/8/layout/hierarchy3"/>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3.xml><?xml version="1.0" encoding="utf-8"?>
<dgm:dataModel xmlns:dgm="http://schemas.openxmlformats.org/drawingml/2006/diagram" xmlns:a="http://schemas.openxmlformats.org/drawingml/2006/main">
  <dgm:ptLst>
    <dgm:pt modelId="{FB91D540-6235-4E81-9CA6-586E2139AD89}" type="doc">
      <dgm:prSet loTypeId="urn:microsoft.com/office/officeart/2005/8/layout/hList1" loCatId="list" qsTypeId="urn:microsoft.com/office/officeart/2005/8/quickstyle/simple1#3" qsCatId="simple" csTypeId="urn:microsoft.com/office/officeart/2005/8/colors/colorful5#1" csCatId="colorful" phldr="1"/>
      <dgm:spPr/>
      <dgm:t>
        <a:bodyPr/>
        <a:lstStyle/>
        <a:p>
          <a:endParaRPr lang="en-US"/>
        </a:p>
      </dgm:t>
    </dgm:pt>
    <dgm:pt modelId="{47B16F09-85B7-4241-A0D7-03C106C26470}">
      <dgm:prSet/>
      <dgm:spPr/>
      <dgm:t>
        <a:bodyPr/>
        <a:lstStyle/>
        <a:p>
          <a:r>
            <a:rPr lang="en-US" dirty="0"/>
            <a:t>The brain as an information processing machine.</a:t>
          </a:r>
        </a:p>
      </dgm:t>
    </dgm:pt>
    <dgm:pt modelId="{3BC1B446-3977-4835-AFA9-E92E64979657}" type="parTrans" cxnId="{FD8A18B0-BCE6-4FC6-91A4-3434E683EFBE}">
      <dgm:prSet/>
      <dgm:spPr/>
      <dgm:t>
        <a:bodyPr/>
        <a:lstStyle/>
        <a:p>
          <a:endParaRPr lang="en-US"/>
        </a:p>
      </dgm:t>
    </dgm:pt>
    <dgm:pt modelId="{9A8CB736-1E2E-4DE4-A8F8-88CB50D0B9DD}" type="sibTrans" cxnId="{FD8A18B0-BCE6-4FC6-91A4-3434E683EFBE}">
      <dgm:prSet/>
      <dgm:spPr/>
      <dgm:t>
        <a:bodyPr/>
        <a:lstStyle/>
        <a:p>
          <a:endParaRPr lang="en-US"/>
        </a:p>
      </dgm:t>
    </dgm:pt>
    <dgm:pt modelId="{4176686A-0A77-4AD4-BC32-27435AC37BAA}">
      <dgm:prSet/>
      <dgm:spPr/>
      <dgm:t>
        <a:bodyPr/>
        <a:lstStyle/>
        <a:p>
          <a:r>
            <a:rPr lang="en-US" dirty="0"/>
            <a:t>How to understand cognition as a computational process? </a:t>
          </a:r>
        </a:p>
      </dgm:t>
    </dgm:pt>
    <dgm:pt modelId="{7E1501A9-09CE-4CC6-B7EE-5B9B170DDCA2}" type="parTrans" cxnId="{9B25E7C0-EF84-4767-895A-812FD7B6A4A3}">
      <dgm:prSet/>
      <dgm:spPr/>
      <dgm:t>
        <a:bodyPr/>
        <a:lstStyle/>
        <a:p>
          <a:endParaRPr lang="en-US"/>
        </a:p>
      </dgm:t>
    </dgm:pt>
    <dgm:pt modelId="{6B3EAF73-0F72-4123-A6EE-8BEA752508BA}" type="sibTrans" cxnId="{9B25E7C0-EF84-4767-895A-812FD7B6A4A3}">
      <dgm:prSet/>
      <dgm:spPr/>
      <dgm:t>
        <a:bodyPr/>
        <a:lstStyle/>
        <a:p>
          <a:endParaRPr lang="en-US"/>
        </a:p>
      </dgm:t>
    </dgm:pt>
    <dgm:pt modelId="{9F573DBB-B06F-47B4-845A-DA3A6AC01866}">
      <dgm:prSet/>
      <dgm:spPr/>
      <dgm:t>
        <a:bodyPr/>
        <a:lstStyle/>
        <a:p>
          <a:r>
            <a:rPr lang="en-US" dirty="0"/>
            <a:t>Introspection: try to think about how we think.</a:t>
          </a:r>
        </a:p>
      </dgm:t>
    </dgm:pt>
    <dgm:pt modelId="{03CB14EE-8448-4AA2-B572-4C7D7AB63A92}" type="parTrans" cxnId="{4BF86441-F20B-49C0-BFA7-40D77F60441C}">
      <dgm:prSet/>
      <dgm:spPr/>
      <dgm:t>
        <a:bodyPr/>
        <a:lstStyle/>
        <a:p>
          <a:endParaRPr lang="en-US"/>
        </a:p>
      </dgm:t>
    </dgm:pt>
    <dgm:pt modelId="{B535AAFE-5536-41C9-917D-B3734792BCB0}" type="sibTrans" cxnId="{4BF86441-F20B-49C0-BFA7-40D77F60441C}">
      <dgm:prSet/>
      <dgm:spPr/>
      <dgm:t>
        <a:bodyPr/>
        <a:lstStyle/>
        <a:p>
          <a:endParaRPr lang="en-US"/>
        </a:p>
      </dgm:t>
    </dgm:pt>
    <dgm:pt modelId="{D9B12A12-0793-4D2A-AA4A-439DD7CD4BE2}">
      <dgm:prSet/>
      <dgm:spPr/>
      <dgm:t>
        <a:bodyPr/>
        <a:lstStyle/>
        <a:p>
          <a:r>
            <a:rPr lang="en-US" b="1" dirty="0"/>
            <a:t>Predict the behavior of human</a:t>
          </a:r>
          <a:r>
            <a:rPr lang="en-US" dirty="0"/>
            <a:t> subjects.</a:t>
          </a:r>
        </a:p>
      </dgm:t>
    </dgm:pt>
    <dgm:pt modelId="{389A5292-1AF9-4BD8-8CDF-1DEC47AD692D}" type="parTrans" cxnId="{611735C9-FF1D-4C98-BB83-E8ACCC61720E}">
      <dgm:prSet/>
      <dgm:spPr/>
      <dgm:t>
        <a:bodyPr/>
        <a:lstStyle/>
        <a:p>
          <a:endParaRPr lang="en-US"/>
        </a:p>
      </dgm:t>
    </dgm:pt>
    <dgm:pt modelId="{4B5C9C2E-9877-4DA3-A4AB-6C14F972EB25}" type="sibTrans" cxnId="{611735C9-FF1D-4C98-BB83-E8ACCC61720E}">
      <dgm:prSet/>
      <dgm:spPr/>
      <dgm:t>
        <a:bodyPr/>
        <a:lstStyle/>
        <a:p>
          <a:endParaRPr lang="en-US"/>
        </a:p>
      </dgm:t>
    </dgm:pt>
    <dgm:pt modelId="{71B30901-C32D-4877-AE34-A452B78B1192}">
      <dgm:prSet/>
      <dgm:spPr/>
      <dgm:t>
        <a:bodyPr/>
        <a:lstStyle/>
        <a:p>
          <a:r>
            <a:rPr lang="en-US" dirty="0"/>
            <a:t>Image the brain, examine neurological data</a:t>
          </a:r>
        </a:p>
      </dgm:t>
    </dgm:pt>
    <dgm:pt modelId="{0649210F-85D3-4AB6-ACD3-A30ED6379DF2}" type="parTrans" cxnId="{1F243229-EF46-4976-A82B-20BF7EF05D58}">
      <dgm:prSet/>
      <dgm:spPr/>
      <dgm:t>
        <a:bodyPr/>
        <a:lstStyle/>
        <a:p>
          <a:endParaRPr lang="en-US"/>
        </a:p>
      </dgm:t>
    </dgm:pt>
    <dgm:pt modelId="{DBCE388C-64A7-4741-99A9-CA41C0091746}" type="sibTrans" cxnId="{1F243229-EF46-4976-A82B-20BF7EF05D58}">
      <dgm:prSet/>
      <dgm:spPr/>
      <dgm:t>
        <a:bodyPr/>
        <a:lstStyle/>
        <a:p>
          <a:endParaRPr lang="en-US"/>
        </a:p>
      </dgm:t>
    </dgm:pt>
    <dgm:pt modelId="{54D207B6-6EAA-4DAC-A64A-CC95C19AF78C}">
      <dgm:prSet/>
      <dgm:spPr/>
      <dgm:t>
        <a:bodyPr/>
        <a:lstStyle/>
        <a:p>
          <a:r>
            <a:rPr lang="en-US" dirty="0"/>
            <a:t>Requires scientific theories of </a:t>
          </a:r>
          <a:r>
            <a:rPr lang="en-US" b="1" dirty="0"/>
            <a:t>how the brain works</a:t>
          </a:r>
          <a:r>
            <a:rPr lang="en-US" dirty="0"/>
            <a:t>.</a:t>
          </a:r>
          <a:br>
            <a:rPr lang="en-US" dirty="0"/>
          </a:br>
          <a:br>
            <a:rPr lang="en-US" dirty="0"/>
          </a:br>
          <a:br>
            <a:rPr lang="en-US" dirty="0"/>
          </a:br>
          <a:r>
            <a:rPr lang="en-US" b="1" dirty="0"/>
            <a:t>Note</a:t>
          </a:r>
          <a:r>
            <a:rPr lang="en-US" dirty="0"/>
            <a:t>: The brain does not work like artificial neural networks from machine learning!</a:t>
          </a:r>
        </a:p>
      </dgm:t>
    </dgm:pt>
    <dgm:pt modelId="{D5E46255-BAD8-4598-958E-04C62512C8CF}" type="parTrans" cxnId="{0CB1E9B2-EBC7-4388-AB12-9A1E3C24E69D}">
      <dgm:prSet/>
      <dgm:spPr/>
      <dgm:t>
        <a:bodyPr/>
        <a:lstStyle/>
        <a:p>
          <a:endParaRPr lang="en-US"/>
        </a:p>
      </dgm:t>
    </dgm:pt>
    <dgm:pt modelId="{88BAFD53-9D2F-4E81-9532-279C6A73F419}" type="sibTrans" cxnId="{0CB1E9B2-EBC7-4388-AB12-9A1E3C24E69D}">
      <dgm:prSet/>
      <dgm:spPr/>
      <dgm:t>
        <a:bodyPr/>
        <a:lstStyle/>
        <a:p>
          <a:endParaRPr lang="en-US"/>
        </a:p>
      </dgm:t>
    </dgm:pt>
    <dgm:pt modelId="{CE88C111-DA73-4870-B41D-63ADAED290A2}" type="pres">
      <dgm:prSet presAssocID="{FB91D540-6235-4E81-9CA6-586E2139AD89}" presName="Name0" presStyleCnt="0">
        <dgm:presLayoutVars>
          <dgm:dir/>
          <dgm:animLvl val="lvl"/>
          <dgm:resizeHandles val="exact"/>
        </dgm:presLayoutVars>
      </dgm:prSet>
      <dgm:spPr/>
    </dgm:pt>
    <dgm:pt modelId="{62E46302-58C2-4215-AAF9-3CBB71B72509}" type="pres">
      <dgm:prSet presAssocID="{47B16F09-85B7-4241-A0D7-03C106C26470}" presName="composite" presStyleCnt="0"/>
      <dgm:spPr/>
    </dgm:pt>
    <dgm:pt modelId="{1171FF4F-B934-4BF3-88D9-4C67E3E8E620}" type="pres">
      <dgm:prSet presAssocID="{47B16F09-85B7-4241-A0D7-03C106C26470}" presName="parTx" presStyleLbl="alignNode1" presStyleIdx="0" presStyleCnt="2">
        <dgm:presLayoutVars>
          <dgm:chMax val="0"/>
          <dgm:chPref val="0"/>
          <dgm:bulletEnabled val="1"/>
        </dgm:presLayoutVars>
      </dgm:prSet>
      <dgm:spPr/>
    </dgm:pt>
    <dgm:pt modelId="{057C3BCC-3CA5-4CC4-B7F5-24388E3176BF}" type="pres">
      <dgm:prSet presAssocID="{47B16F09-85B7-4241-A0D7-03C106C26470}" presName="desTx" presStyleLbl="alignAccFollowNode1" presStyleIdx="0" presStyleCnt="2">
        <dgm:presLayoutVars>
          <dgm:bulletEnabled val="1"/>
        </dgm:presLayoutVars>
      </dgm:prSet>
      <dgm:spPr/>
    </dgm:pt>
    <dgm:pt modelId="{D47BE8EF-9534-4532-A078-77F96A7259D3}" type="pres">
      <dgm:prSet presAssocID="{9A8CB736-1E2E-4DE4-A8F8-88CB50D0B9DD}" presName="space" presStyleCnt="0"/>
      <dgm:spPr/>
    </dgm:pt>
    <dgm:pt modelId="{AD4C5177-23FD-4061-B97F-B4D0EFBCC1FE}" type="pres">
      <dgm:prSet presAssocID="{4176686A-0A77-4AD4-BC32-27435AC37BAA}" presName="composite" presStyleCnt="0"/>
      <dgm:spPr/>
    </dgm:pt>
    <dgm:pt modelId="{35853A24-3A1A-4732-AB27-64EAA882E8E5}" type="pres">
      <dgm:prSet presAssocID="{4176686A-0A77-4AD4-BC32-27435AC37BAA}" presName="parTx" presStyleLbl="alignNode1" presStyleIdx="1" presStyleCnt="2">
        <dgm:presLayoutVars>
          <dgm:chMax val="0"/>
          <dgm:chPref val="0"/>
          <dgm:bulletEnabled val="1"/>
        </dgm:presLayoutVars>
      </dgm:prSet>
      <dgm:spPr/>
    </dgm:pt>
    <dgm:pt modelId="{39A921E0-BCBA-470A-9186-791A7E8DF1C7}" type="pres">
      <dgm:prSet presAssocID="{4176686A-0A77-4AD4-BC32-27435AC37BAA}" presName="desTx" presStyleLbl="alignAccFollowNode1" presStyleIdx="1" presStyleCnt="2">
        <dgm:presLayoutVars>
          <dgm:bulletEnabled val="1"/>
        </dgm:presLayoutVars>
      </dgm:prSet>
      <dgm:spPr/>
    </dgm:pt>
  </dgm:ptLst>
  <dgm:cxnLst>
    <dgm:cxn modelId="{6AC09205-E7AF-4175-8A65-C17C67DDCD76}" type="presOf" srcId="{D9B12A12-0793-4D2A-AA4A-439DD7CD4BE2}" destId="{39A921E0-BCBA-470A-9186-791A7E8DF1C7}" srcOrd="0" destOrd="1" presId="urn:microsoft.com/office/officeart/2005/8/layout/hList1"/>
    <dgm:cxn modelId="{1F243229-EF46-4976-A82B-20BF7EF05D58}" srcId="{4176686A-0A77-4AD4-BC32-27435AC37BAA}" destId="{71B30901-C32D-4877-AE34-A452B78B1192}" srcOrd="2" destOrd="0" parTransId="{0649210F-85D3-4AB6-ACD3-A30ED6379DF2}" sibTransId="{DBCE388C-64A7-4741-99A9-CA41C0091746}"/>
    <dgm:cxn modelId="{4BF86441-F20B-49C0-BFA7-40D77F60441C}" srcId="{4176686A-0A77-4AD4-BC32-27435AC37BAA}" destId="{9F573DBB-B06F-47B4-845A-DA3A6AC01866}" srcOrd="0" destOrd="0" parTransId="{03CB14EE-8448-4AA2-B572-4C7D7AB63A92}" sibTransId="{B535AAFE-5536-41C9-917D-B3734792BCB0}"/>
    <dgm:cxn modelId="{C5FCE947-2202-4F18-9E06-CA9629E5530F}" type="presOf" srcId="{FB91D540-6235-4E81-9CA6-586E2139AD89}" destId="{CE88C111-DA73-4870-B41D-63ADAED290A2}" srcOrd="0" destOrd="0" presId="urn:microsoft.com/office/officeart/2005/8/layout/hList1"/>
    <dgm:cxn modelId="{F40DF748-129A-4CD6-9604-6C863B455CDE}" type="presOf" srcId="{9F573DBB-B06F-47B4-845A-DA3A6AC01866}" destId="{39A921E0-BCBA-470A-9186-791A7E8DF1C7}" srcOrd="0" destOrd="0" presId="urn:microsoft.com/office/officeart/2005/8/layout/hList1"/>
    <dgm:cxn modelId="{A7754A94-412A-4030-A900-977D14188EEA}" type="presOf" srcId="{71B30901-C32D-4877-AE34-A452B78B1192}" destId="{39A921E0-BCBA-470A-9186-791A7E8DF1C7}" srcOrd="0" destOrd="2" presId="urn:microsoft.com/office/officeart/2005/8/layout/hList1"/>
    <dgm:cxn modelId="{7831089A-207D-4E87-BFE9-E5650A84AA93}" type="presOf" srcId="{54D207B6-6EAA-4DAC-A64A-CC95C19AF78C}" destId="{057C3BCC-3CA5-4CC4-B7F5-24388E3176BF}" srcOrd="0" destOrd="0" presId="urn:microsoft.com/office/officeart/2005/8/layout/hList1"/>
    <dgm:cxn modelId="{7483699D-0889-4045-AEB4-C98581805735}" type="presOf" srcId="{47B16F09-85B7-4241-A0D7-03C106C26470}" destId="{1171FF4F-B934-4BF3-88D9-4C67E3E8E620}" srcOrd="0" destOrd="0" presId="urn:microsoft.com/office/officeart/2005/8/layout/hList1"/>
    <dgm:cxn modelId="{FD8A18B0-BCE6-4FC6-91A4-3434E683EFBE}" srcId="{FB91D540-6235-4E81-9CA6-586E2139AD89}" destId="{47B16F09-85B7-4241-A0D7-03C106C26470}" srcOrd="0" destOrd="0" parTransId="{3BC1B446-3977-4835-AFA9-E92E64979657}" sibTransId="{9A8CB736-1E2E-4DE4-A8F8-88CB50D0B9DD}"/>
    <dgm:cxn modelId="{0CB1E9B2-EBC7-4388-AB12-9A1E3C24E69D}" srcId="{47B16F09-85B7-4241-A0D7-03C106C26470}" destId="{54D207B6-6EAA-4DAC-A64A-CC95C19AF78C}" srcOrd="0" destOrd="0" parTransId="{D5E46255-BAD8-4598-958E-04C62512C8CF}" sibTransId="{88BAFD53-9D2F-4E81-9532-279C6A73F419}"/>
    <dgm:cxn modelId="{9B25E7C0-EF84-4767-895A-812FD7B6A4A3}" srcId="{FB91D540-6235-4E81-9CA6-586E2139AD89}" destId="{4176686A-0A77-4AD4-BC32-27435AC37BAA}" srcOrd="1" destOrd="0" parTransId="{7E1501A9-09CE-4CC6-B7EE-5B9B170DDCA2}" sibTransId="{6B3EAF73-0F72-4123-A6EE-8BEA752508BA}"/>
    <dgm:cxn modelId="{611735C9-FF1D-4C98-BB83-E8ACCC61720E}" srcId="{4176686A-0A77-4AD4-BC32-27435AC37BAA}" destId="{D9B12A12-0793-4D2A-AA4A-439DD7CD4BE2}" srcOrd="1" destOrd="0" parTransId="{389A5292-1AF9-4BD8-8CDF-1DEC47AD692D}" sibTransId="{4B5C9C2E-9877-4DA3-A4AB-6C14F972EB25}"/>
    <dgm:cxn modelId="{B149E2E0-3172-4DFA-90EB-5B2F16672EFC}" type="presOf" srcId="{4176686A-0A77-4AD4-BC32-27435AC37BAA}" destId="{35853A24-3A1A-4732-AB27-64EAA882E8E5}" srcOrd="0" destOrd="0" presId="urn:microsoft.com/office/officeart/2005/8/layout/hList1"/>
    <dgm:cxn modelId="{0FC90147-F882-47F9-8683-D8639905486F}" type="presParOf" srcId="{CE88C111-DA73-4870-B41D-63ADAED290A2}" destId="{62E46302-58C2-4215-AAF9-3CBB71B72509}" srcOrd="0" destOrd="0" presId="urn:microsoft.com/office/officeart/2005/8/layout/hList1"/>
    <dgm:cxn modelId="{F1851906-18A2-4061-B96D-543D11E9D7D7}" type="presParOf" srcId="{62E46302-58C2-4215-AAF9-3CBB71B72509}" destId="{1171FF4F-B934-4BF3-88D9-4C67E3E8E620}" srcOrd="0" destOrd="0" presId="urn:microsoft.com/office/officeart/2005/8/layout/hList1"/>
    <dgm:cxn modelId="{F3455870-7202-47D7-BF3A-9906EB6785A8}" type="presParOf" srcId="{62E46302-58C2-4215-AAF9-3CBB71B72509}" destId="{057C3BCC-3CA5-4CC4-B7F5-24388E3176BF}" srcOrd="1" destOrd="0" presId="urn:microsoft.com/office/officeart/2005/8/layout/hList1"/>
    <dgm:cxn modelId="{1AC77607-853E-453F-9004-8D5B1092835D}" type="presParOf" srcId="{CE88C111-DA73-4870-B41D-63ADAED290A2}" destId="{D47BE8EF-9534-4532-A078-77F96A7259D3}" srcOrd="1" destOrd="0" presId="urn:microsoft.com/office/officeart/2005/8/layout/hList1"/>
    <dgm:cxn modelId="{415F15E5-EE68-4C3A-B322-1EA654194881}" type="presParOf" srcId="{CE88C111-DA73-4870-B41D-63ADAED290A2}" destId="{AD4C5177-23FD-4061-B97F-B4D0EFBCC1FE}" srcOrd="2" destOrd="0" presId="urn:microsoft.com/office/officeart/2005/8/layout/hList1"/>
    <dgm:cxn modelId="{4FA70D73-02F7-416C-8FCA-30A2464F7404}" type="presParOf" srcId="{AD4C5177-23FD-4061-B97F-B4D0EFBCC1FE}" destId="{35853A24-3A1A-4732-AB27-64EAA882E8E5}" srcOrd="0" destOrd="0" presId="urn:microsoft.com/office/officeart/2005/8/layout/hList1"/>
    <dgm:cxn modelId="{5699DB66-8A4A-4CCD-B9FC-C0849E0B839E}" type="presParOf" srcId="{AD4C5177-23FD-4061-B97F-B4D0EFBCC1FE}" destId="{39A921E0-BCBA-470A-9186-791A7E8DF1C7}" srcOrd="1" destOrd="0" presId="urn:microsoft.com/office/officeart/2005/8/layout/hList1"/>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4.xml><?xml version="1.0" encoding="utf-8"?>
<dgm:dataModel xmlns:dgm="http://schemas.openxmlformats.org/drawingml/2006/diagram" xmlns:a="http://schemas.openxmlformats.org/drawingml/2006/main">
  <dgm:ptLst>
    <dgm:pt modelId="{E0832AB2-8936-4470-B909-BE7402322893}" type="doc">
      <dgm:prSet loTypeId="urn:microsoft.com/office/officeart/2005/8/layout/hierarchy3" loCatId="hierarchy" qsTypeId="urn:microsoft.com/office/officeart/2005/8/quickstyle/simple1#4" qsCatId="simple" csTypeId="urn:microsoft.com/office/officeart/2005/8/colors/colorful1#3" csCatId="colorful" phldr="1"/>
      <dgm:spPr/>
      <dgm:t>
        <a:bodyPr/>
        <a:lstStyle/>
        <a:p>
          <a:endParaRPr lang="en-US"/>
        </a:p>
      </dgm:t>
    </dgm:pt>
    <dgm:pt modelId="{6A3A96B7-CBB0-421E-8348-37E89F9DCC08}">
      <dgm:prSet/>
      <dgm:spPr/>
      <dgm:t>
        <a:bodyPr/>
        <a:lstStyle/>
        <a:p>
          <a:r>
            <a:rPr lang="en-US" dirty="0"/>
            <a:t>Think like a human?</a:t>
          </a:r>
        </a:p>
      </dgm:t>
    </dgm:pt>
    <dgm:pt modelId="{04AE0A4E-B07C-4F7C-9018-F5F08434BBB8}" type="parTrans" cxnId="{79293258-1F1D-481C-BEF0-DEB360FD8894}">
      <dgm:prSet/>
      <dgm:spPr/>
      <dgm:t>
        <a:bodyPr/>
        <a:lstStyle/>
        <a:p>
          <a:endParaRPr lang="en-US"/>
        </a:p>
      </dgm:t>
    </dgm:pt>
    <dgm:pt modelId="{7E53CCB1-1282-4A85-8552-9211D16E0FF6}" type="sibTrans" cxnId="{79293258-1F1D-481C-BEF0-DEB360FD8894}">
      <dgm:prSet/>
      <dgm:spPr/>
      <dgm:t>
        <a:bodyPr/>
        <a:lstStyle/>
        <a:p>
          <a:endParaRPr lang="en-US"/>
        </a:p>
      </dgm:t>
    </dgm:pt>
    <dgm:pt modelId="{CE78E4BB-83F8-47E6-A961-7AC133F50D50}">
      <dgm:prSet>
        <dgm:style>
          <a:lnRef idx="0">
            <a:scrgbClr r="0" g="0" b="0"/>
          </a:lnRef>
          <a:fillRef idx="0">
            <a:scrgbClr r="0" g="0" b="0"/>
          </a:fillRef>
          <a:effectRef idx="0">
            <a:scrgbClr r="0" g="0" b="0"/>
          </a:effectRef>
          <a:fontRef idx="minor">
            <a:schemeClr val="lt1"/>
          </a:fontRef>
        </dgm:style>
      </dgm:prSet>
      <dgm:spPr>
        <a:solidFill>
          <a:schemeClr val="dk1">
            <a:alpha val="50000"/>
          </a:schemeClr>
        </a:solidFill>
        <a:ln>
          <a:noFill/>
        </a:ln>
      </dgm:spPr>
      <dgm:t>
        <a:bodyPr/>
        <a:lstStyle/>
        <a:p>
          <a:r>
            <a:rPr lang="en-US" dirty="0"/>
            <a:t>Act like a human?</a:t>
          </a:r>
        </a:p>
      </dgm:t>
    </dgm:pt>
    <dgm:pt modelId="{9954E93C-DB74-4489-A2EB-C3560DD8465B}" type="parTrans" cxnId="{AE580DDA-90E7-4734-AB7C-C1348C4BD1E7}">
      <dgm:prSet/>
      <dgm:spPr/>
      <dgm:t>
        <a:bodyPr/>
        <a:lstStyle/>
        <a:p>
          <a:endParaRPr lang="en-US"/>
        </a:p>
      </dgm:t>
    </dgm:pt>
    <dgm:pt modelId="{26DCD576-8567-48DF-8A0D-00AF7A1DFC6D}" type="sibTrans" cxnId="{AE580DDA-90E7-4734-AB7C-C1348C4BD1E7}">
      <dgm:prSet/>
      <dgm:spPr/>
      <dgm:t>
        <a:bodyPr/>
        <a:lstStyle/>
        <a:p>
          <a:endParaRPr lang="en-US"/>
        </a:p>
      </dgm:t>
    </dgm:pt>
    <dgm:pt modelId="{699E814A-C7BB-45C9-8528-BC8893110D3A}">
      <dgm:prSet>
        <dgm:style>
          <a:lnRef idx="0">
            <a:scrgbClr r="0" g="0" b="0"/>
          </a:lnRef>
          <a:fillRef idx="0">
            <a:scrgbClr r="0" g="0" b="0"/>
          </a:fillRef>
          <a:effectRef idx="0">
            <a:scrgbClr r="0" g="0" b="0"/>
          </a:effectRef>
          <a:fontRef idx="minor">
            <a:schemeClr val="lt1"/>
          </a:fontRef>
        </dgm:style>
      </dgm:prSet>
      <dgm:spPr>
        <a:solidFill>
          <a:schemeClr val="dk1">
            <a:alpha val="50000"/>
          </a:schemeClr>
        </a:solidFill>
        <a:ln>
          <a:noFill/>
        </a:ln>
      </dgm:spPr>
      <dgm:t>
        <a:bodyPr/>
        <a:lstStyle/>
        <a:p>
          <a:r>
            <a:rPr lang="en-US" dirty="0"/>
            <a:t>Think rationally?</a:t>
          </a:r>
        </a:p>
      </dgm:t>
    </dgm:pt>
    <dgm:pt modelId="{315CA7EE-92C9-4D75-994E-DB8B3B65E079}" type="parTrans" cxnId="{B3EB14C0-37D9-4E1E-B1F1-D77AF15ADB17}">
      <dgm:prSet/>
      <dgm:spPr/>
      <dgm:t>
        <a:bodyPr/>
        <a:lstStyle/>
        <a:p>
          <a:endParaRPr lang="en-US"/>
        </a:p>
      </dgm:t>
    </dgm:pt>
    <dgm:pt modelId="{5E170A91-AAF4-41A0-98AF-36E7EF8A8185}" type="sibTrans" cxnId="{B3EB14C0-37D9-4E1E-B1F1-D77AF15ADB17}">
      <dgm:prSet/>
      <dgm:spPr/>
      <dgm:t>
        <a:bodyPr/>
        <a:lstStyle/>
        <a:p>
          <a:endParaRPr lang="en-US"/>
        </a:p>
      </dgm:t>
    </dgm:pt>
    <dgm:pt modelId="{BB38D456-89FF-45BB-9803-6B30B36AACB9}">
      <dgm:prSet>
        <dgm:style>
          <a:lnRef idx="0">
            <a:scrgbClr r="0" g="0" b="0"/>
          </a:lnRef>
          <a:fillRef idx="0">
            <a:scrgbClr r="0" g="0" b="0"/>
          </a:fillRef>
          <a:effectRef idx="0">
            <a:scrgbClr r="0" g="0" b="0"/>
          </a:effectRef>
          <a:fontRef idx="minor">
            <a:schemeClr val="lt1"/>
          </a:fontRef>
        </dgm:style>
      </dgm:prSet>
      <dgm:spPr>
        <a:solidFill>
          <a:schemeClr val="dk1">
            <a:alpha val="50000"/>
          </a:schemeClr>
        </a:solidFill>
        <a:ln>
          <a:noFill/>
        </a:ln>
      </dgm:spPr>
      <dgm:t>
        <a:bodyPr/>
        <a:lstStyle/>
        <a:p>
          <a:r>
            <a:rPr lang="en-US" dirty="0"/>
            <a:t>Act rationally?</a:t>
          </a:r>
        </a:p>
      </dgm:t>
    </dgm:pt>
    <dgm:pt modelId="{1AD6F811-8452-48AE-A0E3-1CAC1CBEC7F8}" type="parTrans" cxnId="{5C8C1C89-64B1-4A8F-84FD-D3CEC8F0FBFB}">
      <dgm:prSet/>
      <dgm:spPr/>
      <dgm:t>
        <a:bodyPr/>
        <a:lstStyle/>
        <a:p>
          <a:endParaRPr lang="en-US"/>
        </a:p>
      </dgm:t>
    </dgm:pt>
    <dgm:pt modelId="{C82D3F18-CB81-49C6-A3EA-F19001DD8F8A}" type="sibTrans" cxnId="{5C8C1C89-64B1-4A8F-84FD-D3CEC8F0FBFB}">
      <dgm:prSet/>
      <dgm:spPr/>
      <dgm:t>
        <a:bodyPr/>
        <a:lstStyle/>
        <a:p>
          <a:endParaRPr lang="en-US"/>
        </a:p>
      </dgm:t>
    </dgm:pt>
    <dgm:pt modelId="{8A865662-0E1F-48A4-A993-51A2BB9B2E4F}" type="pres">
      <dgm:prSet presAssocID="{E0832AB2-8936-4470-B909-BE7402322893}" presName="diagram" presStyleCnt="0">
        <dgm:presLayoutVars>
          <dgm:chPref val="1"/>
          <dgm:dir/>
          <dgm:animOne val="branch"/>
          <dgm:animLvl val="lvl"/>
          <dgm:resizeHandles/>
        </dgm:presLayoutVars>
      </dgm:prSet>
      <dgm:spPr/>
    </dgm:pt>
    <dgm:pt modelId="{EAC5ADFE-339A-4113-97C8-2B160FB55301}" type="pres">
      <dgm:prSet presAssocID="{6A3A96B7-CBB0-421E-8348-37E89F9DCC08}" presName="root" presStyleCnt="0"/>
      <dgm:spPr/>
    </dgm:pt>
    <dgm:pt modelId="{F7FD8F5A-9E67-42AB-81D8-27CA125220BB}" type="pres">
      <dgm:prSet presAssocID="{6A3A96B7-CBB0-421E-8348-37E89F9DCC08}" presName="rootComposite" presStyleCnt="0"/>
      <dgm:spPr/>
    </dgm:pt>
    <dgm:pt modelId="{3028E8D7-EA6F-4EA7-978A-43633D6AEAF6}" type="pres">
      <dgm:prSet presAssocID="{6A3A96B7-CBB0-421E-8348-37E89F9DCC08}" presName="rootText" presStyleLbl="node1" presStyleIdx="0" presStyleCnt="4"/>
      <dgm:spPr/>
    </dgm:pt>
    <dgm:pt modelId="{7E96EBE4-03A1-4197-A609-8D826601ABC1}" type="pres">
      <dgm:prSet presAssocID="{6A3A96B7-CBB0-421E-8348-37E89F9DCC08}" presName="rootConnector" presStyleLbl="node1" presStyleIdx="0" presStyleCnt="4"/>
      <dgm:spPr/>
    </dgm:pt>
    <dgm:pt modelId="{FD32282A-0269-4D8F-A4C8-0AC524E4BE98}" type="pres">
      <dgm:prSet presAssocID="{6A3A96B7-CBB0-421E-8348-37E89F9DCC08}" presName="childShape" presStyleCnt="0"/>
      <dgm:spPr/>
    </dgm:pt>
    <dgm:pt modelId="{4A7754E5-4AF7-4EF3-80D7-CE8DA9A463B0}" type="pres">
      <dgm:prSet presAssocID="{CE78E4BB-83F8-47E6-A961-7AC133F50D50}" presName="root" presStyleCnt="0"/>
      <dgm:spPr/>
    </dgm:pt>
    <dgm:pt modelId="{9FB9EDC3-647D-443D-8F9A-912D7651812C}" type="pres">
      <dgm:prSet presAssocID="{CE78E4BB-83F8-47E6-A961-7AC133F50D50}" presName="rootComposite" presStyleCnt="0"/>
      <dgm:spPr/>
    </dgm:pt>
    <dgm:pt modelId="{0BCE1037-9706-410D-834A-ECEC4388E735}" type="pres">
      <dgm:prSet presAssocID="{CE78E4BB-83F8-47E6-A961-7AC133F50D50}" presName="rootText" presStyleLbl="node1" presStyleIdx="1" presStyleCnt="4"/>
      <dgm:spPr/>
    </dgm:pt>
    <dgm:pt modelId="{26658136-CA3D-42D7-A36B-88198D905A09}" type="pres">
      <dgm:prSet presAssocID="{CE78E4BB-83F8-47E6-A961-7AC133F50D50}" presName="rootConnector" presStyleLbl="node1" presStyleIdx="1" presStyleCnt="4"/>
      <dgm:spPr/>
    </dgm:pt>
    <dgm:pt modelId="{F820BF47-1A0C-43F5-AAAD-6ACB2E9AD490}" type="pres">
      <dgm:prSet presAssocID="{CE78E4BB-83F8-47E6-A961-7AC133F50D50}" presName="childShape" presStyleCnt="0"/>
      <dgm:spPr/>
    </dgm:pt>
    <dgm:pt modelId="{5194E25F-D379-447F-929A-993DB7FDEBB6}" type="pres">
      <dgm:prSet presAssocID="{699E814A-C7BB-45C9-8528-BC8893110D3A}" presName="root" presStyleCnt="0"/>
      <dgm:spPr/>
    </dgm:pt>
    <dgm:pt modelId="{340FD182-E020-4339-8DC5-CEFA222C64AC}" type="pres">
      <dgm:prSet presAssocID="{699E814A-C7BB-45C9-8528-BC8893110D3A}" presName="rootComposite" presStyleCnt="0"/>
      <dgm:spPr/>
    </dgm:pt>
    <dgm:pt modelId="{405FCD6E-D4E8-41FA-B6A2-E4BB402E06BE}" type="pres">
      <dgm:prSet presAssocID="{699E814A-C7BB-45C9-8528-BC8893110D3A}" presName="rootText" presStyleLbl="node1" presStyleIdx="2" presStyleCnt="4"/>
      <dgm:spPr/>
    </dgm:pt>
    <dgm:pt modelId="{145781A5-5489-4E99-8DDD-A5C31F300089}" type="pres">
      <dgm:prSet presAssocID="{699E814A-C7BB-45C9-8528-BC8893110D3A}" presName="rootConnector" presStyleLbl="node1" presStyleIdx="2" presStyleCnt="4"/>
      <dgm:spPr/>
    </dgm:pt>
    <dgm:pt modelId="{4DD10E36-D14C-490A-BF06-A6B3FAFA273E}" type="pres">
      <dgm:prSet presAssocID="{699E814A-C7BB-45C9-8528-BC8893110D3A}" presName="childShape" presStyleCnt="0"/>
      <dgm:spPr/>
    </dgm:pt>
    <dgm:pt modelId="{C9B5881D-401D-4DFF-ADCD-A76BC6719BD1}" type="pres">
      <dgm:prSet presAssocID="{BB38D456-89FF-45BB-9803-6B30B36AACB9}" presName="root" presStyleCnt="0"/>
      <dgm:spPr/>
    </dgm:pt>
    <dgm:pt modelId="{3A20517E-5B01-4A3D-B6A4-42B27CCE0F77}" type="pres">
      <dgm:prSet presAssocID="{BB38D456-89FF-45BB-9803-6B30B36AACB9}" presName="rootComposite" presStyleCnt="0"/>
      <dgm:spPr/>
    </dgm:pt>
    <dgm:pt modelId="{8C5134CD-97C1-4A5D-8A99-397EA240E35C}" type="pres">
      <dgm:prSet presAssocID="{BB38D456-89FF-45BB-9803-6B30B36AACB9}" presName="rootText" presStyleLbl="node1" presStyleIdx="3" presStyleCnt="4"/>
      <dgm:spPr/>
    </dgm:pt>
    <dgm:pt modelId="{E785B7E3-F502-42E2-BE10-1B2C6EE54F76}" type="pres">
      <dgm:prSet presAssocID="{BB38D456-89FF-45BB-9803-6B30B36AACB9}" presName="rootConnector" presStyleLbl="node1" presStyleIdx="3" presStyleCnt="4"/>
      <dgm:spPr/>
    </dgm:pt>
    <dgm:pt modelId="{FECB1FBB-D3A5-464E-A91C-971D9A42C899}" type="pres">
      <dgm:prSet presAssocID="{BB38D456-89FF-45BB-9803-6B30B36AACB9}" presName="childShape" presStyleCnt="0"/>
      <dgm:spPr/>
    </dgm:pt>
  </dgm:ptLst>
  <dgm:cxnLst>
    <dgm:cxn modelId="{1A1E0818-8BC6-4A02-9D1E-E295C53E254E}" type="presOf" srcId="{699E814A-C7BB-45C9-8528-BC8893110D3A}" destId="{405FCD6E-D4E8-41FA-B6A2-E4BB402E06BE}" srcOrd="0" destOrd="0" presId="urn:microsoft.com/office/officeart/2005/8/layout/hierarchy3"/>
    <dgm:cxn modelId="{B1BB7568-5333-44BF-B6BD-938932D55139}" type="presOf" srcId="{6A3A96B7-CBB0-421E-8348-37E89F9DCC08}" destId="{3028E8D7-EA6F-4EA7-978A-43633D6AEAF6}" srcOrd="0" destOrd="0" presId="urn:microsoft.com/office/officeart/2005/8/layout/hierarchy3"/>
    <dgm:cxn modelId="{79293258-1F1D-481C-BEF0-DEB360FD8894}" srcId="{E0832AB2-8936-4470-B909-BE7402322893}" destId="{6A3A96B7-CBB0-421E-8348-37E89F9DCC08}" srcOrd="0" destOrd="0" parTransId="{04AE0A4E-B07C-4F7C-9018-F5F08434BBB8}" sibTransId="{7E53CCB1-1282-4A85-8552-9211D16E0FF6}"/>
    <dgm:cxn modelId="{9431497A-9835-404F-8A09-7068AAA8F50A}" type="presOf" srcId="{E0832AB2-8936-4470-B909-BE7402322893}" destId="{8A865662-0E1F-48A4-A993-51A2BB9B2E4F}" srcOrd="0" destOrd="0" presId="urn:microsoft.com/office/officeart/2005/8/layout/hierarchy3"/>
    <dgm:cxn modelId="{5C8C1C89-64B1-4A8F-84FD-D3CEC8F0FBFB}" srcId="{E0832AB2-8936-4470-B909-BE7402322893}" destId="{BB38D456-89FF-45BB-9803-6B30B36AACB9}" srcOrd="3" destOrd="0" parTransId="{1AD6F811-8452-48AE-A0E3-1CAC1CBEC7F8}" sibTransId="{C82D3F18-CB81-49C6-A3EA-F19001DD8F8A}"/>
    <dgm:cxn modelId="{CC528B8E-AA26-4738-8842-B207932A21D5}" type="presOf" srcId="{BB38D456-89FF-45BB-9803-6B30B36AACB9}" destId="{8C5134CD-97C1-4A5D-8A99-397EA240E35C}" srcOrd="0" destOrd="0" presId="urn:microsoft.com/office/officeart/2005/8/layout/hierarchy3"/>
    <dgm:cxn modelId="{8E448EA0-A335-4286-98A7-8350A9806306}" type="presOf" srcId="{CE78E4BB-83F8-47E6-A961-7AC133F50D50}" destId="{0BCE1037-9706-410D-834A-ECEC4388E735}" srcOrd="0" destOrd="0" presId="urn:microsoft.com/office/officeart/2005/8/layout/hierarchy3"/>
    <dgm:cxn modelId="{B3EB14C0-37D9-4E1E-B1F1-D77AF15ADB17}" srcId="{E0832AB2-8936-4470-B909-BE7402322893}" destId="{699E814A-C7BB-45C9-8528-BC8893110D3A}" srcOrd="2" destOrd="0" parTransId="{315CA7EE-92C9-4D75-994E-DB8B3B65E079}" sibTransId="{5E170A91-AAF4-41A0-98AF-36E7EF8A8185}"/>
    <dgm:cxn modelId="{AE580DDA-90E7-4734-AB7C-C1348C4BD1E7}" srcId="{E0832AB2-8936-4470-B909-BE7402322893}" destId="{CE78E4BB-83F8-47E6-A961-7AC133F50D50}" srcOrd="1" destOrd="0" parTransId="{9954E93C-DB74-4489-A2EB-C3560DD8465B}" sibTransId="{26DCD576-8567-48DF-8A0D-00AF7A1DFC6D}"/>
    <dgm:cxn modelId="{B735ECDB-F431-41D7-B5EB-7C8389FBDFD6}" type="presOf" srcId="{699E814A-C7BB-45C9-8528-BC8893110D3A}" destId="{145781A5-5489-4E99-8DDD-A5C31F300089}" srcOrd="1" destOrd="0" presId="urn:microsoft.com/office/officeart/2005/8/layout/hierarchy3"/>
    <dgm:cxn modelId="{384373DD-C986-4CA9-A0DB-89E762222F0D}" type="presOf" srcId="{6A3A96B7-CBB0-421E-8348-37E89F9DCC08}" destId="{7E96EBE4-03A1-4197-A609-8D826601ABC1}" srcOrd="1" destOrd="0" presId="urn:microsoft.com/office/officeart/2005/8/layout/hierarchy3"/>
    <dgm:cxn modelId="{5495CCE2-1673-4E88-9A5E-57DDFB70BC3C}" type="presOf" srcId="{BB38D456-89FF-45BB-9803-6B30B36AACB9}" destId="{E785B7E3-F502-42E2-BE10-1B2C6EE54F76}" srcOrd="1" destOrd="0" presId="urn:microsoft.com/office/officeart/2005/8/layout/hierarchy3"/>
    <dgm:cxn modelId="{E284C6F6-1A3F-499B-8EAB-E8CE265967BA}" type="presOf" srcId="{CE78E4BB-83F8-47E6-A961-7AC133F50D50}" destId="{26658136-CA3D-42D7-A36B-88198D905A09}" srcOrd="1" destOrd="0" presId="urn:microsoft.com/office/officeart/2005/8/layout/hierarchy3"/>
    <dgm:cxn modelId="{61A8217F-96E9-4BAA-A1E0-D8AA7A509C9C}" type="presParOf" srcId="{8A865662-0E1F-48A4-A993-51A2BB9B2E4F}" destId="{EAC5ADFE-339A-4113-97C8-2B160FB55301}" srcOrd="0" destOrd="0" presId="urn:microsoft.com/office/officeart/2005/8/layout/hierarchy3"/>
    <dgm:cxn modelId="{7613275C-A0D6-4EF6-B31A-B65540E57CFB}" type="presParOf" srcId="{EAC5ADFE-339A-4113-97C8-2B160FB55301}" destId="{F7FD8F5A-9E67-42AB-81D8-27CA125220BB}" srcOrd="0" destOrd="0" presId="urn:microsoft.com/office/officeart/2005/8/layout/hierarchy3"/>
    <dgm:cxn modelId="{585E41AC-2740-4B8E-87F9-86B474095BBD}" type="presParOf" srcId="{F7FD8F5A-9E67-42AB-81D8-27CA125220BB}" destId="{3028E8D7-EA6F-4EA7-978A-43633D6AEAF6}" srcOrd="0" destOrd="0" presId="urn:microsoft.com/office/officeart/2005/8/layout/hierarchy3"/>
    <dgm:cxn modelId="{FC964F3F-3CD1-4826-B7CD-BDE6731DA5AF}" type="presParOf" srcId="{F7FD8F5A-9E67-42AB-81D8-27CA125220BB}" destId="{7E96EBE4-03A1-4197-A609-8D826601ABC1}" srcOrd="1" destOrd="0" presId="urn:microsoft.com/office/officeart/2005/8/layout/hierarchy3"/>
    <dgm:cxn modelId="{C3B81C11-C670-484E-A374-0401397E49E6}" type="presParOf" srcId="{EAC5ADFE-339A-4113-97C8-2B160FB55301}" destId="{FD32282A-0269-4D8F-A4C8-0AC524E4BE98}" srcOrd="1" destOrd="0" presId="urn:microsoft.com/office/officeart/2005/8/layout/hierarchy3"/>
    <dgm:cxn modelId="{E341820C-E79E-431E-8B54-90529DAC17CF}" type="presParOf" srcId="{8A865662-0E1F-48A4-A993-51A2BB9B2E4F}" destId="{4A7754E5-4AF7-4EF3-80D7-CE8DA9A463B0}" srcOrd="1" destOrd="0" presId="urn:microsoft.com/office/officeart/2005/8/layout/hierarchy3"/>
    <dgm:cxn modelId="{8FDC9BB2-9B10-4D96-86A1-F2CEDA771BEC}" type="presParOf" srcId="{4A7754E5-4AF7-4EF3-80D7-CE8DA9A463B0}" destId="{9FB9EDC3-647D-443D-8F9A-912D7651812C}" srcOrd="0" destOrd="0" presId="urn:microsoft.com/office/officeart/2005/8/layout/hierarchy3"/>
    <dgm:cxn modelId="{D3AFDFCB-4C6E-4611-BC4A-12EDAF1079EE}" type="presParOf" srcId="{9FB9EDC3-647D-443D-8F9A-912D7651812C}" destId="{0BCE1037-9706-410D-834A-ECEC4388E735}" srcOrd="0" destOrd="0" presId="urn:microsoft.com/office/officeart/2005/8/layout/hierarchy3"/>
    <dgm:cxn modelId="{EAF80534-F4C5-43E7-AAC8-CFDCF1BF4496}" type="presParOf" srcId="{9FB9EDC3-647D-443D-8F9A-912D7651812C}" destId="{26658136-CA3D-42D7-A36B-88198D905A09}" srcOrd="1" destOrd="0" presId="urn:microsoft.com/office/officeart/2005/8/layout/hierarchy3"/>
    <dgm:cxn modelId="{CDF54187-655A-4EF6-B3B1-CE81B0392EC2}" type="presParOf" srcId="{4A7754E5-4AF7-4EF3-80D7-CE8DA9A463B0}" destId="{F820BF47-1A0C-43F5-AAAD-6ACB2E9AD490}" srcOrd="1" destOrd="0" presId="urn:microsoft.com/office/officeart/2005/8/layout/hierarchy3"/>
    <dgm:cxn modelId="{9AECAAFC-9667-4D11-9A0C-883A96F4955B}" type="presParOf" srcId="{8A865662-0E1F-48A4-A993-51A2BB9B2E4F}" destId="{5194E25F-D379-447F-929A-993DB7FDEBB6}" srcOrd="2" destOrd="0" presId="urn:microsoft.com/office/officeart/2005/8/layout/hierarchy3"/>
    <dgm:cxn modelId="{CDB3A7B7-D579-4F0A-B250-CF11F10931A1}" type="presParOf" srcId="{5194E25F-D379-447F-929A-993DB7FDEBB6}" destId="{340FD182-E020-4339-8DC5-CEFA222C64AC}" srcOrd="0" destOrd="0" presId="urn:microsoft.com/office/officeart/2005/8/layout/hierarchy3"/>
    <dgm:cxn modelId="{A18CDA89-75E1-4009-8662-12823BE0C735}" type="presParOf" srcId="{340FD182-E020-4339-8DC5-CEFA222C64AC}" destId="{405FCD6E-D4E8-41FA-B6A2-E4BB402E06BE}" srcOrd="0" destOrd="0" presId="urn:microsoft.com/office/officeart/2005/8/layout/hierarchy3"/>
    <dgm:cxn modelId="{39F44687-47CC-4847-B5FA-9171626C02EE}" type="presParOf" srcId="{340FD182-E020-4339-8DC5-CEFA222C64AC}" destId="{145781A5-5489-4E99-8DDD-A5C31F300089}" srcOrd="1" destOrd="0" presId="urn:microsoft.com/office/officeart/2005/8/layout/hierarchy3"/>
    <dgm:cxn modelId="{1739F4D7-7A71-46AD-AF18-AE4507282747}" type="presParOf" srcId="{5194E25F-D379-447F-929A-993DB7FDEBB6}" destId="{4DD10E36-D14C-490A-BF06-A6B3FAFA273E}" srcOrd="1" destOrd="0" presId="urn:microsoft.com/office/officeart/2005/8/layout/hierarchy3"/>
    <dgm:cxn modelId="{068BC3C5-4BFA-4DCA-883A-52FFA4FC7135}" type="presParOf" srcId="{8A865662-0E1F-48A4-A993-51A2BB9B2E4F}" destId="{C9B5881D-401D-4DFF-ADCD-A76BC6719BD1}" srcOrd="3" destOrd="0" presId="urn:microsoft.com/office/officeart/2005/8/layout/hierarchy3"/>
    <dgm:cxn modelId="{C65A04CF-331A-4999-B842-9651C3153CDB}" type="presParOf" srcId="{C9B5881D-401D-4DFF-ADCD-A76BC6719BD1}" destId="{3A20517E-5B01-4A3D-B6A4-42B27CCE0F77}" srcOrd="0" destOrd="0" presId="urn:microsoft.com/office/officeart/2005/8/layout/hierarchy3"/>
    <dgm:cxn modelId="{D3B3F63B-8FA7-4795-B320-E50599E40129}" type="presParOf" srcId="{3A20517E-5B01-4A3D-B6A4-42B27CCE0F77}" destId="{8C5134CD-97C1-4A5D-8A99-397EA240E35C}" srcOrd="0" destOrd="0" presId="urn:microsoft.com/office/officeart/2005/8/layout/hierarchy3"/>
    <dgm:cxn modelId="{46962050-7F6F-48CC-9B66-DDECEE9590AA}" type="presParOf" srcId="{3A20517E-5B01-4A3D-B6A4-42B27CCE0F77}" destId="{E785B7E3-F502-42E2-BE10-1B2C6EE54F76}" srcOrd="1" destOrd="0" presId="urn:microsoft.com/office/officeart/2005/8/layout/hierarchy3"/>
    <dgm:cxn modelId="{2AA459FA-75DB-4EFA-B026-73AF51A19058}" type="presParOf" srcId="{C9B5881D-401D-4DFF-ADCD-A76BC6719BD1}" destId="{FECB1FBB-D3A5-464E-A91C-971D9A42C899}" srcOrd="1" destOrd="0" presId="urn:microsoft.com/office/officeart/2005/8/layout/hierarchy3"/>
  </dgm:cxnLst>
  <dgm:bg/>
  <dgm:whole/>
  <dgm:extLst>
    <a:ext uri="http://schemas.microsoft.com/office/drawing/2008/diagram">
      <dsp:dataModelExt xmlns:dsp="http://schemas.microsoft.com/office/drawing/2008/diagram" relId="rId12" minVer="http://schemas.openxmlformats.org/drawingml/2006/diagram"/>
    </a:ext>
  </dgm:extLst>
</dgm:dataModel>
</file>

<file path=ppt/diagrams/data5.xml><?xml version="1.0" encoding="utf-8"?>
<dgm:dataModel xmlns:dgm="http://schemas.openxmlformats.org/drawingml/2006/diagram" xmlns:a="http://schemas.openxmlformats.org/drawingml/2006/main">
  <dgm:ptLst>
    <dgm:pt modelId="{E0832AB2-8936-4470-B909-BE7402322893}" type="doc">
      <dgm:prSet loTypeId="urn:microsoft.com/office/officeart/2005/8/layout/hierarchy3" loCatId="hierarchy" qsTypeId="urn:microsoft.com/office/officeart/2005/8/quickstyle/simple1#5" qsCatId="simple" csTypeId="urn:microsoft.com/office/officeart/2005/8/colors/colorful1#4" csCatId="colorful" phldr="1"/>
      <dgm:spPr/>
      <dgm:t>
        <a:bodyPr/>
        <a:lstStyle/>
        <a:p>
          <a:endParaRPr lang="en-US"/>
        </a:p>
      </dgm:t>
    </dgm:pt>
    <dgm:pt modelId="{6A3A96B7-CBB0-421E-8348-37E89F9DCC08}">
      <dgm:prSet>
        <dgm:style>
          <a:lnRef idx="0">
            <a:scrgbClr r="0" g="0" b="0"/>
          </a:lnRef>
          <a:fillRef idx="0">
            <a:scrgbClr r="0" g="0" b="0"/>
          </a:fillRef>
          <a:effectRef idx="0">
            <a:scrgbClr r="0" g="0" b="0"/>
          </a:effectRef>
          <a:fontRef idx="minor">
            <a:schemeClr val="lt1"/>
          </a:fontRef>
        </dgm:style>
      </dgm:prSet>
      <dgm:spPr>
        <a:solidFill>
          <a:schemeClr val="dk1">
            <a:alpha val="50000"/>
          </a:schemeClr>
        </a:solidFill>
        <a:ln>
          <a:noFill/>
        </a:ln>
      </dgm:spPr>
      <dgm:t>
        <a:bodyPr/>
        <a:lstStyle/>
        <a:p>
          <a:r>
            <a:rPr lang="en-US" dirty="0"/>
            <a:t>Think like a human?</a:t>
          </a:r>
        </a:p>
      </dgm:t>
    </dgm:pt>
    <dgm:pt modelId="{04AE0A4E-B07C-4F7C-9018-F5F08434BBB8}" type="parTrans" cxnId="{79293258-1F1D-481C-BEF0-DEB360FD8894}">
      <dgm:prSet/>
      <dgm:spPr/>
      <dgm:t>
        <a:bodyPr/>
        <a:lstStyle/>
        <a:p>
          <a:endParaRPr lang="en-US"/>
        </a:p>
      </dgm:t>
    </dgm:pt>
    <dgm:pt modelId="{7E53CCB1-1282-4A85-8552-9211D16E0FF6}" type="sibTrans" cxnId="{79293258-1F1D-481C-BEF0-DEB360FD8894}">
      <dgm:prSet/>
      <dgm:spPr/>
      <dgm:t>
        <a:bodyPr/>
        <a:lstStyle/>
        <a:p>
          <a:endParaRPr lang="en-US"/>
        </a:p>
      </dgm:t>
    </dgm:pt>
    <dgm:pt modelId="{CE78E4BB-83F8-47E6-A961-7AC133F50D50}">
      <dgm:prSet>
        <dgm:style>
          <a:lnRef idx="3">
            <a:schemeClr val="lt1"/>
          </a:lnRef>
          <a:fillRef idx="1">
            <a:schemeClr val="accent6"/>
          </a:fillRef>
          <a:effectRef idx="1">
            <a:schemeClr val="accent6"/>
          </a:effectRef>
          <a:fontRef idx="minor">
            <a:schemeClr val="lt1"/>
          </a:fontRef>
        </dgm:style>
      </dgm:prSet>
      <dgm:spPr/>
      <dgm:t>
        <a:bodyPr/>
        <a:lstStyle/>
        <a:p>
          <a:r>
            <a:rPr lang="en-US" dirty="0"/>
            <a:t>Act like a human?</a:t>
          </a:r>
        </a:p>
      </dgm:t>
    </dgm:pt>
    <dgm:pt modelId="{9954E93C-DB74-4489-A2EB-C3560DD8465B}" type="parTrans" cxnId="{AE580DDA-90E7-4734-AB7C-C1348C4BD1E7}">
      <dgm:prSet/>
      <dgm:spPr/>
      <dgm:t>
        <a:bodyPr/>
        <a:lstStyle/>
        <a:p>
          <a:endParaRPr lang="en-US"/>
        </a:p>
      </dgm:t>
    </dgm:pt>
    <dgm:pt modelId="{26DCD576-8567-48DF-8A0D-00AF7A1DFC6D}" type="sibTrans" cxnId="{AE580DDA-90E7-4734-AB7C-C1348C4BD1E7}">
      <dgm:prSet/>
      <dgm:spPr/>
      <dgm:t>
        <a:bodyPr/>
        <a:lstStyle/>
        <a:p>
          <a:endParaRPr lang="en-US"/>
        </a:p>
      </dgm:t>
    </dgm:pt>
    <dgm:pt modelId="{699E814A-C7BB-45C9-8528-BC8893110D3A}">
      <dgm:prSet>
        <dgm:style>
          <a:lnRef idx="0">
            <a:scrgbClr r="0" g="0" b="0"/>
          </a:lnRef>
          <a:fillRef idx="0">
            <a:scrgbClr r="0" g="0" b="0"/>
          </a:fillRef>
          <a:effectRef idx="0">
            <a:scrgbClr r="0" g="0" b="0"/>
          </a:effectRef>
          <a:fontRef idx="minor">
            <a:schemeClr val="lt1"/>
          </a:fontRef>
        </dgm:style>
      </dgm:prSet>
      <dgm:spPr>
        <a:solidFill>
          <a:schemeClr val="dk1">
            <a:alpha val="50000"/>
          </a:schemeClr>
        </a:solidFill>
        <a:ln>
          <a:noFill/>
        </a:ln>
      </dgm:spPr>
      <dgm:t>
        <a:bodyPr/>
        <a:lstStyle/>
        <a:p>
          <a:r>
            <a:rPr lang="en-US" dirty="0"/>
            <a:t>Think rationally?</a:t>
          </a:r>
        </a:p>
      </dgm:t>
    </dgm:pt>
    <dgm:pt modelId="{315CA7EE-92C9-4D75-994E-DB8B3B65E079}" type="parTrans" cxnId="{B3EB14C0-37D9-4E1E-B1F1-D77AF15ADB17}">
      <dgm:prSet/>
      <dgm:spPr/>
      <dgm:t>
        <a:bodyPr/>
        <a:lstStyle/>
        <a:p>
          <a:endParaRPr lang="en-US"/>
        </a:p>
      </dgm:t>
    </dgm:pt>
    <dgm:pt modelId="{5E170A91-AAF4-41A0-98AF-36E7EF8A8185}" type="sibTrans" cxnId="{B3EB14C0-37D9-4E1E-B1F1-D77AF15ADB17}">
      <dgm:prSet/>
      <dgm:spPr/>
      <dgm:t>
        <a:bodyPr/>
        <a:lstStyle/>
        <a:p>
          <a:endParaRPr lang="en-US"/>
        </a:p>
      </dgm:t>
    </dgm:pt>
    <dgm:pt modelId="{BB38D456-89FF-45BB-9803-6B30B36AACB9}">
      <dgm:prSet>
        <dgm:style>
          <a:lnRef idx="0">
            <a:scrgbClr r="0" g="0" b="0"/>
          </a:lnRef>
          <a:fillRef idx="0">
            <a:scrgbClr r="0" g="0" b="0"/>
          </a:fillRef>
          <a:effectRef idx="0">
            <a:scrgbClr r="0" g="0" b="0"/>
          </a:effectRef>
          <a:fontRef idx="minor">
            <a:schemeClr val="lt1"/>
          </a:fontRef>
        </dgm:style>
      </dgm:prSet>
      <dgm:spPr>
        <a:solidFill>
          <a:schemeClr val="dk1">
            <a:alpha val="50000"/>
          </a:schemeClr>
        </a:solidFill>
        <a:ln>
          <a:noFill/>
        </a:ln>
      </dgm:spPr>
      <dgm:t>
        <a:bodyPr/>
        <a:lstStyle/>
        <a:p>
          <a:r>
            <a:rPr lang="en-US" dirty="0"/>
            <a:t>Act rationally?</a:t>
          </a:r>
        </a:p>
      </dgm:t>
    </dgm:pt>
    <dgm:pt modelId="{1AD6F811-8452-48AE-A0E3-1CAC1CBEC7F8}" type="parTrans" cxnId="{5C8C1C89-64B1-4A8F-84FD-D3CEC8F0FBFB}">
      <dgm:prSet/>
      <dgm:spPr/>
      <dgm:t>
        <a:bodyPr/>
        <a:lstStyle/>
        <a:p>
          <a:endParaRPr lang="en-US"/>
        </a:p>
      </dgm:t>
    </dgm:pt>
    <dgm:pt modelId="{C82D3F18-CB81-49C6-A3EA-F19001DD8F8A}" type="sibTrans" cxnId="{5C8C1C89-64B1-4A8F-84FD-D3CEC8F0FBFB}">
      <dgm:prSet/>
      <dgm:spPr/>
      <dgm:t>
        <a:bodyPr/>
        <a:lstStyle/>
        <a:p>
          <a:endParaRPr lang="en-US"/>
        </a:p>
      </dgm:t>
    </dgm:pt>
    <dgm:pt modelId="{8A865662-0E1F-48A4-A993-51A2BB9B2E4F}" type="pres">
      <dgm:prSet presAssocID="{E0832AB2-8936-4470-B909-BE7402322893}" presName="diagram" presStyleCnt="0">
        <dgm:presLayoutVars>
          <dgm:chPref val="1"/>
          <dgm:dir/>
          <dgm:animOne val="branch"/>
          <dgm:animLvl val="lvl"/>
          <dgm:resizeHandles/>
        </dgm:presLayoutVars>
      </dgm:prSet>
      <dgm:spPr/>
    </dgm:pt>
    <dgm:pt modelId="{EAC5ADFE-339A-4113-97C8-2B160FB55301}" type="pres">
      <dgm:prSet presAssocID="{6A3A96B7-CBB0-421E-8348-37E89F9DCC08}" presName="root" presStyleCnt="0"/>
      <dgm:spPr/>
    </dgm:pt>
    <dgm:pt modelId="{F7FD8F5A-9E67-42AB-81D8-27CA125220BB}" type="pres">
      <dgm:prSet presAssocID="{6A3A96B7-CBB0-421E-8348-37E89F9DCC08}" presName="rootComposite" presStyleCnt="0"/>
      <dgm:spPr/>
    </dgm:pt>
    <dgm:pt modelId="{3028E8D7-EA6F-4EA7-978A-43633D6AEAF6}" type="pres">
      <dgm:prSet presAssocID="{6A3A96B7-CBB0-421E-8348-37E89F9DCC08}" presName="rootText" presStyleLbl="node1" presStyleIdx="0" presStyleCnt="4"/>
      <dgm:spPr/>
    </dgm:pt>
    <dgm:pt modelId="{7E96EBE4-03A1-4197-A609-8D826601ABC1}" type="pres">
      <dgm:prSet presAssocID="{6A3A96B7-CBB0-421E-8348-37E89F9DCC08}" presName="rootConnector" presStyleLbl="node1" presStyleIdx="0" presStyleCnt="4"/>
      <dgm:spPr/>
    </dgm:pt>
    <dgm:pt modelId="{FD32282A-0269-4D8F-A4C8-0AC524E4BE98}" type="pres">
      <dgm:prSet presAssocID="{6A3A96B7-CBB0-421E-8348-37E89F9DCC08}" presName="childShape" presStyleCnt="0"/>
      <dgm:spPr/>
    </dgm:pt>
    <dgm:pt modelId="{4A7754E5-4AF7-4EF3-80D7-CE8DA9A463B0}" type="pres">
      <dgm:prSet presAssocID="{CE78E4BB-83F8-47E6-A961-7AC133F50D50}" presName="root" presStyleCnt="0"/>
      <dgm:spPr/>
    </dgm:pt>
    <dgm:pt modelId="{9FB9EDC3-647D-443D-8F9A-912D7651812C}" type="pres">
      <dgm:prSet presAssocID="{CE78E4BB-83F8-47E6-A961-7AC133F50D50}" presName="rootComposite" presStyleCnt="0"/>
      <dgm:spPr/>
    </dgm:pt>
    <dgm:pt modelId="{0BCE1037-9706-410D-834A-ECEC4388E735}" type="pres">
      <dgm:prSet presAssocID="{CE78E4BB-83F8-47E6-A961-7AC133F50D50}" presName="rootText" presStyleLbl="node1" presStyleIdx="1" presStyleCnt="4"/>
      <dgm:spPr/>
    </dgm:pt>
    <dgm:pt modelId="{26658136-CA3D-42D7-A36B-88198D905A09}" type="pres">
      <dgm:prSet presAssocID="{CE78E4BB-83F8-47E6-A961-7AC133F50D50}" presName="rootConnector" presStyleLbl="node1" presStyleIdx="1" presStyleCnt="4"/>
      <dgm:spPr/>
    </dgm:pt>
    <dgm:pt modelId="{F820BF47-1A0C-43F5-AAAD-6ACB2E9AD490}" type="pres">
      <dgm:prSet presAssocID="{CE78E4BB-83F8-47E6-A961-7AC133F50D50}" presName="childShape" presStyleCnt="0"/>
      <dgm:spPr/>
    </dgm:pt>
    <dgm:pt modelId="{5194E25F-D379-447F-929A-993DB7FDEBB6}" type="pres">
      <dgm:prSet presAssocID="{699E814A-C7BB-45C9-8528-BC8893110D3A}" presName="root" presStyleCnt="0"/>
      <dgm:spPr/>
    </dgm:pt>
    <dgm:pt modelId="{340FD182-E020-4339-8DC5-CEFA222C64AC}" type="pres">
      <dgm:prSet presAssocID="{699E814A-C7BB-45C9-8528-BC8893110D3A}" presName="rootComposite" presStyleCnt="0"/>
      <dgm:spPr/>
    </dgm:pt>
    <dgm:pt modelId="{405FCD6E-D4E8-41FA-B6A2-E4BB402E06BE}" type="pres">
      <dgm:prSet presAssocID="{699E814A-C7BB-45C9-8528-BC8893110D3A}" presName="rootText" presStyleLbl="node1" presStyleIdx="2" presStyleCnt="4"/>
      <dgm:spPr/>
    </dgm:pt>
    <dgm:pt modelId="{145781A5-5489-4E99-8DDD-A5C31F300089}" type="pres">
      <dgm:prSet presAssocID="{699E814A-C7BB-45C9-8528-BC8893110D3A}" presName="rootConnector" presStyleLbl="node1" presStyleIdx="2" presStyleCnt="4"/>
      <dgm:spPr/>
    </dgm:pt>
    <dgm:pt modelId="{4DD10E36-D14C-490A-BF06-A6B3FAFA273E}" type="pres">
      <dgm:prSet presAssocID="{699E814A-C7BB-45C9-8528-BC8893110D3A}" presName="childShape" presStyleCnt="0"/>
      <dgm:spPr/>
    </dgm:pt>
    <dgm:pt modelId="{C9B5881D-401D-4DFF-ADCD-A76BC6719BD1}" type="pres">
      <dgm:prSet presAssocID="{BB38D456-89FF-45BB-9803-6B30B36AACB9}" presName="root" presStyleCnt="0"/>
      <dgm:spPr/>
    </dgm:pt>
    <dgm:pt modelId="{3A20517E-5B01-4A3D-B6A4-42B27CCE0F77}" type="pres">
      <dgm:prSet presAssocID="{BB38D456-89FF-45BB-9803-6B30B36AACB9}" presName="rootComposite" presStyleCnt="0"/>
      <dgm:spPr/>
    </dgm:pt>
    <dgm:pt modelId="{8C5134CD-97C1-4A5D-8A99-397EA240E35C}" type="pres">
      <dgm:prSet presAssocID="{BB38D456-89FF-45BB-9803-6B30B36AACB9}" presName="rootText" presStyleLbl="node1" presStyleIdx="3" presStyleCnt="4"/>
      <dgm:spPr/>
    </dgm:pt>
    <dgm:pt modelId="{E785B7E3-F502-42E2-BE10-1B2C6EE54F76}" type="pres">
      <dgm:prSet presAssocID="{BB38D456-89FF-45BB-9803-6B30B36AACB9}" presName="rootConnector" presStyleLbl="node1" presStyleIdx="3" presStyleCnt="4"/>
      <dgm:spPr/>
    </dgm:pt>
    <dgm:pt modelId="{FECB1FBB-D3A5-464E-A91C-971D9A42C899}" type="pres">
      <dgm:prSet presAssocID="{BB38D456-89FF-45BB-9803-6B30B36AACB9}" presName="childShape" presStyleCnt="0"/>
      <dgm:spPr/>
    </dgm:pt>
  </dgm:ptLst>
  <dgm:cxnLst>
    <dgm:cxn modelId="{1A1E0818-8BC6-4A02-9D1E-E295C53E254E}" type="presOf" srcId="{699E814A-C7BB-45C9-8528-BC8893110D3A}" destId="{405FCD6E-D4E8-41FA-B6A2-E4BB402E06BE}" srcOrd="0" destOrd="0" presId="urn:microsoft.com/office/officeart/2005/8/layout/hierarchy3"/>
    <dgm:cxn modelId="{B1BB7568-5333-44BF-B6BD-938932D55139}" type="presOf" srcId="{6A3A96B7-CBB0-421E-8348-37E89F9DCC08}" destId="{3028E8D7-EA6F-4EA7-978A-43633D6AEAF6}" srcOrd="0" destOrd="0" presId="urn:microsoft.com/office/officeart/2005/8/layout/hierarchy3"/>
    <dgm:cxn modelId="{79293258-1F1D-481C-BEF0-DEB360FD8894}" srcId="{E0832AB2-8936-4470-B909-BE7402322893}" destId="{6A3A96B7-CBB0-421E-8348-37E89F9DCC08}" srcOrd="0" destOrd="0" parTransId="{04AE0A4E-B07C-4F7C-9018-F5F08434BBB8}" sibTransId="{7E53CCB1-1282-4A85-8552-9211D16E0FF6}"/>
    <dgm:cxn modelId="{9431497A-9835-404F-8A09-7068AAA8F50A}" type="presOf" srcId="{E0832AB2-8936-4470-B909-BE7402322893}" destId="{8A865662-0E1F-48A4-A993-51A2BB9B2E4F}" srcOrd="0" destOrd="0" presId="urn:microsoft.com/office/officeart/2005/8/layout/hierarchy3"/>
    <dgm:cxn modelId="{5C8C1C89-64B1-4A8F-84FD-D3CEC8F0FBFB}" srcId="{E0832AB2-8936-4470-B909-BE7402322893}" destId="{BB38D456-89FF-45BB-9803-6B30B36AACB9}" srcOrd="3" destOrd="0" parTransId="{1AD6F811-8452-48AE-A0E3-1CAC1CBEC7F8}" sibTransId="{C82D3F18-CB81-49C6-A3EA-F19001DD8F8A}"/>
    <dgm:cxn modelId="{CC528B8E-AA26-4738-8842-B207932A21D5}" type="presOf" srcId="{BB38D456-89FF-45BB-9803-6B30B36AACB9}" destId="{8C5134CD-97C1-4A5D-8A99-397EA240E35C}" srcOrd="0" destOrd="0" presId="urn:microsoft.com/office/officeart/2005/8/layout/hierarchy3"/>
    <dgm:cxn modelId="{8E448EA0-A335-4286-98A7-8350A9806306}" type="presOf" srcId="{CE78E4BB-83F8-47E6-A961-7AC133F50D50}" destId="{0BCE1037-9706-410D-834A-ECEC4388E735}" srcOrd="0" destOrd="0" presId="urn:microsoft.com/office/officeart/2005/8/layout/hierarchy3"/>
    <dgm:cxn modelId="{B3EB14C0-37D9-4E1E-B1F1-D77AF15ADB17}" srcId="{E0832AB2-8936-4470-B909-BE7402322893}" destId="{699E814A-C7BB-45C9-8528-BC8893110D3A}" srcOrd="2" destOrd="0" parTransId="{315CA7EE-92C9-4D75-994E-DB8B3B65E079}" sibTransId="{5E170A91-AAF4-41A0-98AF-36E7EF8A8185}"/>
    <dgm:cxn modelId="{AE580DDA-90E7-4734-AB7C-C1348C4BD1E7}" srcId="{E0832AB2-8936-4470-B909-BE7402322893}" destId="{CE78E4BB-83F8-47E6-A961-7AC133F50D50}" srcOrd="1" destOrd="0" parTransId="{9954E93C-DB74-4489-A2EB-C3560DD8465B}" sibTransId="{26DCD576-8567-48DF-8A0D-00AF7A1DFC6D}"/>
    <dgm:cxn modelId="{B735ECDB-F431-41D7-B5EB-7C8389FBDFD6}" type="presOf" srcId="{699E814A-C7BB-45C9-8528-BC8893110D3A}" destId="{145781A5-5489-4E99-8DDD-A5C31F300089}" srcOrd="1" destOrd="0" presId="urn:microsoft.com/office/officeart/2005/8/layout/hierarchy3"/>
    <dgm:cxn modelId="{384373DD-C986-4CA9-A0DB-89E762222F0D}" type="presOf" srcId="{6A3A96B7-CBB0-421E-8348-37E89F9DCC08}" destId="{7E96EBE4-03A1-4197-A609-8D826601ABC1}" srcOrd="1" destOrd="0" presId="urn:microsoft.com/office/officeart/2005/8/layout/hierarchy3"/>
    <dgm:cxn modelId="{5495CCE2-1673-4E88-9A5E-57DDFB70BC3C}" type="presOf" srcId="{BB38D456-89FF-45BB-9803-6B30B36AACB9}" destId="{E785B7E3-F502-42E2-BE10-1B2C6EE54F76}" srcOrd="1" destOrd="0" presId="urn:microsoft.com/office/officeart/2005/8/layout/hierarchy3"/>
    <dgm:cxn modelId="{E284C6F6-1A3F-499B-8EAB-E8CE265967BA}" type="presOf" srcId="{CE78E4BB-83F8-47E6-A961-7AC133F50D50}" destId="{26658136-CA3D-42D7-A36B-88198D905A09}" srcOrd="1" destOrd="0" presId="urn:microsoft.com/office/officeart/2005/8/layout/hierarchy3"/>
    <dgm:cxn modelId="{61A8217F-96E9-4BAA-A1E0-D8AA7A509C9C}" type="presParOf" srcId="{8A865662-0E1F-48A4-A993-51A2BB9B2E4F}" destId="{EAC5ADFE-339A-4113-97C8-2B160FB55301}" srcOrd="0" destOrd="0" presId="urn:microsoft.com/office/officeart/2005/8/layout/hierarchy3"/>
    <dgm:cxn modelId="{7613275C-A0D6-4EF6-B31A-B65540E57CFB}" type="presParOf" srcId="{EAC5ADFE-339A-4113-97C8-2B160FB55301}" destId="{F7FD8F5A-9E67-42AB-81D8-27CA125220BB}" srcOrd="0" destOrd="0" presId="urn:microsoft.com/office/officeart/2005/8/layout/hierarchy3"/>
    <dgm:cxn modelId="{585E41AC-2740-4B8E-87F9-86B474095BBD}" type="presParOf" srcId="{F7FD8F5A-9E67-42AB-81D8-27CA125220BB}" destId="{3028E8D7-EA6F-4EA7-978A-43633D6AEAF6}" srcOrd="0" destOrd="0" presId="urn:microsoft.com/office/officeart/2005/8/layout/hierarchy3"/>
    <dgm:cxn modelId="{FC964F3F-3CD1-4826-B7CD-BDE6731DA5AF}" type="presParOf" srcId="{F7FD8F5A-9E67-42AB-81D8-27CA125220BB}" destId="{7E96EBE4-03A1-4197-A609-8D826601ABC1}" srcOrd="1" destOrd="0" presId="urn:microsoft.com/office/officeart/2005/8/layout/hierarchy3"/>
    <dgm:cxn modelId="{C3B81C11-C670-484E-A374-0401397E49E6}" type="presParOf" srcId="{EAC5ADFE-339A-4113-97C8-2B160FB55301}" destId="{FD32282A-0269-4D8F-A4C8-0AC524E4BE98}" srcOrd="1" destOrd="0" presId="urn:microsoft.com/office/officeart/2005/8/layout/hierarchy3"/>
    <dgm:cxn modelId="{E341820C-E79E-431E-8B54-90529DAC17CF}" type="presParOf" srcId="{8A865662-0E1F-48A4-A993-51A2BB9B2E4F}" destId="{4A7754E5-4AF7-4EF3-80D7-CE8DA9A463B0}" srcOrd="1" destOrd="0" presId="urn:microsoft.com/office/officeart/2005/8/layout/hierarchy3"/>
    <dgm:cxn modelId="{8FDC9BB2-9B10-4D96-86A1-F2CEDA771BEC}" type="presParOf" srcId="{4A7754E5-4AF7-4EF3-80D7-CE8DA9A463B0}" destId="{9FB9EDC3-647D-443D-8F9A-912D7651812C}" srcOrd="0" destOrd="0" presId="urn:microsoft.com/office/officeart/2005/8/layout/hierarchy3"/>
    <dgm:cxn modelId="{D3AFDFCB-4C6E-4611-BC4A-12EDAF1079EE}" type="presParOf" srcId="{9FB9EDC3-647D-443D-8F9A-912D7651812C}" destId="{0BCE1037-9706-410D-834A-ECEC4388E735}" srcOrd="0" destOrd="0" presId="urn:microsoft.com/office/officeart/2005/8/layout/hierarchy3"/>
    <dgm:cxn modelId="{EAF80534-F4C5-43E7-AAC8-CFDCF1BF4496}" type="presParOf" srcId="{9FB9EDC3-647D-443D-8F9A-912D7651812C}" destId="{26658136-CA3D-42D7-A36B-88198D905A09}" srcOrd="1" destOrd="0" presId="urn:microsoft.com/office/officeart/2005/8/layout/hierarchy3"/>
    <dgm:cxn modelId="{CDF54187-655A-4EF6-B3B1-CE81B0392EC2}" type="presParOf" srcId="{4A7754E5-4AF7-4EF3-80D7-CE8DA9A463B0}" destId="{F820BF47-1A0C-43F5-AAAD-6ACB2E9AD490}" srcOrd="1" destOrd="0" presId="urn:microsoft.com/office/officeart/2005/8/layout/hierarchy3"/>
    <dgm:cxn modelId="{9AECAAFC-9667-4D11-9A0C-883A96F4955B}" type="presParOf" srcId="{8A865662-0E1F-48A4-A993-51A2BB9B2E4F}" destId="{5194E25F-D379-447F-929A-993DB7FDEBB6}" srcOrd="2" destOrd="0" presId="urn:microsoft.com/office/officeart/2005/8/layout/hierarchy3"/>
    <dgm:cxn modelId="{CDB3A7B7-D579-4F0A-B250-CF11F10931A1}" type="presParOf" srcId="{5194E25F-D379-447F-929A-993DB7FDEBB6}" destId="{340FD182-E020-4339-8DC5-CEFA222C64AC}" srcOrd="0" destOrd="0" presId="urn:microsoft.com/office/officeart/2005/8/layout/hierarchy3"/>
    <dgm:cxn modelId="{A18CDA89-75E1-4009-8662-12823BE0C735}" type="presParOf" srcId="{340FD182-E020-4339-8DC5-CEFA222C64AC}" destId="{405FCD6E-D4E8-41FA-B6A2-E4BB402E06BE}" srcOrd="0" destOrd="0" presId="urn:microsoft.com/office/officeart/2005/8/layout/hierarchy3"/>
    <dgm:cxn modelId="{39F44687-47CC-4847-B5FA-9171626C02EE}" type="presParOf" srcId="{340FD182-E020-4339-8DC5-CEFA222C64AC}" destId="{145781A5-5489-4E99-8DDD-A5C31F300089}" srcOrd="1" destOrd="0" presId="urn:microsoft.com/office/officeart/2005/8/layout/hierarchy3"/>
    <dgm:cxn modelId="{1739F4D7-7A71-46AD-AF18-AE4507282747}" type="presParOf" srcId="{5194E25F-D379-447F-929A-993DB7FDEBB6}" destId="{4DD10E36-D14C-490A-BF06-A6B3FAFA273E}" srcOrd="1" destOrd="0" presId="urn:microsoft.com/office/officeart/2005/8/layout/hierarchy3"/>
    <dgm:cxn modelId="{068BC3C5-4BFA-4DCA-883A-52FFA4FC7135}" type="presParOf" srcId="{8A865662-0E1F-48A4-A993-51A2BB9B2E4F}" destId="{C9B5881D-401D-4DFF-ADCD-A76BC6719BD1}" srcOrd="3" destOrd="0" presId="urn:microsoft.com/office/officeart/2005/8/layout/hierarchy3"/>
    <dgm:cxn modelId="{C65A04CF-331A-4999-B842-9651C3153CDB}" type="presParOf" srcId="{C9B5881D-401D-4DFF-ADCD-A76BC6719BD1}" destId="{3A20517E-5B01-4A3D-B6A4-42B27CCE0F77}" srcOrd="0" destOrd="0" presId="urn:microsoft.com/office/officeart/2005/8/layout/hierarchy3"/>
    <dgm:cxn modelId="{D3B3F63B-8FA7-4795-B320-E50599E40129}" type="presParOf" srcId="{3A20517E-5B01-4A3D-B6A4-42B27CCE0F77}" destId="{8C5134CD-97C1-4A5D-8A99-397EA240E35C}" srcOrd="0" destOrd="0" presId="urn:microsoft.com/office/officeart/2005/8/layout/hierarchy3"/>
    <dgm:cxn modelId="{46962050-7F6F-48CC-9B66-DDECEE9590AA}" type="presParOf" srcId="{3A20517E-5B01-4A3D-B6A4-42B27CCE0F77}" destId="{E785B7E3-F502-42E2-BE10-1B2C6EE54F76}" srcOrd="1" destOrd="0" presId="urn:microsoft.com/office/officeart/2005/8/layout/hierarchy3"/>
    <dgm:cxn modelId="{2AA459FA-75DB-4EFA-B026-73AF51A19058}" type="presParOf" srcId="{C9B5881D-401D-4DFF-ADCD-A76BC6719BD1}" destId="{FECB1FBB-D3A5-464E-A91C-971D9A42C899}" srcOrd="1" destOrd="0" presId="urn:microsoft.com/office/officeart/2005/8/layout/hierarchy3"/>
  </dgm:cxnLst>
  <dgm:bg/>
  <dgm:whole/>
  <dgm:extLst>
    <a:ext uri="http://schemas.microsoft.com/office/drawing/2008/diagram">
      <dsp:dataModelExt xmlns:dsp="http://schemas.microsoft.com/office/drawing/2008/diagram" relId="rId9" minVer="http://schemas.openxmlformats.org/drawingml/2006/diagram"/>
    </a:ext>
  </dgm:extLst>
</dgm:dataModel>
</file>

<file path=ppt/diagrams/data6.xml><?xml version="1.0" encoding="utf-8"?>
<dgm:dataModel xmlns:dgm="http://schemas.openxmlformats.org/drawingml/2006/diagram" xmlns:a="http://schemas.openxmlformats.org/drawingml/2006/main">
  <dgm:ptLst>
    <dgm:pt modelId="{E0832AB2-8936-4470-B909-BE7402322893}" type="doc">
      <dgm:prSet loTypeId="urn:microsoft.com/office/officeart/2005/8/layout/hierarchy3" loCatId="hierarchy" qsTypeId="urn:microsoft.com/office/officeart/2005/8/quickstyle/simple1#6" qsCatId="simple" csTypeId="urn:microsoft.com/office/officeart/2005/8/colors/colorful1#5" csCatId="colorful" phldr="1"/>
      <dgm:spPr/>
      <dgm:t>
        <a:bodyPr/>
        <a:lstStyle/>
        <a:p>
          <a:endParaRPr lang="en-US"/>
        </a:p>
      </dgm:t>
    </dgm:pt>
    <dgm:pt modelId="{6A3A96B7-CBB0-421E-8348-37E89F9DCC08}">
      <dgm:prSet>
        <dgm:style>
          <a:lnRef idx="0">
            <a:scrgbClr r="0" g="0" b="0"/>
          </a:lnRef>
          <a:fillRef idx="0">
            <a:scrgbClr r="0" g="0" b="0"/>
          </a:fillRef>
          <a:effectRef idx="0">
            <a:scrgbClr r="0" g="0" b="0"/>
          </a:effectRef>
          <a:fontRef idx="minor">
            <a:schemeClr val="lt1"/>
          </a:fontRef>
        </dgm:style>
      </dgm:prSet>
      <dgm:spPr>
        <a:solidFill>
          <a:schemeClr val="dk1">
            <a:alpha val="50000"/>
          </a:schemeClr>
        </a:solidFill>
        <a:ln>
          <a:noFill/>
        </a:ln>
      </dgm:spPr>
      <dgm:t>
        <a:bodyPr/>
        <a:lstStyle/>
        <a:p>
          <a:r>
            <a:rPr lang="en-US" dirty="0"/>
            <a:t>Think like a human?</a:t>
          </a:r>
        </a:p>
      </dgm:t>
    </dgm:pt>
    <dgm:pt modelId="{04AE0A4E-B07C-4F7C-9018-F5F08434BBB8}" type="parTrans" cxnId="{79293258-1F1D-481C-BEF0-DEB360FD8894}">
      <dgm:prSet/>
      <dgm:spPr/>
      <dgm:t>
        <a:bodyPr/>
        <a:lstStyle/>
        <a:p>
          <a:endParaRPr lang="en-US"/>
        </a:p>
      </dgm:t>
    </dgm:pt>
    <dgm:pt modelId="{7E53CCB1-1282-4A85-8552-9211D16E0FF6}" type="sibTrans" cxnId="{79293258-1F1D-481C-BEF0-DEB360FD8894}">
      <dgm:prSet/>
      <dgm:spPr/>
      <dgm:t>
        <a:bodyPr/>
        <a:lstStyle/>
        <a:p>
          <a:endParaRPr lang="en-US"/>
        </a:p>
      </dgm:t>
    </dgm:pt>
    <dgm:pt modelId="{CE78E4BB-83F8-47E6-A961-7AC133F50D50}">
      <dgm:prSet>
        <dgm:style>
          <a:lnRef idx="0">
            <a:scrgbClr r="0" g="0" b="0"/>
          </a:lnRef>
          <a:fillRef idx="0">
            <a:scrgbClr r="0" g="0" b="0"/>
          </a:fillRef>
          <a:effectRef idx="0">
            <a:scrgbClr r="0" g="0" b="0"/>
          </a:effectRef>
          <a:fontRef idx="minor">
            <a:schemeClr val="lt1"/>
          </a:fontRef>
        </dgm:style>
      </dgm:prSet>
      <dgm:spPr>
        <a:solidFill>
          <a:schemeClr val="dk1">
            <a:alpha val="50000"/>
          </a:schemeClr>
        </a:solidFill>
        <a:ln>
          <a:noFill/>
        </a:ln>
      </dgm:spPr>
      <dgm:t>
        <a:bodyPr/>
        <a:lstStyle/>
        <a:p>
          <a:r>
            <a:rPr lang="en-US" dirty="0"/>
            <a:t>Act like a human?</a:t>
          </a:r>
        </a:p>
      </dgm:t>
    </dgm:pt>
    <dgm:pt modelId="{9954E93C-DB74-4489-A2EB-C3560DD8465B}" type="parTrans" cxnId="{AE580DDA-90E7-4734-AB7C-C1348C4BD1E7}">
      <dgm:prSet/>
      <dgm:spPr/>
      <dgm:t>
        <a:bodyPr/>
        <a:lstStyle/>
        <a:p>
          <a:endParaRPr lang="en-US"/>
        </a:p>
      </dgm:t>
    </dgm:pt>
    <dgm:pt modelId="{26DCD576-8567-48DF-8A0D-00AF7A1DFC6D}" type="sibTrans" cxnId="{AE580DDA-90E7-4734-AB7C-C1348C4BD1E7}">
      <dgm:prSet/>
      <dgm:spPr/>
      <dgm:t>
        <a:bodyPr/>
        <a:lstStyle/>
        <a:p>
          <a:endParaRPr lang="en-US"/>
        </a:p>
      </dgm:t>
    </dgm:pt>
    <dgm:pt modelId="{699E814A-C7BB-45C9-8528-BC8893110D3A}">
      <dgm:prSet>
        <dgm:style>
          <a:lnRef idx="3">
            <a:schemeClr val="lt1"/>
          </a:lnRef>
          <a:fillRef idx="1">
            <a:schemeClr val="accent4"/>
          </a:fillRef>
          <a:effectRef idx="1">
            <a:schemeClr val="accent4"/>
          </a:effectRef>
          <a:fontRef idx="minor">
            <a:schemeClr val="lt1"/>
          </a:fontRef>
        </dgm:style>
      </dgm:prSet>
      <dgm:spPr/>
      <dgm:t>
        <a:bodyPr/>
        <a:lstStyle/>
        <a:p>
          <a:r>
            <a:rPr lang="en-US" dirty="0"/>
            <a:t>Think rationally?</a:t>
          </a:r>
        </a:p>
      </dgm:t>
    </dgm:pt>
    <dgm:pt modelId="{315CA7EE-92C9-4D75-994E-DB8B3B65E079}" type="parTrans" cxnId="{B3EB14C0-37D9-4E1E-B1F1-D77AF15ADB17}">
      <dgm:prSet/>
      <dgm:spPr/>
      <dgm:t>
        <a:bodyPr/>
        <a:lstStyle/>
        <a:p>
          <a:endParaRPr lang="en-US"/>
        </a:p>
      </dgm:t>
    </dgm:pt>
    <dgm:pt modelId="{5E170A91-AAF4-41A0-98AF-36E7EF8A8185}" type="sibTrans" cxnId="{B3EB14C0-37D9-4E1E-B1F1-D77AF15ADB17}">
      <dgm:prSet/>
      <dgm:spPr/>
      <dgm:t>
        <a:bodyPr/>
        <a:lstStyle/>
        <a:p>
          <a:endParaRPr lang="en-US"/>
        </a:p>
      </dgm:t>
    </dgm:pt>
    <dgm:pt modelId="{BB38D456-89FF-45BB-9803-6B30B36AACB9}">
      <dgm:prSet>
        <dgm:style>
          <a:lnRef idx="0">
            <a:scrgbClr r="0" g="0" b="0"/>
          </a:lnRef>
          <a:fillRef idx="0">
            <a:scrgbClr r="0" g="0" b="0"/>
          </a:fillRef>
          <a:effectRef idx="0">
            <a:scrgbClr r="0" g="0" b="0"/>
          </a:effectRef>
          <a:fontRef idx="minor">
            <a:schemeClr val="lt1"/>
          </a:fontRef>
        </dgm:style>
      </dgm:prSet>
      <dgm:spPr>
        <a:solidFill>
          <a:schemeClr val="dk1">
            <a:alpha val="50000"/>
          </a:schemeClr>
        </a:solidFill>
        <a:ln>
          <a:noFill/>
        </a:ln>
      </dgm:spPr>
      <dgm:t>
        <a:bodyPr/>
        <a:lstStyle/>
        <a:p>
          <a:r>
            <a:rPr lang="en-US" dirty="0"/>
            <a:t>Act rationally?</a:t>
          </a:r>
        </a:p>
      </dgm:t>
    </dgm:pt>
    <dgm:pt modelId="{1AD6F811-8452-48AE-A0E3-1CAC1CBEC7F8}" type="parTrans" cxnId="{5C8C1C89-64B1-4A8F-84FD-D3CEC8F0FBFB}">
      <dgm:prSet/>
      <dgm:spPr/>
      <dgm:t>
        <a:bodyPr/>
        <a:lstStyle/>
        <a:p>
          <a:endParaRPr lang="en-US"/>
        </a:p>
      </dgm:t>
    </dgm:pt>
    <dgm:pt modelId="{C82D3F18-CB81-49C6-A3EA-F19001DD8F8A}" type="sibTrans" cxnId="{5C8C1C89-64B1-4A8F-84FD-D3CEC8F0FBFB}">
      <dgm:prSet/>
      <dgm:spPr/>
      <dgm:t>
        <a:bodyPr/>
        <a:lstStyle/>
        <a:p>
          <a:endParaRPr lang="en-US"/>
        </a:p>
      </dgm:t>
    </dgm:pt>
    <dgm:pt modelId="{8A865662-0E1F-48A4-A993-51A2BB9B2E4F}" type="pres">
      <dgm:prSet presAssocID="{E0832AB2-8936-4470-B909-BE7402322893}" presName="diagram" presStyleCnt="0">
        <dgm:presLayoutVars>
          <dgm:chPref val="1"/>
          <dgm:dir/>
          <dgm:animOne val="branch"/>
          <dgm:animLvl val="lvl"/>
          <dgm:resizeHandles/>
        </dgm:presLayoutVars>
      </dgm:prSet>
      <dgm:spPr/>
    </dgm:pt>
    <dgm:pt modelId="{EAC5ADFE-339A-4113-97C8-2B160FB55301}" type="pres">
      <dgm:prSet presAssocID="{6A3A96B7-CBB0-421E-8348-37E89F9DCC08}" presName="root" presStyleCnt="0"/>
      <dgm:spPr/>
    </dgm:pt>
    <dgm:pt modelId="{F7FD8F5A-9E67-42AB-81D8-27CA125220BB}" type="pres">
      <dgm:prSet presAssocID="{6A3A96B7-CBB0-421E-8348-37E89F9DCC08}" presName="rootComposite" presStyleCnt="0"/>
      <dgm:spPr/>
    </dgm:pt>
    <dgm:pt modelId="{3028E8D7-EA6F-4EA7-978A-43633D6AEAF6}" type="pres">
      <dgm:prSet presAssocID="{6A3A96B7-CBB0-421E-8348-37E89F9DCC08}" presName="rootText" presStyleLbl="node1" presStyleIdx="0" presStyleCnt="4"/>
      <dgm:spPr/>
    </dgm:pt>
    <dgm:pt modelId="{7E96EBE4-03A1-4197-A609-8D826601ABC1}" type="pres">
      <dgm:prSet presAssocID="{6A3A96B7-CBB0-421E-8348-37E89F9DCC08}" presName="rootConnector" presStyleLbl="node1" presStyleIdx="0" presStyleCnt="4"/>
      <dgm:spPr/>
    </dgm:pt>
    <dgm:pt modelId="{FD32282A-0269-4D8F-A4C8-0AC524E4BE98}" type="pres">
      <dgm:prSet presAssocID="{6A3A96B7-CBB0-421E-8348-37E89F9DCC08}" presName="childShape" presStyleCnt="0"/>
      <dgm:spPr/>
    </dgm:pt>
    <dgm:pt modelId="{4A7754E5-4AF7-4EF3-80D7-CE8DA9A463B0}" type="pres">
      <dgm:prSet presAssocID="{CE78E4BB-83F8-47E6-A961-7AC133F50D50}" presName="root" presStyleCnt="0"/>
      <dgm:spPr/>
    </dgm:pt>
    <dgm:pt modelId="{9FB9EDC3-647D-443D-8F9A-912D7651812C}" type="pres">
      <dgm:prSet presAssocID="{CE78E4BB-83F8-47E6-A961-7AC133F50D50}" presName="rootComposite" presStyleCnt="0"/>
      <dgm:spPr/>
    </dgm:pt>
    <dgm:pt modelId="{0BCE1037-9706-410D-834A-ECEC4388E735}" type="pres">
      <dgm:prSet presAssocID="{CE78E4BB-83F8-47E6-A961-7AC133F50D50}" presName="rootText" presStyleLbl="node1" presStyleIdx="1" presStyleCnt="4"/>
      <dgm:spPr/>
    </dgm:pt>
    <dgm:pt modelId="{26658136-CA3D-42D7-A36B-88198D905A09}" type="pres">
      <dgm:prSet presAssocID="{CE78E4BB-83F8-47E6-A961-7AC133F50D50}" presName="rootConnector" presStyleLbl="node1" presStyleIdx="1" presStyleCnt="4"/>
      <dgm:spPr/>
    </dgm:pt>
    <dgm:pt modelId="{F820BF47-1A0C-43F5-AAAD-6ACB2E9AD490}" type="pres">
      <dgm:prSet presAssocID="{CE78E4BB-83F8-47E6-A961-7AC133F50D50}" presName="childShape" presStyleCnt="0"/>
      <dgm:spPr/>
    </dgm:pt>
    <dgm:pt modelId="{5194E25F-D379-447F-929A-993DB7FDEBB6}" type="pres">
      <dgm:prSet presAssocID="{699E814A-C7BB-45C9-8528-BC8893110D3A}" presName="root" presStyleCnt="0"/>
      <dgm:spPr/>
    </dgm:pt>
    <dgm:pt modelId="{340FD182-E020-4339-8DC5-CEFA222C64AC}" type="pres">
      <dgm:prSet presAssocID="{699E814A-C7BB-45C9-8528-BC8893110D3A}" presName="rootComposite" presStyleCnt="0"/>
      <dgm:spPr/>
    </dgm:pt>
    <dgm:pt modelId="{405FCD6E-D4E8-41FA-B6A2-E4BB402E06BE}" type="pres">
      <dgm:prSet presAssocID="{699E814A-C7BB-45C9-8528-BC8893110D3A}" presName="rootText" presStyleLbl="node1" presStyleIdx="2" presStyleCnt="4"/>
      <dgm:spPr/>
    </dgm:pt>
    <dgm:pt modelId="{145781A5-5489-4E99-8DDD-A5C31F300089}" type="pres">
      <dgm:prSet presAssocID="{699E814A-C7BB-45C9-8528-BC8893110D3A}" presName="rootConnector" presStyleLbl="node1" presStyleIdx="2" presStyleCnt="4"/>
      <dgm:spPr/>
    </dgm:pt>
    <dgm:pt modelId="{4DD10E36-D14C-490A-BF06-A6B3FAFA273E}" type="pres">
      <dgm:prSet presAssocID="{699E814A-C7BB-45C9-8528-BC8893110D3A}" presName="childShape" presStyleCnt="0"/>
      <dgm:spPr/>
    </dgm:pt>
    <dgm:pt modelId="{C9B5881D-401D-4DFF-ADCD-A76BC6719BD1}" type="pres">
      <dgm:prSet presAssocID="{BB38D456-89FF-45BB-9803-6B30B36AACB9}" presName="root" presStyleCnt="0"/>
      <dgm:spPr/>
    </dgm:pt>
    <dgm:pt modelId="{3A20517E-5B01-4A3D-B6A4-42B27CCE0F77}" type="pres">
      <dgm:prSet presAssocID="{BB38D456-89FF-45BB-9803-6B30B36AACB9}" presName="rootComposite" presStyleCnt="0"/>
      <dgm:spPr/>
    </dgm:pt>
    <dgm:pt modelId="{8C5134CD-97C1-4A5D-8A99-397EA240E35C}" type="pres">
      <dgm:prSet presAssocID="{BB38D456-89FF-45BB-9803-6B30B36AACB9}" presName="rootText" presStyleLbl="node1" presStyleIdx="3" presStyleCnt="4"/>
      <dgm:spPr/>
    </dgm:pt>
    <dgm:pt modelId="{E785B7E3-F502-42E2-BE10-1B2C6EE54F76}" type="pres">
      <dgm:prSet presAssocID="{BB38D456-89FF-45BB-9803-6B30B36AACB9}" presName="rootConnector" presStyleLbl="node1" presStyleIdx="3" presStyleCnt="4"/>
      <dgm:spPr/>
    </dgm:pt>
    <dgm:pt modelId="{FECB1FBB-D3A5-464E-A91C-971D9A42C899}" type="pres">
      <dgm:prSet presAssocID="{BB38D456-89FF-45BB-9803-6B30B36AACB9}" presName="childShape" presStyleCnt="0"/>
      <dgm:spPr/>
    </dgm:pt>
  </dgm:ptLst>
  <dgm:cxnLst>
    <dgm:cxn modelId="{1A1E0818-8BC6-4A02-9D1E-E295C53E254E}" type="presOf" srcId="{699E814A-C7BB-45C9-8528-BC8893110D3A}" destId="{405FCD6E-D4E8-41FA-B6A2-E4BB402E06BE}" srcOrd="0" destOrd="0" presId="urn:microsoft.com/office/officeart/2005/8/layout/hierarchy3"/>
    <dgm:cxn modelId="{B1BB7568-5333-44BF-B6BD-938932D55139}" type="presOf" srcId="{6A3A96B7-CBB0-421E-8348-37E89F9DCC08}" destId="{3028E8D7-EA6F-4EA7-978A-43633D6AEAF6}" srcOrd="0" destOrd="0" presId="urn:microsoft.com/office/officeart/2005/8/layout/hierarchy3"/>
    <dgm:cxn modelId="{79293258-1F1D-481C-BEF0-DEB360FD8894}" srcId="{E0832AB2-8936-4470-B909-BE7402322893}" destId="{6A3A96B7-CBB0-421E-8348-37E89F9DCC08}" srcOrd="0" destOrd="0" parTransId="{04AE0A4E-B07C-4F7C-9018-F5F08434BBB8}" sibTransId="{7E53CCB1-1282-4A85-8552-9211D16E0FF6}"/>
    <dgm:cxn modelId="{9431497A-9835-404F-8A09-7068AAA8F50A}" type="presOf" srcId="{E0832AB2-8936-4470-B909-BE7402322893}" destId="{8A865662-0E1F-48A4-A993-51A2BB9B2E4F}" srcOrd="0" destOrd="0" presId="urn:microsoft.com/office/officeart/2005/8/layout/hierarchy3"/>
    <dgm:cxn modelId="{5C8C1C89-64B1-4A8F-84FD-D3CEC8F0FBFB}" srcId="{E0832AB2-8936-4470-B909-BE7402322893}" destId="{BB38D456-89FF-45BB-9803-6B30B36AACB9}" srcOrd="3" destOrd="0" parTransId="{1AD6F811-8452-48AE-A0E3-1CAC1CBEC7F8}" sibTransId="{C82D3F18-CB81-49C6-A3EA-F19001DD8F8A}"/>
    <dgm:cxn modelId="{CC528B8E-AA26-4738-8842-B207932A21D5}" type="presOf" srcId="{BB38D456-89FF-45BB-9803-6B30B36AACB9}" destId="{8C5134CD-97C1-4A5D-8A99-397EA240E35C}" srcOrd="0" destOrd="0" presId="urn:microsoft.com/office/officeart/2005/8/layout/hierarchy3"/>
    <dgm:cxn modelId="{8E448EA0-A335-4286-98A7-8350A9806306}" type="presOf" srcId="{CE78E4BB-83F8-47E6-A961-7AC133F50D50}" destId="{0BCE1037-9706-410D-834A-ECEC4388E735}" srcOrd="0" destOrd="0" presId="urn:microsoft.com/office/officeart/2005/8/layout/hierarchy3"/>
    <dgm:cxn modelId="{B3EB14C0-37D9-4E1E-B1F1-D77AF15ADB17}" srcId="{E0832AB2-8936-4470-B909-BE7402322893}" destId="{699E814A-C7BB-45C9-8528-BC8893110D3A}" srcOrd="2" destOrd="0" parTransId="{315CA7EE-92C9-4D75-994E-DB8B3B65E079}" sibTransId="{5E170A91-AAF4-41A0-98AF-36E7EF8A8185}"/>
    <dgm:cxn modelId="{AE580DDA-90E7-4734-AB7C-C1348C4BD1E7}" srcId="{E0832AB2-8936-4470-B909-BE7402322893}" destId="{CE78E4BB-83F8-47E6-A961-7AC133F50D50}" srcOrd="1" destOrd="0" parTransId="{9954E93C-DB74-4489-A2EB-C3560DD8465B}" sibTransId="{26DCD576-8567-48DF-8A0D-00AF7A1DFC6D}"/>
    <dgm:cxn modelId="{B735ECDB-F431-41D7-B5EB-7C8389FBDFD6}" type="presOf" srcId="{699E814A-C7BB-45C9-8528-BC8893110D3A}" destId="{145781A5-5489-4E99-8DDD-A5C31F300089}" srcOrd="1" destOrd="0" presId="urn:microsoft.com/office/officeart/2005/8/layout/hierarchy3"/>
    <dgm:cxn modelId="{384373DD-C986-4CA9-A0DB-89E762222F0D}" type="presOf" srcId="{6A3A96B7-CBB0-421E-8348-37E89F9DCC08}" destId="{7E96EBE4-03A1-4197-A609-8D826601ABC1}" srcOrd="1" destOrd="0" presId="urn:microsoft.com/office/officeart/2005/8/layout/hierarchy3"/>
    <dgm:cxn modelId="{5495CCE2-1673-4E88-9A5E-57DDFB70BC3C}" type="presOf" srcId="{BB38D456-89FF-45BB-9803-6B30B36AACB9}" destId="{E785B7E3-F502-42E2-BE10-1B2C6EE54F76}" srcOrd="1" destOrd="0" presId="urn:microsoft.com/office/officeart/2005/8/layout/hierarchy3"/>
    <dgm:cxn modelId="{E284C6F6-1A3F-499B-8EAB-E8CE265967BA}" type="presOf" srcId="{CE78E4BB-83F8-47E6-A961-7AC133F50D50}" destId="{26658136-CA3D-42D7-A36B-88198D905A09}" srcOrd="1" destOrd="0" presId="urn:microsoft.com/office/officeart/2005/8/layout/hierarchy3"/>
    <dgm:cxn modelId="{61A8217F-96E9-4BAA-A1E0-D8AA7A509C9C}" type="presParOf" srcId="{8A865662-0E1F-48A4-A993-51A2BB9B2E4F}" destId="{EAC5ADFE-339A-4113-97C8-2B160FB55301}" srcOrd="0" destOrd="0" presId="urn:microsoft.com/office/officeart/2005/8/layout/hierarchy3"/>
    <dgm:cxn modelId="{7613275C-A0D6-4EF6-B31A-B65540E57CFB}" type="presParOf" srcId="{EAC5ADFE-339A-4113-97C8-2B160FB55301}" destId="{F7FD8F5A-9E67-42AB-81D8-27CA125220BB}" srcOrd="0" destOrd="0" presId="urn:microsoft.com/office/officeart/2005/8/layout/hierarchy3"/>
    <dgm:cxn modelId="{585E41AC-2740-4B8E-87F9-86B474095BBD}" type="presParOf" srcId="{F7FD8F5A-9E67-42AB-81D8-27CA125220BB}" destId="{3028E8D7-EA6F-4EA7-978A-43633D6AEAF6}" srcOrd="0" destOrd="0" presId="urn:microsoft.com/office/officeart/2005/8/layout/hierarchy3"/>
    <dgm:cxn modelId="{FC964F3F-3CD1-4826-B7CD-BDE6731DA5AF}" type="presParOf" srcId="{F7FD8F5A-9E67-42AB-81D8-27CA125220BB}" destId="{7E96EBE4-03A1-4197-A609-8D826601ABC1}" srcOrd="1" destOrd="0" presId="urn:microsoft.com/office/officeart/2005/8/layout/hierarchy3"/>
    <dgm:cxn modelId="{C3B81C11-C670-484E-A374-0401397E49E6}" type="presParOf" srcId="{EAC5ADFE-339A-4113-97C8-2B160FB55301}" destId="{FD32282A-0269-4D8F-A4C8-0AC524E4BE98}" srcOrd="1" destOrd="0" presId="urn:microsoft.com/office/officeart/2005/8/layout/hierarchy3"/>
    <dgm:cxn modelId="{E341820C-E79E-431E-8B54-90529DAC17CF}" type="presParOf" srcId="{8A865662-0E1F-48A4-A993-51A2BB9B2E4F}" destId="{4A7754E5-4AF7-4EF3-80D7-CE8DA9A463B0}" srcOrd="1" destOrd="0" presId="urn:microsoft.com/office/officeart/2005/8/layout/hierarchy3"/>
    <dgm:cxn modelId="{8FDC9BB2-9B10-4D96-86A1-F2CEDA771BEC}" type="presParOf" srcId="{4A7754E5-4AF7-4EF3-80D7-CE8DA9A463B0}" destId="{9FB9EDC3-647D-443D-8F9A-912D7651812C}" srcOrd="0" destOrd="0" presId="urn:microsoft.com/office/officeart/2005/8/layout/hierarchy3"/>
    <dgm:cxn modelId="{D3AFDFCB-4C6E-4611-BC4A-12EDAF1079EE}" type="presParOf" srcId="{9FB9EDC3-647D-443D-8F9A-912D7651812C}" destId="{0BCE1037-9706-410D-834A-ECEC4388E735}" srcOrd="0" destOrd="0" presId="urn:microsoft.com/office/officeart/2005/8/layout/hierarchy3"/>
    <dgm:cxn modelId="{EAF80534-F4C5-43E7-AAC8-CFDCF1BF4496}" type="presParOf" srcId="{9FB9EDC3-647D-443D-8F9A-912D7651812C}" destId="{26658136-CA3D-42D7-A36B-88198D905A09}" srcOrd="1" destOrd="0" presId="urn:microsoft.com/office/officeart/2005/8/layout/hierarchy3"/>
    <dgm:cxn modelId="{CDF54187-655A-4EF6-B3B1-CE81B0392EC2}" type="presParOf" srcId="{4A7754E5-4AF7-4EF3-80D7-CE8DA9A463B0}" destId="{F820BF47-1A0C-43F5-AAAD-6ACB2E9AD490}" srcOrd="1" destOrd="0" presId="urn:microsoft.com/office/officeart/2005/8/layout/hierarchy3"/>
    <dgm:cxn modelId="{9AECAAFC-9667-4D11-9A0C-883A96F4955B}" type="presParOf" srcId="{8A865662-0E1F-48A4-A993-51A2BB9B2E4F}" destId="{5194E25F-D379-447F-929A-993DB7FDEBB6}" srcOrd="2" destOrd="0" presId="urn:microsoft.com/office/officeart/2005/8/layout/hierarchy3"/>
    <dgm:cxn modelId="{CDB3A7B7-D579-4F0A-B250-CF11F10931A1}" type="presParOf" srcId="{5194E25F-D379-447F-929A-993DB7FDEBB6}" destId="{340FD182-E020-4339-8DC5-CEFA222C64AC}" srcOrd="0" destOrd="0" presId="urn:microsoft.com/office/officeart/2005/8/layout/hierarchy3"/>
    <dgm:cxn modelId="{A18CDA89-75E1-4009-8662-12823BE0C735}" type="presParOf" srcId="{340FD182-E020-4339-8DC5-CEFA222C64AC}" destId="{405FCD6E-D4E8-41FA-B6A2-E4BB402E06BE}" srcOrd="0" destOrd="0" presId="urn:microsoft.com/office/officeart/2005/8/layout/hierarchy3"/>
    <dgm:cxn modelId="{39F44687-47CC-4847-B5FA-9171626C02EE}" type="presParOf" srcId="{340FD182-E020-4339-8DC5-CEFA222C64AC}" destId="{145781A5-5489-4E99-8DDD-A5C31F300089}" srcOrd="1" destOrd="0" presId="urn:microsoft.com/office/officeart/2005/8/layout/hierarchy3"/>
    <dgm:cxn modelId="{1739F4D7-7A71-46AD-AF18-AE4507282747}" type="presParOf" srcId="{5194E25F-D379-447F-929A-993DB7FDEBB6}" destId="{4DD10E36-D14C-490A-BF06-A6B3FAFA273E}" srcOrd="1" destOrd="0" presId="urn:microsoft.com/office/officeart/2005/8/layout/hierarchy3"/>
    <dgm:cxn modelId="{068BC3C5-4BFA-4DCA-883A-52FFA4FC7135}" type="presParOf" srcId="{8A865662-0E1F-48A4-A993-51A2BB9B2E4F}" destId="{C9B5881D-401D-4DFF-ADCD-A76BC6719BD1}" srcOrd="3" destOrd="0" presId="urn:microsoft.com/office/officeart/2005/8/layout/hierarchy3"/>
    <dgm:cxn modelId="{C65A04CF-331A-4999-B842-9651C3153CDB}" type="presParOf" srcId="{C9B5881D-401D-4DFF-ADCD-A76BC6719BD1}" destId="{3A20517E-5B01-4A3D-B6A4-42B27CCE0F77}" srcOrd="0" destOrd="0" presId="urn:microsoft.com/office/officeart/2005/8/layout/hierarchy3"/>
    <dgm:cxn modelId="{D3B3F63B-8FA7-4795-B320-E50599E40129}" type="presParOf" srcId="{3A20517E-5B01-4A3D-B6A4-42B27CCE0F77}" destId="{8C5134CD-97C1-4A5D-8A99-397EA240E35C}" srcOrd="0" destOrd="0" presId="urn:microsoft.com/office/officeart/2005/8/layout/hierarchy3"/>
    <dgm:cxn modelId="{46962050-7F6F-48CC-9B66-DDECEE9590AA}" type="presParOf" srcId="{3A20517E-5B01-4A3D-B6A4-42B27CCE0F77}" destId="{E785B7E3-F502-42E2-BE10-1B2C6EE54F76}" srcOrd="1" destOrd="0" presId="urn:microsoft.com/office/officeart/2005/8/layout/hierarchy3"/>
    <dgm:cxn modelId="{2AA459FA-75DB-4EFA-B026-73AF51A19058}" type="presParOf" srcId="{C9B5881D-401D-4DFF-ADCD-A76BC6719BD1}" destId="{FECB1FBB-D3A5-464E-A91C-971D9A42C899}" srcOrd="1" destOrd="0" presId="urn:microsoft.com/office/officeart/2005/8/layout/hierarchy3"/>
  </dgm:cxnLst>
  <dgm:bg/>
  <dgm:whole/>
  <dgm:extLst>
    <a:ext uri="http://schemas.microsoft.com/office/drawing/2008/diagram">
      <dsp:dataModelExt xmlns:dsp="http://schemas.microsoft.com/office/drawing/2008/diagram" relId="rId8" minVer="http://schemas.openxmlformats.org/drawingml/2006/diagram"/>
    </a:ext>
  </dgm:extLst>
</dgm:dataModel>
</file>

<file path=ppt/diagrams/data7.xml><?xml version="1.0" encoding="utf-8"?>
<dgm:dataModel xmlns:dgm="http://schemas.openxmlformats.org/drawingml/2006/diagram" xmlns:a="http://schemas.openxmlformats.org/drawingml/2006/main">
  <dgm:ptLst>
    <dgm:pt modelId="{E0832AB2-8936-4470-B909-BE7402322893}" type="doc">
      <dgm:prSet loTypeId="urn:microsoft.com/office/officeart/2005/8/layout/hierarchy3" loCatId="hierarchy" qsTypeId="urn:microsoft.com/office/officeart/2005/8/quickstyle/simple1#7" qsCatId="simple" csTypeId="urn:microsoft.com/office/officeart/2005/8/colors/colorful1#6" csCatId="colorful" phldr="1"/>
      <dgm:spPr/>
      <dgm:t>
        <a:bodyPr/>
        <a:lstStyle/>
        <a:p>
          <a:endParaRPr lang="en-US"/>
        </a:p>
      </dgm:t>
    </dgm:pt>
    <dgm:pt modelId="{6A3A96B7-CBB0-421E-8348-37E89F9DCC08}">
      <dgm:prSet>
        <dgm:style>
          <a:lnRef idx="0">
            <a:scrgbClr r="0" g="0" b="0"/>
          </a:lnRef>
          <a:fillRef idx="0">
            <a:scrgbClr r="0" g="0" b="0"/>
          </a:fillRef>
          <a:effectRef idx="0">
            <a:scrgbClr r="0" g="0" b="0"/>
          </a:effectRef>
          <a:fontRef idx="minor">
            <a:schemeClr val="lt1"/>
          </a:fontRef>
        </dgm:style>
      </dgm:prSet>
      <dgm:spPr>
        <a:solidFill>
          <a:schemeClr val="dk1">
            <a:alpha val="50000"/>
          </a:schemeClr>
        </a:solidFill>
        <a:ln>
          <a:noFill/>
        </a:ln>
      </dgm:spPr>
      <dgm:t>
        <a:bodyPr/>
        <a:lstStyle/>
        <a:p>
          <a:r>
            <a:rPr lang="en-US" dirty="0"/>
            <a:t>Think like a human?</a:t>
          </a:r>
        </a:p>
      </dgm:t>
    </dgm:pt>
    <dgm:pt modelId="{04AE0A4E-B07C-4F7C-9018-F5F08434BBB8}" type="parTrans" cxnId="{79293258-1F1D-481C-BEF0-DEB360FD8894}">
      <dgm:prSet/>
      <dgm:spPr/>
      <dgm:t>
        <a:bodyPr/>
        <a:lstStyle/>
        <a:p>
          <a:endParaRPr lang="en-US"/>
        </a:p>
      </dgm:t>
    </dgm:pt>
    <dgm:pt modelId="{7E53CCB1-1282-4A85-8552-9211D16E0FF6}" type="sibTrans" cxnId="{79293258-1F1D-481C-BEF0-DEB360FD8894}">
      <dgm:prSet/>
      <dgm:spPr/>
      <dgm:t>
        <a:bodyPr/>
        <a:lstStyle/>
        <a:p>
          <a:endParaRPr lang="en-US"/>
        </a:p>
      </dgm:t>
    </dgm:pt>
    <dgm:pt modelId="{CE78E4BB-83F8-47E6-A961-7AC133F50D50}">
      <dgm:prSet>
        <dgm:style>
          <a:lnRef idx="0">
            <a:scrgbClr r="0" g="0" b="0"/>
          </a:lnRef>
          <a:fillRef idx="0">
            <a:scrgbClr r="0" g="0" b="0"/>
          </a:fillRef>
          <a:effectRef idx="0">
            <a:scrgbClr r="0" g="0" b="0"/>
          </a:effectRef>
          <a:fontRef idx="minor">
            <a:schemeClr val="lt1"/>
          </a:fontRef>
        </dgm:style>
      </dgm:prSet>
      <dgm:spPr>
        <a:solidFill>
          <a:schemeClr val="dk1">
            <a:alpha val="50000"/>
          </a:schemeClr>
        </a:solidFill>
        <a:ln>
          <a:noFill/>
        </a:ln>
      </dgm:spPr>
      <dgm:t>
        <a:bodyPr/>
        <a:lstStyle/>
        <a:p>
          <a:r>
            <a:rPr lang="en-US" dirty="0"/>
            <a:t>Act like a human?</a:t>
          </a:r>
        </a:p>
      </dgm:t>
    </dgm:pt>
    <dgm:pt modelId="{9954E93C-DB74-4489-A2EB-C3560DD8465B}" type="parTrans" cxnId="{AE580DDA-90E7-4734-AB7C-C1348C4BD1E7}">
      <dgm:prSet/>
      <dgm:spPr/>
      <dgm:t>
        <a:bodyPr/>
        <a:lstStyle/>
        <a:p>
          <a:endParaRPr lang="en-US"/>
        </a:p>
      </dgm:t>
    </dgm:pt>
    <dgm:pt modelId="{26DCD576-8567-48DF-8A0D-00AF7A1DFC6D}" type="sibTrans" cxnId="{AE580DDA-90E7-4734-AB7C-C1348C4BD1E7}">
      <dgm:prSet/>
      <dgm:spPr/>
      <dgm:t>
        <a:bodyPr/>
        <a:lstStyle/>
        <a:p>
          <a:endParaRPr lang="en-US"/>
        </a:p>
      </dgm:t>
    </dgm:pt>
    <dgm:pt modelId="{699E814A-C7BB-45C9-8528-BC8893110D3A}">
      <dgm:prSet>
        <dgm:style>
          <a:lnRef idx="0">
            <a:scrgbClr r="0" g="0" b="0"/>
          </a:lnRef>
          <a:fillRef idx="0">
            <a:scrgbClr r="0" g="0" b="0"/>
          </a:fillRef>
          <a:effectRef idx="0">
            <a:scrgbClr r="0" g="0" b="0"/>
          </a:effectRef>
          <a:fontRef idx="minor">
            <a:schemeClr val="lt1"/>
          </a:fontRef>
        </dgm:style>
      </dgm:prSet>
      <dgm:spPr>
        <a:solidFill>
          <a:schemeClr val="dk1">
            <a:alpha val="50000"/>
          </a:schemeClr>
        </a:solidFill>
        <a:ln>
          <a:noFill/>
        </a:ln>
      </dgm:spPr>
      <dgm:t>
        <a:bodyPr/>
        <a:lstStyle/>
        <a:p>
          <a:r>
            <a:rPr lang="en-US" dirty="0"/>
            <a:t>Think rationally?</a:t>
          </a:r>
        </a:p>
      </dgm:t>
    </dgm:pt>
    <dgm:pt modelId="{315CA7EE-92C9-4D75-994E-DB8B3B65E079}" type="parTrans" cxnId="{B3EB14C0-37D9-4E1E-B1F1-D77AF15ADB17}">
      <dgm:prSet/>
      <dgm:spPr/>
      <dgm:t>
        <a:bodyPr/>
        <a:lstStyle/>
        <a:p>
          <a:endParaRPr lang="en-US"/>
        </a:p>
      </dgm:t>
    </dgm:pt>
    <dgm:pt modelId="{5E170A91-AAF4-41A0-98AF-36E7EF8A8185}" type="sibTrans" cxnId="{B3EB14C0-37D9-4E1E-B1F1-D77AF15ADB17}">
      <dgm:prSet/>
      <dgm:spPr/>
      <dgm:t>
        <a:bodyPr/>
        <a:lstStyle/>
        <a:p>
          <a:endParaRPr lang="en-US"/>
        </a:p>
      </dgm:t>
    </dgm:pt>
    <dgm:pt modelId="{BB38D456-89FF-45BB-9803-6B30B36AACB9}">
      <dgm:prSet>
        <dgm:style>
          <a:lnRef idx="3">
            <a:schemeClr val="lt1"/>
          </a:lnRef>
          <a:fillRef idx="1">
            <a:schemeClr val="accent5"/>
          </a:fillRef>
          <a:effectRef idx="1">
            <a:schemeClr val="accent5"/>
          </a:effectRef>
          <a:fontRef idx="minor">
            <a:schemeClr val="lt1"/>
          </a:fontRef>
        </dgm:style>
      </dgm:prSet>
      <dgm:spPr/>
      <dgm:t>
        <a:bodyPr/>
        <a:lstStyle/>
        <a:p>
          <a:r>
            <a:rPr lang="en-US" dirty="0"/>
            <a:t>Act rationally?</a:t>
          </a:r>
        </a:p>
      </dgm:t>
    </dgm:pt>
    <dgm:pt modelId="{1AD6F811-8452-48AE-A0E3-1CAC1CBEC7F8}" type="parTrans" cxnId="{5C8C1C89-64B1-4A8F-84FD-D3CEC8F0FBFB}">
      <dgm:prSet/>
      <dgm:spPr/>
      <dgm:t>
        <a:bodyPr/>
        <a:lstStyle/>
        <a:p>
          <a:endParaRPr lang="en-US"/>
        </a:p>
      </dgm:t>
    </dgm:pt>
    <dgm:pt modelId="{C82D3F18-CB81-49C6-A3EA-F19001DD8F8A}" type="sibTrans" cxnId="{5C8C1C89-64B1-4A8F-84FD-D3CEC8F0FBFB}">
      <dgm:prSet/>
      <dgm:spPr/>
      <dgm:t>
        <a:bodyPr/>
        <a:lstStyle/>
        <a:p>
          <a:endParaRPr lang="en-US"/>
        </a:p>
      </dgm:t>
    </dgm:pt>
    <dgm:pt modelId="{8A865662-0E1F-48A4-A993-51A2BB9B2E4F}" type="pres">
      <dgm:prSet presAssocID="{E0832AB2-8936-4470-B909-BE7402322893}" presName="diagram" presStyleCnt="0">
        <dgm:presLayoutVars>
          <dgm:chPref val="1"/>
          <dgm:dir/>
          <dgm:animOne val="branch"/>
          <dgm:animLvl val="lvl"/>
          <dgm:resizeHandles/>
        </dgm:presLayoutVars>
      </dgm:prSet>
      <dgm:spPr/>
    </dgm:pt>
    <dgm:pt modelId="{EAC5ADFE-339A-4113-97C8-2B160FB55301}" type="pres">
      <dgm:prSet presAssocID="{6A3A96B7-CBB0-421E-8348-37E89F9DCC08}" presName="root" presStyleCnt="0"/>
      <dgm:spPr/>
    </dgm:pt>
    <dgm:pt modelId="{F7FD8F5A-9E67-42AB-81D8-27CA125220BB}" type="pres">
      <dgm:prSet presAssocID="{6A3A96B7-CBB0-421E-8348-37E89F9DCC08}" presName="rootComposite" presStyleCnt="0"/>
      <dgm:spPr/>
    </dgm:pt>
    <dgm:pt modelId="{3028E8D7-EA6F-4EA7-978A-43633D6AEAF6}" type="pres">
      <dgm:prSet presAssocID="{6A3A96B7-CBB0-421E-8348-37E89F9DCC08}" presName="rootText" presStyleLbl="node1" presStyleIdx="0" presStyleCnt="4"/>
      <dgm:spPr/>
    </dgm:pt>
    <dgm:pt modelId="{7E96EBE4-03A1-4197-A609-8D826601ABC1}" type="pres">
      <dgm:prSet presAssocID="{6A3A96B7-CBB0-421E-8348-37E89F9DCC08}" presName="rootConnector" presStyleLbl="node1" presStyleIdx="0" presStyleCnt="4"/>
      <dgm:spPr/>
    </dgm:pt>
    <dgm:pt modelId="{FD32282A-0269-4D8F-A4C8-0AC524E4BE98}" type="pres">
      <dgm:prSet presAssocID="{6A3A96B7-CBB0-421E-8348-37E89F9DCC08}" presName="childShape" presStyleCnt="0"/>
      <dgm:spPr/>
    </dgm:pt>
    <dgm:pt modelId="{4A7754E5-4AF7-4EF3-80D7-CE8DA9A463B0}" type="pres">
      <dgm:prSet presAssocID="{CE78E4BB-83F8-47E6-A961-7AC133F50D50}" presName="root" presStyleCnt="0"/>
      <dgm:spPr/>
    </dgm:pt>
    <dgm:pt modelId="{9FB9EDC3-647D-443D-8F9A-912D7651812C}" type="pres">
      <dgm:prSet presAssocID="{CE78E4BB-83F8-47E6-A961-7AC133F50D50}" presName="rootComposite" presStyleCnt="0"/>
      <dgm:spPr/>
    </dgm:pt>
    <dgm:pt modelId="{0BCE1037-9706-410D-834A-ECEC4388E735}" type="pres">
      <dgm:prSet presAssocID="{CE78E4BB-83F8-47E6-A961-7AC133F50D50}" presName="rootText" presStyleLbl="node1" presStyleIdx="1" presStyleCnt="4"/>
      <dgm:spPr/>
    </dgm:pt>
    <dgm:pt modelId="{26658136-CA3D-42D7-A36B-88198D905A09}" type="pres">
      <dgm:prSet presAssocID="{CE78E4BB-83F8-47E6-A961-7AC133F50D50}" presName="rootConnector" presStyleLbl="node1" presStyleIdx="1" presStyleCnt="4"/>
      <dgm:spPr/>
    </dgm:pt>
    <dgm:pt modelId="{F820BF47-1A0C-43F5-AAAD-6ACB2E9AD490}" type="pres">
      <dgm:prSet presAssocID="{CE78E4BB-83F8-47E6-A961-7AC133F50D50}" presName="childShape" presStyleCnt="0"/>
      <dgm:spPr/>
    </dgm:pt>
    <dgm:pt modelId="{5194E25F-D379-447F-929A-993DB7FDEBB6}" type="pres">
      <dgm:prSet presAssocID="{699E814A-C7BB-45C9-8528-BC8893110D3A}" presName="root" presStyleCnt="0"/>
      <dgm:spPr/>
    </dgm:pt>
    <dgm:pt modelId="{340FD182-E020-4339-8DC5-CEFA222C64AC}" type="pres">
      <dgm:prSet presAssocID="{699E814A-C7BB-45C9-8528-BC8893110D3A}" presName="rootComposite" presStyleCnt="0"/>
      <dgm:spPr/>
    </dgm:pt>
    <dgm:pt modelId="{405FCD6E-D4E8-41FA-B6A2-E4BB402E06BE}" type="pres">
      <dgm:prSet presAssocID="{699E814A-C7BB-45C9-8528-BC8893110D3A}" presName="rootText" presStyleLbl="node1" presStyleIdx="2" presStyleCnt="4"/>
      <dgm:spPr/>
    </dgm:pt>
    <dgm:pt modelId="{145781A5-5489-4E99-8DDD-A5C31F300089}" type="pres">
      <dgm:prSet presAssocID="{699E814A-C7BB-45C9-8528-BC8893110D3A}" presName="rootConnector" presStyleLbl="node1" presStyleIdx="2" presStyleCnt="4"/>
      <dgm:spPr/>
    </dgm:pt>
    <dgm:pt modelId="{4DD10E36-D14C-490A-BF06-A6B3FAFA273E}" type="pres">
      <dgm:prSet presAssocID="{699E814A-C7BB-45C9-8528-BC8893110D3A}" presName="childShape" presStyleCnt="0"/>
      <dgm:spPr/>
    </dgm:pt>
    <dgm:pt modelId="{C9B5881D-401D-4DFF-ADCD-A76BC6719BD1}" type="pres">
      <dgm:prSet presAssocID="{BB38D456-89FF-45BB-9803-6B30B36AACB9}" presName="root" presStyleCnt="0"/>
      <dgm:spPr/>
    </dgm:pt>
    <dgm:pt modelId="{3A20517E-5B01-4A3D-B6A4-42B27CCE0F77}" type="pres">
      <dgm:prSet presAssocID="{BB38D456-89FF-45BB-9803-6B30B36AACB9}" presName="rootComposite" presStyleCnt="0"/>
      <dgm:spPr/>
    </dgm:pt>
    <dgm:pt modelId="{8C5134CD-97C1-4A5D-8A99-397EA240E35C}" type="pres">
      <dgm:prSet presAssocID="{BB38D456-89FF-45BB-9803-6B30B36AACB9}" presName="rootText" presStyleLbl="node1" presStyleIdx="3" presStyleCnt="4"/>
      <dgm:spPr/>
    </dgm:pt>
    <dgm:pt modelId="{E785B7E3-F502-42E2-BE10-1B2C6EE54F76}" type="pres">
      <dgm:prSet presAssocID="{BB38D456-89FF-45BB-9803-6B30B36AACB9}" presName="rootConnector" presStyleLbl="node1" presStyleIdx="3" presStyleCnt="4"/>
      <dgm:spPr/>
    </dgm:pt>
    <dgm:pt modelId="{FECB1FBB-D3A5-464E-A91C-971D9A42C899}" type="pres">
      <dgm:prSet presAssocID="{BB38D456-89FF-45BB-9803-6B30B36AACB9}" presName="childShape" presStyleCnt="0"/>
      <dgm:spPr/>
    </dgm:pt>
  </dgm:ptLst>
  <dgm:cxnLst>
    <dgm:cxn modelId="{1A1E0818-8BC6-4A02-9D1E-E295C53E254E}" type="presOf" srcId="{699E814A-C7BB-45C9-8528-BC8893110D3A}" destId="{405FCD6E-D4E8-41FA-B6A2-E4BB402E06BE}" srcOrd="0" destOrd="0" presId="urn:microsoft.com/office/officeart/2005/8/layout/hierarchy3"/>
    <dgm:cxn modelId="{B1BB7568-5333-44BF-B6BD-938932D55139}" type="presOf" srcId="{6A3A96B7-CBB0-421E-8348-37E89F9DCC08}" destId="{3028E8D7-EA6F-4EA7-978A-43633D6AEAF6}" srcOrd="0" destOrd="0" presId="urn:microsoft.com/office/officeart/2005/8/layout/hierarchy3"/>
    <dgm:cxn modelId="{79293258-1F1D-481C-BEF0-DEB360FD8894}" srcId="{E0832AB2-8936-4470-B909-BE7402322893}" destId="{6A3A96B7-CBB0-421E-8348-37E89F9DCC08}" srcOrd="0" destOrd="0" parTransId="{04AE0A4E-B07C-4F7C-9018-F5F08434BBB8}" sibTransId="{7E53CCB1-1282-4A85-8552-9211D16E0FF6}"/>
    <dgm:cxn modelId="{9431497A-9835-404F-8A09-7068AAA8F50A}" type="presOf" srcId="{E0832AB2-8936-4470-B909-BE7402322893}" destId="{8A865662-0E1F-48A4-A993-51A2BB9B2E4F}" srcOrd="0" destOrd="0" presId="urn:microsoft.com/office/officeart/2005/8/layout/hierarchy3"/>
    <dgm:cxn modelId="{5C8C1C89-64B1-4A8F-84FD-D3CEC8F0FBFB}" srcId="{E0832AB2-8936-4470-B909-BE7402322893}" destId="{BB38D456-89FF-45BB-9803-6B30B36AACB9}" srcOrd="3" destOrd="0" parTransId="{1AD6F811-8452-48AE-A0E3-1CAC1CBEC7F8}" sibTransId="{C82D3F18-CB81-49C6-A3EA-F19001DD8F8A}"/>
    <dgm:cxn modelId="{CC528B8E-AA26-4738-8842-B207932A21D5}" type="presOf" srcId="{BB38D456-89FF-45BB-9803-6B30B36AACB9}" destId="{8C5134CD-97C1-4A5D-8A99-397EA240E35C}" srcOrd="0" destOrd="0" presId="urn:microsoft.com/office/officeart/2005/8/layout/hierarchy3"/>
    <dgm:cxn modelId="{8E448EA0-A335-4286-98A7-8350A9806306}" type="presOf" srcId="{CE78E4BB-83F8-47E6-A961-7AC133F50D50}" destId="{0BCE1037-9706-410D-834A-ECEC4388E735}" srcOrd="0" destOrd="0" presId="urn:microsoft.com/office/officeart/2005/8/layout/hierarchy3"/>
    <dgm:cxn modelId="{B3EB14C0-37D9-4E1E-B1F1-D77AF15ADB17}" srcId="{E0832AB2-8936-4470-B909-BE7402322893}" destId="{699E814A-C7BB-45C9-8528-BC8893110D3A}" srcOrd="2" destOrd="0" parTransId="{315CA7EE-92C9-4D75-994E-DB8B3B65E079}" sibTransId="{5E170A91-AAF4-41A0-98AF-36E7EF8A8185}"/>
    <dgm:cxn modelId="{AE580DDA-90E7-4734-AB7C-C1348C4BD1E7}" srcId="{E0832AB2-8936-4470-B909-BE7402322893}" destId="{CE78E4BB-83F8-47E6-A961-7AC133F50D50}" srcOrd="1" destOrd="0" parTransId="{9954E93C-DB74-4489-A2EB-C3560DD8465B}" sibTransId="{26DCD576-8567-48DF-8A0D-00AF7A1DFC6D}"/>
    <dgm:cxn modelId="{B735ECDB-F431-41D7-B5EB-7C8389FBDFD6}" type="presOf" srcId="{699E814A-C7BB-45C9-8528-BC8893110D3A}" destId="{145781A5-5489-4E99-8DDD-A5C31F300089}" srcOrd="1" destOrd="0" presId="urn:microsoft.com/office/officeart/2005/8/layout/hierarchy3"/>
    <dgm:cxn modelId="{384373DD-C986-4CA9-A0DB-89E762222F0D}" type="presOf" srcId="{6A3A96B7-CBB0-421E-8348-37E89F9DCC08}" destId="{7E96EBE4-03A1-4197-A609-8D826601ABC1}" srcOrd="1" destOrd="0" presId="urn:microsoft.com/office/officeart/2005/8/layout/hierarchy3"/>
    <dgm:cxn modelId="{5495CCE2-1673-4E88-9A5E-57DDFB70BC3C}" type="presOf" srcId="{BB38D456-89FF-45BB-9803-6B30B36AACB9}" destId="{E785B7E3-F502-42E2-BE10-1B2C6EE54F76}" srcOrd="1" destOrd="0" presId="urn:microsoft.com/office/officeart/2005/8/layout/hierarchy3"/>
    <dgm:cxn modelId="{E284C6F6-1A3F-499B-8EAB-E8CE265967BA}" type="presOf" srcId="{CE78E4BB-83F8-47E6-A961-7AC133F50D50}" destId="{26658136-CA3D-42D7-A36B-88198D905A09}" srcOrd="1" destOrd="0" presId="urn:microsoft.com/office/officeart/2005/8/layout/hierarchy3"/>
    <dgm:cxn modelId="{61A8217F-96E9-4BAA-A1E0-D8AA7A509C9C}" type="presParOf" srcId="{8A865662-0E1F-48A4-A993-51A2BB9B2E4F}" destId="{EAC5ADFE-339A-4113-97C8-2B160FB55301}" srcOrd="0" destOrd="0" presId="urn:microsoft.com/office/officeart/2005/8/layout/hierarchy3"/>
    <dgm:cxn modelId="{7613275C-A0D6-4EF6-B31A-B65540E57CFB}" type="presParOf" srcId="{EAC5ADFE-339A-4113-97C8-2B160FB55301}" destId="{F7FD8F5A-9E67-42AB-81D8-27CA125220BB}" srcOrd="0" destOrd="0" presId="urn:microsoft.com/office/officeart/2005/8/layout/hierarchy3"/>
    <dgm:cxn modelId="{585E41AC-2740-4B8E-87F9-86B474095BBD}" type="presParOf" srcId="{F7FD8F5A-9E67-42AB-81D8-27CA125220BB}" destId="{3028E8D7-EA6F-4EA7-978A-43633D6AEAF6}" srcOrd="0" destOrd="0" presId="urn:microsoft.com/office/officeart/2005/8/layout/hierarchy3"/>
    <dgm:cxn modelId="{FC964F3F-3CD1-4826-B7CD-BDE6731DA5AF}" type="presParOf" srcId="{F7FD8F5A-9E67-42AB-81D8-27CA125220BB}" destId="{7E96EBE4-03A1-4197-A609-8D826601ABC1}" srcOrd="1" destOrd="0" presId="urn:microsoft.com/office/officeart/2005/8/layout/hierarchy3"/>
    <dgm:cxn modelId="{C3B81C11-C670-484E-A374-0401397E49E6}" type="presParOf" srcId="{EAC5ADFE-339A-4113-97C8-2B160FB55301}" destId="{FD32282A-0269-4D8F-A4C8-0AC524E4BE98}" srcOrd="1" destOrd="0" presId="urn:microsoft.com/office/officeart/2005/8/layout/hierarchy3"/>
    <dgm:cxn modelId="{E341820C-E79E-431E-8B54-90529DAC17CF}" type="presParOf" srcId="{8A865662-0E1F-48A4-A993-51A2BB9B2E4F}" destId="{4A7754E5-4AF7-4EF3-80D7-CE8DA9A463B0}" srcOrd="1" destOrd="0" presId="urn:microsoft.com/office/officeart/2005/8/layout/hierarchy3"/>
    <dgm:cxn modelId="{8FDC9BB2-9B10-4D96-86A1-F2CEDA771BEC}" type="presParOf" srcId="{4A7754E5-4AF7-4EF3-80D7-CE8DA9A463B0}" destId="{9FB9EDC3-647D-443D-8F9A-912D7651812C}" srcOrd="0" destOrd="0" presId="urn:microsoft.com/office/officeart/2005/8/layout/hierarchy3"/>
    <dgm:cxn modelId="{D3AFDFCB-4C6E-4611-BC4A-12EDAF1079EE}" type="presParOf" srcId="{9FB9EDC3-647D-443D-8F9A-912D7651812C}" destId="{0BCE1037-9706-410D-834A-ECEC4388E735}" srcOrd="0" destOrd="0" presId="urn:microsoft.com/office/officeart/2005/8/layout/hierarchy3"/>
    <dgm:cxn modelId="{EAF80534-F4C5-43E7-AAC8-CFDCF1BF4496}" type="presParOf" srcId="{9FB9EDC3-647D-443D-8F9A-912D7651812C}" destId="{26658136-CA3D-42D7-A36B-88198D905A09}" srcOrd="1" destOrd="0" presId="urn:microsoft.com/office/officeart/2005/8/layout/hierarchy3"/>
    <dgm:cxn modelId="{CDF54187-655A-4EF6-B3B1-CE81B0392EC2}" type="presParOf" srcId="{4A7754E5-4AF7-4EF3-80D7-CE8DA9A463B0}" destId="{F820BF47-1A0C-43F5-AAAD-6ACB2E9AD490}" srcOrd="1" destOrd="0" presId="urn:microsoft.com/office/officeart/2005/8/layout/hierarchy3"/>
    <dgm:cxn modelId="{9AECAAFC-9667-4D11-9A0C-883A96F4955B}" type="presParOf" srcId="{8A865662-0E1F-48A4-A993-51A2BB9B2E4F}" destId="{5194E25F-D379-447F-929A-993DB7FDEBB6}" srcOrd="2" destOrd="0" presId="urn:microsoft.com/office/officeart/2005/8/layout/hierarchy3"/>
    <dgm:cxn modelId="{CDB3A7B7-D579-4F0A-B250-CF11F10931A1}" type="presParOf" srcId="{5194E25F-D379-447F-929A-993DB7FDEBB6}" destId="{340FD182-E020-4339-8DC5-CEFA222C64AC}" srcOrd="0" destOrd="0" presId="urn:microsoft.com/office/officeart/2005/8/layout/hierarchy3"/>
    <dgm:cxn modelId="{A18CDA89-75E1-4009-8662-12823BE0C735}" type="presParOf" srcId="{340FD182-E020-4339-8DC5-CEFA222C64AC}" destId="{405FCD6E-D4E8-41FA-B6A2-E4BB402E06BE}" srcOrd="0" destOrd="0" presId="urn:microsoft.com/office/officeart/2005/8/layout/hierarchy3"/>
    <dgm:cxn modelId="{39F44687-47CC-4847-B5FA-9171626C02EE}" type="presParOf" srcId="{340FD182-E020-4339-8DC5-CEFA222C64AC}" destId="{145781A5-5489-4E99-8DDD-A5C31F300089}" srcOrd="1" destOrd="0" presId="urn:microsoft.com/office/officeart/2005/8/layout/hierarchy3"/>
    <dgm:cxn modelId="{1739F4D7-7A71-46AD-AF18-AE4507282747}" type="presParOf" srcId="{5194E25F-D379-447F-929A-993DB7FDEBB6}" destId="{4DD10E36-D14C-490A-BF06-A6B3FAFA273E}" srcOrd="1" destOrd="0" presId="urn:microsoft.com/office/officeart/2005/8/layout/hierarchy3"/>
    <dgm:cxn modelId="{068BC3C5-4BFA-4DCA-883A-52FFA4FC7135}" type="presParOf" srcId="{8A865662-0E1F-48A4-A993-51A2BB9B2E4F}" destId="{C9B5881D-401D-4DFF-ADCD-A76BC6719BD1}" srcOrd="3" destOrd="0" presId="urn:microsoft.com/office/officeart/2005/8/layout/hierarchy3"/>
    <dgm:cxn modelId="{C65A04CF-331A-4999-B842-9651C3153CDB}" type="presParOf" srcId="{C9B5881D-401D-4DFF-ADCD-A76BC6719BD1}" destId="{3A20517E-5B01-4A3D-B6A4-42B27CCE0F77}" srcOrd="0" destOrd="0" presId="urn:microsoft.com/office/officeart/2005/8/layout/hierarchy3"/>
    <dgm:cxn modelId="{D3B3F63B-8FA7-4795-B320-E50599E40129}" type="presParOf" srcId="{3A20517E-5B01-4A3D-B6A4-42B27CCE0F77}" destId="{8C5134CD-97C1-4A5D-8A99-397EA240E35C}" srcOrd="0" destOrd="0" presId="urn:microsoft.com/office/officeart/2005/8/layout/hierarchy3"/>
    <dgm:cxn modelId="{46962050-7F6F-48CC-9B66-DDECEE9590AA}" type="presParOf" srcId="{3A20517E-5B01-4A3D-B6A4-42B27CCE0F77}" destId="{E785B7E3-F502-42E2-BE10-1B2C6EE54F76}" srcOrd="1" destOrd="0" presId="urn:microsoft.com/office/officeart/2005/8/layout/hierarchy3"/>
    <dgm:cxn modelId="{2AA459FA-75DB-4EFA-B026-73AF51A19058}" type="presParOf" srcId="{C9B5881D-401D-4DFF-ADCD-A76BC6719BD1}" destId="{FECB1FBB-D3A5-464E-A91C-971D9A42C899}" srcOrd="1" destOrd="0" presId="urn:microsoft.com/office/officeart/2005/8/layout/hierarchy3"/>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8.xml><?xml version="1.0" encoding="utf-8"?>
<dgm:dataModel xmlns:dgm="http://schemas.openxmlformats.org/drawingml/2006/diagram" xmlns:a="http://schemas.openxmlformats.org/drawingml/2006/main">
  <dgm:ptLst>
    <dgm:pt modelId="{E0832AB2-8936-4470-B909-BE7402322893}" type="doc">
      <dgm:prSet loTypeId="urn:microsoft.com/office/officeart/2005/8/layout/hierarchy3" loCatId="hierarchy" qsTypeId="urn:microsoft.com/office/officeart/2005/8/quickstyle/simple1#8" qsCatId="simple" csTypeId="urn:microsoft.com/office/officeart/2005/8/colors/colorful1#7" csCatId="colorful" phldr="1"/>
      <dgm:spPr/>
      <dgm:t>
        <a:bodyPr/>
        <a:lstStyle/>
        <a:p>
          <a:endParaRPr lang="en-US"/>
        </a:p>
      </dgm:t>
    </dgm:pt>
    <dgm:pt modelId="{6A3A96B7-CBB0-421E-8348-37E89F9DCC08}">
      <dgm:prSet/>
      <dgm:spPr/>
      <dgm:t>
        <a:bodyPr/>
        <a:lstStyle/>
        <a:p>
          <a:r>
            <a:rPr lang="en-US" dirty="0"/>
            <a:t>think like a human?</a:t>
          </a:r>
        </a:p>
      </dgm:t>
    </dgm:pt>
    <dgm:pt modelId="{04AE0A4E-B07C-4F7C-9018-F5F08434BBB8}" type="parTrans" cxnId="{79293258-1F1D-481C-BEF0-DEB360FD8894}">
      <dgm:prSet/>
      <dgm:spPr/>
      <dgm:t>
        <a:bodyPr/>
        <a:lstStyle/>
        <a:p>
          <a:endParaRPr lang="en-US"/>
        </a:p>
      </dgm:t>
    </dgm:pt>
    <dgm:pt modelId="{7E53CCB1-1282-4A85-8552-9211D16E0FF6}" type="sibTrans" cxnId="{79293258-1F1D-481C-BEF0-DEB360FD8894}">
      <dgm:prSet/>
      <dgm:spPr/>
      <dgm:t>
        <a:bodyPr/>
        <a:lstStyle/>
        <a:p>
          <a:endParaRPr lang="en-US"/>
        </a:p>
      </dgm:t>
    </dgm:pt>
    <dgm:pt modelId="{CE78E4BB-83F8-47E6-A961-7AC133F50D50}">
      <dgm:prSet/>
      <dgm:spPr/>
      <dgm:t>
        <a:bodyPr/>
        <a:lstStyle/>
        <a:p>
          <a:r>
            <a:rPr lang="en-US" dirty="0"/>
            <a:t>act like a human?</a:t>
          </a:r>
        </a:p>
      </dgm:t>
    </dgm:pt>
    <dgm:pt modelId="{9954E93C-DB74-4489-A2EB-C3560DD8465B}" type="parTrans" cxnId="{AE580DDA-90E7-4734-AB7C-C1348C4BD1E7}">
      <dgm:prSet/>
      <dgm:spPr/>
      <dgm:t>
        <a:bodyPr/>
        <a:lstStyle/>
        <a:p>
          <a:endParaRPr lang="en-US"/>
        </a:p>
      </dgm:t>
    </dgm:pt>
    <dgm:pt modelId="{26DCD576-8567-48DF-8A0D-00AF7A1DFC6D}" type="sibTrans" cxnId="{AE580DDA-90E7-4734-AB7C-C1348C4BD1E7}">
      <dgm:prSet/>
      <dgm:spPr/>
      <dgm:t>
        <a:bodyPr/>
        <a:lstStyle/>
        <a:p>
          <a:endParaRPr lang="en-US"/>
        </a:p>
      </dgm:t>
    </dgm:pt>
    <dgm:pt modelId="{699E814A-C7BB-45C9-8528-BC8893110D3A}">
      <dgm:prSet/>
      <dgm:spPr/>
      <dgm:t>
        <a:bodyPr/>
        <a:lstStyle/>
        <a:p>
          <a:r>
            <a:rPr lang="en-US" dirty="0"/>
            <a:t>think rationally?</a:t>
          </a:r>
        </a:p>
      </dgm:t>
    </dgm:pt>
    <dgm:pt modelId="{315CA7EE-92C9-4D75-994E-DB8B3B65E079}" type="parTrans" cxnId="{B3EB14C0-37D9-4E1E-B1F1-D77AF15ADB17}">
      <dgm:prSet/>
      <dgm:spPr/>
      <dgm:t>
        <a:bodyPr/>
        <a:lstStyle/>
        <a:p>
          <a:endParaRPr lang="en-US"/>
        </a:p>
      </dgm:t>
    </dgm:pt>
    <dgm:pt modelId="{5E170A91-AAF4-41A0-98AF-36E7EF8A8185}" type="sibTrans" cxnId="{B3EB14C0-37D9-4E1E-B1F1-D77AF15ADB17}">
      <dgm:prSet/>
      <dgm:spPr/>
      <dgm:t>
        <a:bodyPr/>
        <a:lstStyle/>
        <a:p>
          <a:endParaRPr lang="en-US"/>
        </a:p>
      </dgm:t>
    </dgm:pt>
    <dgm:pt modelId="{BB38D456-89FF-45BB-9803-6B30B36AACB9}">
      <dgm:prSet/>
      <dgm:spPr/>
      <dgm:t>
        <a:bodyPr/>
        <a:lstStyle/>
        <a:p>
          <a:r>
            <a:rPr lang="en-US" b="1" dirty="0"/>
            <a:t>act rationally.</a:t>
          </a:r>
        </a:p>
      </dgm:t>
    </dgm:pt>
    <dgm:pt modelId="{1AD6F811-8452-48AE-A0E3-1CAC1CBEC7F8}" type="parTrans" cxnId="{5C8C1C89-64B1-4A8F-84FD-D3CEC8F0FBFB}">
      <dgm:prSet/>
      <dgm:spPr/>
      <dgm:t>
        <a:bodyPr/>
        <a:lstStyle/>
        <a:p>
          <a:endParaRPr lang="en-US"/>
        </a:p>
      </dgm:t>
    </dgm:pt>
    <dgm:pt modelId="{C82D3F18-CB81-49C6-A3EA-F19001DD8F8A}" type="sibTrans" cxnId="{5C8C1C89-64B1-4A8F-84FD-D3CEC8F0FBFB}">
      <dgm:prSet/>
      <dgm:spPr/>
      <dgm:t>
        <a:bodyPr/>
        <a:lstStyle/>
        <a:p>
          <a:endParaRPr lang="en-US"/>
        </a:p>
      </dgm:t>
    </dgm:pt>
    <dgm:pt modelId="{8A865662-0E1F-48A4-A993-51A2BB9B2E4F}" type="pres">
      <dgm:prSet presAssocID="{E0832AB2-8936-4470-B909-BE7402322893}" presName="diagram" presStyleCnt="0">
        <dgm:presLayoutVars>
          <dgm:chPref val="1"/>
          <dgm:dir/>
          <dgm:animOne val="branch"/>
          <dgm:animLvl val="lvl"/>
          <dgm:resizeHandles/>
        </dgm:presLayoutVars>
      </dgm:prSet>
      <dgm:spPr/>
    </dgm:pt>
    <dgm:pt modelId="{EAC5ADFE-339A-4113-97C8-2B160FB55301}" type="pres">
      <dgm:prSet presAssocID="{6A3A96B7-CBB0-421E-8348-37E89F9DCC08}" presName="root" presStyleCnt="0"/>
      <dgm:spPr/>
    </dgm:pt>
    <dgm:pt modelId="{F7FD8F5A-9E67-42AB-81D8-27CA125220BB}" type="pres">
      <dgm:prSet presAssocID="{6A3A96B7-CBB0-421E-8348-37E89F9DCC08}" presName="rootComposite" presStyleCnt="0"/>
      <dgm:spPr/>
    </dgm:pt>
    <dgm:pt modelId="{3028E8D7-EA6F-4EA7-978A-43633D6AEAF6}" type="pres">
      <dgm:prSet presAssocID="{6A3A96B7-CBB0-421E-8348-37E89F9DCC08}" presName="rootText" presStyleLbl="node1" presStyleIdx="0" presStyleCnt="4"/>
      <dgm:spPr/>
    </dgm:pt>
    <dgm:pt modelId="{7E96EBE4-03A1-4197-A609-8D826601ABC1}" type="pres">
      <dgm:prSet presAssocID="{6A3A96B7-CBB0-421E-8348-37E89F9DCC08}" presName="rootConnector" presStyleLbl="node1" presStyleIdx="0" presStyleCnt="4"/>
      <dgm:spPr/>
    </dgm:pt>
    <dgm:pt modelId="{FD32282A-0269-4D8F-A4C8-0AC524E4BE98}" type="pres">
      <dgm:prSet presAssocID="{6A3A96B7-CBB0-421E-8348-37E89F9DCC08}" presName="childShape" presStyleCnt="0"/>
      <dgm:spPr/>
    </dgm:pt>
    <dgm:pt modelId="{4A7754E5-4AF7-4EF3-80D7-CE8DA9A463B0}" type="pres">
      <dgm:prSet presAssocID="{CE78E4BB-83F8-47E6-A961-7AC133F50D50}" presName="root" presStyleCnt="0"/>
      <dgm:spPr/>
    </dgm:pt>
    <dgm:pt modelId="{9FB9EDC3-647D-443D-8F9A-912D7651812C}" type="pres">
      <dgm:prSet presAssocID="{CE78E4BB-83F8-47E6-A961-7AC133F50D50}" presName="rootComposite" presStyleCnt="0"/>
      <dgm:spPr/>
    </dgm:pt>
    <dgm:pt modelId="{0BCE1037-9706-410D-834A-ECEC4388E735}" type="pres">
      <dgm:prSet presAssocID="{CE78E4BB-83F8-47E6-A961-7AC133F50D50}" presName="rootText" presStyleLbl="node1" presStyleIdx="1" presStyleCnt="4"/>
      <dgm:spPr/>
    </dgm:pt>
    <dgm:pt modelId="{26658136-CA3D-42D7-A36B-88198D905A09}" type="pres">
      <dgm:prSet presAssocID="{CE78E4BB-83F8-47E6-A961-7AC133F50D50}" presName="rootConnector" presStyleLbl="node1" presStyleIdx="1" presStyleCnt="4"/>
      <dgm:spPr/>
    </dgm:pt>
    <dgm:pt modelId="{F820BF47-1A0C-43F5-AAAD-6ACB2E9AD490}" type="pres">
      <dgm:prSet presAssocID="{CE78E4BB-83F8-47E6-A961-7AC133F50D50}" presName="childShape" presStyleCnt="0"/>
      <dgm:spPr/>
    </dgm:pt>
    <dgm:pt modelId="{5194E25F-D379-447F-929A-993DB7FDEBB6}" type="pres">
      <dgm:prSet presAssocID="{699E814A-C7BB-45C9-8528-BC8893110D3A}" presName="root" presStyleCnt="0"/>
      <dgm:spPr/>
    </dgm:pt>
    <dgm:pt modelId="{340FD182-E020-4339-8DC5-CEFA222C64AC}" type="pres">
      <dgm:prSet presAssocID="{699E814A-C7BB-45C9-8528-BC8893110D3A}" presName="rootComposite" presStyleCnt="0"/>
      <dgm:spPr/>
    </dgm:pt>
    <dgm:pt modelId="{405FCD6E-D4E8-41FA-B6A2-E4BB402E06BE}" type="pres">
      <dgm:prSet presAssocID="{699E814A-C7BB-45C9-8528-BC8893110D3A}" presName="rootText" presStyleLbl="node1" presStyleIdx="2" presStyleCnt="4"/>
      <dgm:spPr/>
    </dgm:pt>
    <dgm:pt modelId="{145781A5-5489-4E99-8DDD-A5C31F300089}" type="pres">
      <dgm:prSet presAssocID="{699E814A-C7BB-45C9-8528-BC8893110D3A}" presName="rootConnector" presStyleLbl="node1" presStyleIdx="2" presStyleCnt="4"/>
      <dgm:spPr/>
    </dgm:pt>
    <dgm:pt modelId="{4DD10E36-D14C-490A-BF06-A6B3FAFA273E}" type="pres">
      <dgm:prSet presAssocID="{699E814A-C7BB-45C9-8528-BC8893110D3A}" presName="childShape" presStyleCnt="0"/>
      <dgm:spPr/>
    </dgm:pt>
    <dgm:pt modelId="{C9B5881D-401D-4DFF-ADCD-A76BC6719BD1}" type="pres">
      <dgm:prSet presAssocID="{BB38D456-89FF-45BB-9803-6B30B36AACB9}" presName="root" presStyleCnt="0"/>
      <dgm:spPr/>
    </dgm:pt>
    <dgm:pt modelId="{3A20517E-5B01-4A3D-B6A4-42B27CCE0F77}" type="pres">
      <dgm:prSet presAssocID="{BB38D456-89FF-45BB-9803-6B30B36AACB9}" presName="rootComposite" presStyleCnt="0"/>
      <dgm:spPr/>
    </dgm:pt>
    <dgm:pt modelId="{8C5134CD-97C1-4A5D-8A99-397EA240E35C}" type="pres">
      <dgm:prSet presAssocID="{BB38D456-89FF-45BB-9803-6B30B36AACB9}" presName="rootText" presStyleLbl="node1" presStyleIdx="3" presStyleCnt="4"/>
      <dgm:spPr/>
    </dgm:pt>
    <dgm:pt modelId="{E785B7E3-F502-42E2-BE10-1B2C6EE54F76}" type="pres">
      <dgm:prSet presAssocID="{BB38D456-89FF-45BB-9803-6B30B36AACB9}" presName="rootConnector" presStyleLbl="node1" presStyleIdx="3" presStyleCnt="4"/>
      <dgm:spPr/>
    </dgm:pt>
    <dgm:pt modelId="{FECB1FBB-D3A5-464E-A91C-971D9A42C899}" type="pres">
      <dgm:prSet presAssocID="{BB38D456-89FF-45BB-9803-6B30B36AACB9}" presName="childShape" presStyleCnt="0"/>
      <dgm:spPr/>
    </dgm:pt>
  </dgm:ptLst>
  <dgm:cxnLst>
    <dgm:cxn modelId="{1A1E0818-8BC6-4A02-9D1E-E295C53E254E}" type="presOf" srcId="{699E814A-C7BB-45C9-8528-BC8893110D3A}" destId="{405FCD6E-D4E8-41FA-B6A2-E4BB402E06BE}" srcOrd="0" destOrd="0" presId="urn:microsoft.com/office/officeart/2005/8/layout/hierarchy3"/>
    <dgm:cxn modelId="{B1BB7568-5333-44BF-B6BD-938932D55139}" type="presOf" srcId="{6A3A96B7-CBB0-421E-8348-37E89F9DCC08}" destId="{3028E8D7-EA6F-4EA7-978A-43633D6AEAF6}" srcOrd="0" destOrd="0" presId="urn:microsoft.com/office/officeart/2005/8/layout/hierarchy3"/>
    <dgm:cxn modelId="{79293258-1F1D-481C-BEF0-DEB360FD8894}" srcId="{E0832AB2-8936-4470-B909-BE7402322893}" destId="{6A3A96B7-CBB0-421E-8348-37E89F9DCC08}" srcOrd="0" destOrd="0" parTransId="{04AE0A4E-B07C-4F7C-9018-F5F08434BBB8}" sibTransId="{7E53CCB1-1282-4A85-8552-9211D16E0FF6}"/>
    <dgm:cxn modelId="{9431497A-9835-404F-8A09-7068AAA8F50A}" type="presOf" srcId="{E0832AB2-8936-4470-B909-BE7402322893}" destId="{8A865662-0E1F-48A4-A993-51A2BB9B2E4F}" srcOrd="0" destOrd="0" presId="urn:microsoft.com/office/officeart/2005/8/layout/hierarchy3"/>
    <dgm:cxn modelId="{5C8C1C89-64B1-4A8F-84FD-D3CEC8F0FBFB}" srcId="{E0832AB2-8936-4470-B909-BE7402322893}" destId="{BB38D456-89FF-45BB-9803-6B30B36AACB9}" srcOrd="3" destOrd="0" parTransId="{1AD6F811-8452-48AE-A0E3-1CAC1CBEC7F8}" sibTransId="{C82D3F18-CB81-49C6-A3EA-F19001DD8F8A}"/>
    <dgm:cxn modelId="{CC528B8E-AA26-4738-8842-B207932A21D5}" type="presOf" srcId="{BB38D456-89FF-45BB-9803-6B30B36AACB9}" destId="{8C5134CD-97C1-4A5D-8A99-397EA240E35C}" srcOrd="0" destOrd="0" presId="urn:microsoft.com/office/officeart/2005/8/layout/hierarchy3"/>
    <dgm:cxn modelId="{8E448EA0-A335-4286-98A7-8350A9806306}" type="presOf" srcId="{CE78E4BB-83F8-47E6-A961-7AC133F50D50}" destId="{0BCE1037-9706-410D-834A-ECEC4388E735}" srcOrd="0" destOrd="0" presId="urn:microsoft.com/office/officeart/2005/8/layout/hierarchy3"/>
    <dgm:cxn modelId="{B3EB14C0-37D9-4E1E-B1F1-D77AF15ADB17}" srcId="{E0832AB2-8936-4470-B909-BE7402322893}" destId="{699E814A-C7BB-45C9-8528-BC8893110D3A}" srcOrd="2" destOrd="0" parTransId="{315CA7EE-92C9-4D75-994E-DB8B3B65E079}" sibTransId="{5E170A91-AAF4-41A0-98AF-36E7EF8A8185}"/>
    <dgm:cxn modelId="{AE580DDA-90E7-4734-AB7C-C1348C4BD1E7}" srcId="{E0832AB2-8936-4470-B909-BE7402322893}" destId="{CE78E4BB-83F8-47E6-A961-7AC133F50D50}" srcOrd="1" destOrd="0" parTransId="{9954E93C-DB74-4489-A2EB-C3560DD8465B}" sibTransId="{26DCD576-8567-48DF-8A0D-00AF7A1DFC6D}"/>
    <dgm:cxn modelId="{B735ECDB-F431-41D7-B5EB-7C8389FBDFD6}" type="presOf" srcId="{699E814A-C7BB-45C9-8528-BC8893110D3A}" destId="{145781A5-5489-4E99-8DDD-A5C31F300089}" srcOrd="1" destOrd="0" presId="urn:microsoft.com/office/officeart/2005/8/layout/hierarchy3"/>
    <dgm:cxn modelId="{384373DD-C986-4CA9-A0DB-89E762222F0D}" type="presOf" srcId="{6A3A96B7-CBB0-421E-8348-37E89F9DCC08}" destId="{7E96EBE4-03A1-4197-A609-8D826601ABC1}" srcOrd="1" destOrd="0" presId="urn:microsoft.com/office/officeart/2005/8/layout/hierarchy3"/>
    <dgm:cxn modelId="{5495CCE2-1673-4E88-9A5E-57DDFB70BC3C}" type="presOf" srcId="{BB38D456-89FF-45BB-9803-6B30B36AACB9}" destId="{E785B7E3-F502-42E2-BE10-1B2C6EE54F76}" srcOrd="1" destOrd="0" presId="urn:microsoft.com/office/officeart/2005/8/layout/hierarchy3"/>
    <dgm:cxn modelId="{E284C6F6-1A3F-499B-8EAB-E8CE265967BA}" type="presOf" srcId="{CE78E4BB-83F8-47E6-A961-7AC133F50D50}" destId="{26658136-CA3D-42D7-A36B-88198D905A09}" srcOrd="1" destOrd="0" presId="urn:microsoft.com/office/officeart/2005/8/layout/hierarchy3"/>
    <dgm:cxn modelId="{61A8217F-96E9-4BAA-A1E0-D8AA7A509C9C}" type="presParOf" srcId="{8A865662-0E1F-48A4-A993-51A2BB9B2E4F}" destId="{EAC5ADFE-339A-4113-97C8-2B160FB55301}" srcOrd="0" destOrd="0" presId="urn:microsoft.com/office/officeart/2005/8/layout/hierarchy3"/>
    <dgm:cxn modelId="{7613275C-A0D6-4EF6-B31A-B65540E57CFB}" type="presParOf" srcId="{EAC5ADFE-339A-4113-97C8-2B160FB55301}" destId="{F7FD8F5A-9E67-42AB-81D8-27CA125220BB}" srcOrd="0" destOrd="0" presId="urn:microsoft.com/office/officeart/2005/8/layout/hierarchy3"/>
    <dgm:cxn modelId="{585E41AC-2740-4B8E-87F9-86B474095BBD}" type="presParOf" srcId="{F7FD8F5A-9E67-42AB-81D8-27CA125220BB}" destId="{3028E8D7-EA6F-4EA7-978A-43633D6AEAF6}" srcOrd="0" destOrd="0" presId="urn:microsoft.com/office/officeart/2005/8/layout/hierarchy3"/>
    <dgm:cxn modelId="{FC964F3F-3CD1-4826-B7CD-BDE6731DA5AF}" type="presParOf" srcId="{F7FD8F5A-9E67-42AB-81D8-27CA125220BB}" destId="{7E96EBE4-03A1-4197-A609-8D826601ABC1}" srcOrd="1" destOrd="0" presId="urn:microsoft.com/office/officeart/2005/8/layout/hierarchy3"/>
    <dgm:cxn modelId="{C3B81C11-C670-484E-A374-0401397E49E6}" type="presParOf" srcId="{EAC5ADFE-339A-4113-97C8-2B160FB55301}" destId="{FD32282A-0269-4D8F-A4C8-0AC524E4BE98}" srcOrd="1" destOrd="0" presId="urn:microsoft.com/office/officeart/2005/8/layout/hierarchy3"/>
    <dgm:cxn modelId="{E341820C-E79E-431E-8B54-90529DAC17CF}" type="presParOf" srcId="{8A865662-0E1F-48A4-A993-51A2BB9B2E4F}" destId="{4A7754E5-4AF7-4EF3-80D7-CE8DA9A463B0}" srcOrd="1" destOrd="0" presId="urn:microsoft.com/office/officeart/2005/8/layout/hierarchy3"/>
    <dgm:cxn modelId="{8FDC9BB2-9B10-4D96-86A1-F2CEDA771BEC}" type="presParOf" srcId="{4A7754E5-4AF7-4EF3-80D7-CE8DA9A463B0}" destId="{9FB9EDC3-647D-443D-8F9A-912D7651812C}" srcOrd="0" destOrd="0" presId="urn:microsoft.com/office/officeart/2005/8/layout/hierarchy3"/>
    <dgm:cxn modelId="{D3AFDFCB-4C6E-4611-BC4A-12EDAF1079EE}" type="presParOf" srcId="{9FB9EDC3-647D-443D-8F9A-912D7651812C}" destId="{0BCE1037-9706-410D-834A-ECEC4388E735}" srcOrd="0" destOrd="0" presId="urn:microsoft.com/office/officeart/2005/8/layout/hierarchy3"/>
    <dgm:cxn modelId="{EAF80534-F4C5-43E7-AAC8-CFDCF1BF4496}" type="presParOf" srcId="{9FB9EDC3-647D-443D-8F9A-912D7651812C}" destId="{26658136-CA3D-42D7-A36B-88198D905A09}" srcOrd="1" destOrd="0" presId="urn:microsoft.com/office/officeart/2005/8/layout/hierarchy3"/>
    <dgm:cxn modelId="{CDF54187-655A-4EF6-B3B1-CE81B0392EC2}" type="presParOf" srcId="{4A7754E5-4AF7-4EF3-80D7-CE8DA9A463B0}" destId="{F820BF47-1A0C-43F5-AAAD-6ACB2E9AD490}" srcOrd="1" destOrd="0" presId="urn:microsoft.com/office/officeart/2005/8/layout/hierarchy3"/>
    <dgm:cxn modelId="{9AECAAFC-9667-4D11-9A0C-883A96F4955B}" type="presParOf" srcId="{8A865662-0E1F-48A4-A993-51A2BB9B2E4F}" destId="{5194E25F-D379-447F-929A-993DB7FDEBB6}" srcOrd="2" destOrd="0" presId="urn:microsoft.com/office/officeart/2005/8/layout/hierarchy3"/>
    <dgm:cxn modelId="{CDB3A7B7-D579-4F0A-B250-CF11F10931A1}" type="presParOf" srcId="{5194E25F-D379-447F-929A-993DB7FDEBB6}" destId="{340FD182-E020-4339-8DC5-CEFA222C64AC}" srcOrd="0" destOrd="0" presId="urn:microsoft.com/office/officeart/2005/8/layout/hierarchy3"/>
    <dgm:cxn modelId="{A18CDA89-75E1-4009-8662-12823BE0C735}" type="presParOf" srcId="{340FD182-E020-4339-8DC5-CEFA222C64AC}" destId="{405FCD6E-D4E8-41FA-B6A2-E4BB402E06BE}" srcOrd="0" destOrd="0" presId="urn:microsoft.com/office/officeart/2005/8/layout/hierarchy3"/>
    <dgm:cxn modelId="{39F44687-47CC-4847-B5FA-9171626C02EE}" type="presParOf" srcId="{340FD182-E020-4339-8DC5-CEFA222C64AC}" destId="{145781A5-5489-4E99-8DDD-A5C31F300089}" srcOrd="1" destOrd="0" presId="urn:microsoft.com/office/officeart/2005/8/layout/hierarchy3"/>
    <dgm:cxn modelId="{1739F4D7-7A71-46AD-AF18-AE4507282747}" type="presParOf" srcId="{5194E25F-D379-447F-929A-993DB7FDEBB6}" destId="{4DD10E36-D14C-490A-BF06-A6B3FAFA273E}" srcOrd="1" destOrd="0" presId="urn:microsoft.com/office/officeart/2005/8/layout/hierarchy3"/>
    <dgm:cxn modelId="{068BC3C5-4BFA-4DCA-883A-52FFA4FC7135}" type="presParOf" srcId="{8A865662-0E1F-48A4-A993-51A2BB9B2E4F}" destId="{C9B5881D-401D-4DFF-ADCD-A76BC6719BD1}" srcOrd="3" destOrd="0" presId="urn:microsoft.com/office/officeart/2005/8/layout/hierarchy3"/>
    <dgm:cxn modelId="{C65A04CF-331A-4999-B842-9651C3153CDB}" type="presParOf" srcId="{C9B5881D-401D-4DFF-ADCD-A76BC6719BD1}" destId="{3A20517E-5B01-4A3D-B6A4-42B27CCE0F77}" srcOrd="0" destOrd="0" presId="urn:microsoft.com/office/officeart/2005/8/layout/hierarchy3"/>
    <dgm:cxn modelId="{D3B3F63B-8FA7-4795-B320-E50599E40129}" type="presParOf" srcId="{3A20517E-5B01-4A3D-B6A4-42B27CCE0F77}" destId="{8C5134CD-97C1-4A5D-8A99-397EA240E35C}" srcOrd="0" destOrd="0" presId="urn:microsoft.com/office/officeart/2005/8/layout/hierarchy3"/>
    <dgm:cxn modelId="{46962050-7F6F-48CC-9B66-DDECEE9590AA}" type="presParOf" srcId="{3A20517E-5B01-4A3D-B6A4-42B27CCE0F77}" destId="{E785B7E3-F502-42E2-BE10-1B2C6EE54F76}" srcOrd="1" destOrd="0" presId="urn:microsoft.com/office/officeart/2005/8/layout/hierarchy3"/>
    <dgm:cxn modelId="{2AA459FA-75DB-4EFA-B026-73AF51A19058}" type="presParOf" srcId="{C9B5881D-401D-4DFF-ADCD-A76BC6719BD1}" destId="{FECB1FBB-D3A5-464E-A91C-971D9A42C899}" srcOrd="1" destOrd="0" presId="urn:microsoft.com/office/officeart/2005/8/layout/hierarchy3"/>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9.xml><?xml version="1.0" encoding="utf-8"?>
<dgm:dataModel xmlns:dgm="http://schemas.openxmlformats.org/drawingml/2006/diagram" xmlns:a="http://schemas.openxmlformats.org/drawingml/2006/main">
  <dgm:ptLst>
    <dgm:pt modelId="{E0B44E48-4A75-4CE2-8C3D-364C322A58FD}" type="doc">
      <dgm:prSet loTypeId="urn:microsoft.com/office/officeart/2018/2/layout/IconVerticalSolidList" loCatId="icon" qsTypeId="urn:microsoft.com/office/officeart/2005/8/quickstyle/simple1#9" qsCatId="simple" csTypeId="urn:microsoft.com/office/officeart/2018/5/colors/Iconchunking_neutralicontext_colorful1" csCatId="colorful" phldr="1"/>
      <dgm:spPr/>
      <dgm:t>
        <a:bodyPr/>
        <a:lstStyle/>
        <a:p>
          <a:endParaRPr lang="en-US"/>
        </a:p>
      </dgm:t>
    </dgm:pt>
    <dgm:pt modelId="{386CC6A2-EE6B-4F49-A2A0-8F96476225CE}">
      <dgm:prSet custT="1"/>
      <dgm:spPr/>
      <dgm:t>
        <a:bodyPr/>
        <a:lstStyle/>
        <a:p>
          <a:r>
            <a:rPr lang="en-US" sz="2000" b="1" dirty="0"/>
            <a:t>Symbolic AI (classical AI)</a:t>
          </a:r>
          <a:br>
            <a:rPr lang="en-US" sz="1700" b="1" dirty="0"/>
          </a:br>
          <a:r>
            <a:rPr lang="en-US" sz="1700" b="0" dirty="0"/>
            <a:t>St</a:t>
          </a:r>
          <a:r>
            <a:rPr lang="en-US" sz="1700" dirty="0"/>
            <a:t>ore information as explicit facts, objects, and logical rules. Often engineered by humans.</a:t>
          </a:r>
        </a:p>
      </dgm:t>
    </dgm:pt>
    <dgm:pt modelId="{C0CD7DC1-DBF8-4D0B-84F7-806BFC881AFA}" type="parTrans" cxnId="{22C9471D-6031-4D77-8F61-2386A80CA90E}">
      <dgm:prSet/>
      <dgm:spPr/>
      <dgm:t>
        <a:bodyPr/>
        <a:lstStyle/>
        <a:p>
          <a:endParaRPr lang="en-US"/>
        </a:p>
      </dgm:t>
    </dgm:pt>
    <dgm:pt modelId="{C3C9A87F-1C9C-4934-BC92-57C1F8B559BB}" type="sibTrans" cxnId="{22C9471D-6031-4D77-8F61-2386A80CA90E}">
      <dgm:prSet/>
      <dgm:spPr/>
      <dgm:t>
        <a:bodyPr/>
        <a:lstStyle/>
        <a:p>
          <a:endParaRPr lang="en-US"/>
        </a:p>
      </dgm:t>
    </dgm:pt>
    <dgm:pt modelId="{E881BABE-76C3-4813-B897-FF2046FE9040}">
      <dgm:prSet custT="1"/>
      <dgm:spPr/>
      <dgm:t>
        <a:bodyPr/>
        <a:lstStyle/>
        <a:p>
          <a:pPr>
            <a:buNone/>
          </a:pPr>
          <a:r>
            <a:rPr lang="en-US" sz="1400" b="1" dirty="0"/>
            <a:t>Reasoning</a:t>
          </a:r>
        </a:p>
        <a:p>
          <a:pPr>
            <a:buNone/>
          </a:pPr>
          <a:r>
            <a:rPr lang="en-US" sz="1400" dirty="0"/>
            <a:t>- Search, planning</a:t>
          </a:r>
        </a:p>
      </dgm:t>
    </dgm:pt>
    <dgm:pt modelId="{0490A47A-BDCD-40A4-90F4-1421A5633E65}" type="parTrans" cxnId="{4833B7C4-9D25-4DB2-97FA-77964ECDA948}">
      <dgm:prSet/>
      <dgm:spPr/>
      <dgm:t>
        <a:bodyPr/>
        <a:lstStyle/>
        <a:p>
          <a:endParaRPr lang="en-US"/>
        </a:p>
      </dgm:t>
    </dgm:pt>
    <dgm:pt modelId="{CA1FE9B4-87F3-437E-9E4D-EA969E3C5DC0}" type="sibTrans" cxnId="{4833B7C4-9D25-4DB2-97FA-77964ECDA948}">
      <dgm:prSet/>
      <dgm:spPr/>
      <dgm:t>
        <a:bodyPr/>
        <a:lstStyle/>
        <a:p>
          <a:endParaRPr lang="en-US"/>
        </a:p>
      </dgm:t>
    </dgm:pt>
    <dgm:pt modelId="{B4A60B1B-D186-4654-8438-16316A0B3E8A}">
      <dgm:prSet custT="1"/>
      <dgm:spPr/>
      <dgm:t>
        <a:bodyPr/>
        <a:lstStyle/>
        <a:p>
          <a:pPr>
            <a:buFont typeface="Arial" panose="020B0604020202020204" pitchFamily="34" charset="0"/>
            <a:buNone/>
          </a:pPr>
          <a:r>
            <a:rPr lang="en-US" sz="1400" dirty="0"/>
            <a:t>- Bayesian reasoning</a:t>
          </a:r>
        </a:p>
      </dgm:t>
    </dgm:pt>
    <dgm:pt modelId="{03A53472-4812-4DA2-B698-3CDB3D3F08D6}" type="parTrans" cxnId="{E060E19B-558F-4B00-AD02-582A9E06517F}">
      <dgm:prSet/>
      <dgm:spPr/>
      <dgm:t>
        <a:bodyPr/>
        <a:lstStyle/>
        <a:p>
          <a:endParaRPr lang="en-US"/>
        </a:p>
      </dgm:t>
    </dgm:pt>
    <dgm:pt modelId="{5B030015-AFEB-4174-9673-8DC2B61A21F4}" type="sibTrans" cxnId="{E060E19B-558F-4B00-AD02-582A9E06517F}">
      <dgm:prSet/>
      <dgm:spPr/>
      <dgm:t>
        <a:bodyPr/>
        <a:lstStyle/>
        <a:p>
          <a:endParaRPr lang="en-US"/>
        </a:p>
      </dgm:t>
    </dgm:pt>
    <dgm:pt modelId="{5BCFA193-46AC-410F-AAF9-6577586446F7}">
      <dgm:prSet custT="1"/>
      <dgm:spPr/>
      <dgm:t>
        <a:bodyPr/>
        <a:lstStyle/>
        <a:p>
          <a:pPr>
            <a:buFont typeface="Arial" panose="020B0604020202020204" pitchFamily="34" charset="0"/>
            <a:buNone/>
          </a:pPr>
          <a:r>
            <a:rPr lang="en-US" sz="1400" dirty="0"/>
            <a:t>- Classical machine learning (e.g., - decision trees)</a:t>
          </a:r>
        </a:p>
      </dgm:t>
    </dgm:pt>
    <dgm:pt modelId="{CE467FFD-4746-4FDB-B31B-651337FB3B1F}" type="parTrans" cxnId="{81C3306B-3B0A-4404-978D-0867B4313607}">
      <dgm:prSet/>
      <dgm:spPr/>
      <dgm:t>
        <a:bodyPr/>
        <a:lstStyle/>
        <a:p>
          <a:endParaRPr lang="en-US"/>
        </a:p>
      </dgm:t>
    </dgm:pt>
    <dgm:pt modelId="{0AAFF905-982C-41EB-B204-60187EA07419}" type="sibTrans" cxnId="{81C3306B-3B0A-4404-978D-0867B4313607}">
      <dgm:prSet/>
      <dgm:spPr/>
      <dgm:t>
        <a:bodyPr/>
        <a:lstStyle/>
        <a:p>
          <a:endParaRPr lang="en-US"/>
        </a:p>
      </dgm:t>
    </dgm:pt>
    <dgm:pt modelId="{7366351A-E061-43C7-83C7-8814D97F41E8}">
      <dgm:prSet custT="1"/>
      <dgm:spPr/>
      <dgm:t>
        <a:bodyPr/>
        <a:lstStyle/>
        <a:p>
          <a:r>
            <a:rPr lang="en-US" sz="2000" b="1" dirty="0" err="1"/>
            <a:t>Subsymbolic</a:t>
          </a:r>
          <a:r>
            <a:rPr lang="en-US" sz="2000" b="1" dirty="0"/>
            <a:t> AI</a:t>
          </a:r>
          <a:br>
            <a:rPr lang="en-US" sz="2000" b="1" dirty="0"/>
          </a:br>
          <a:r>
            <a:rPr lang="en-US" sz="1600" dirty="0"/>
            <a:t>Operate below the level of individual symbols. Store information as small mathematical equations (weights). Train on massive data sets.</a:t>
          </a:r>
        </a:p>
      </dgm:t>
    </dgm:pt>
    <dgm:pt modelId="{06ACE3AD-A888-409F-B8E7-BFBA893DE5EA}" type="parTrans" cxnId="{444D25C0-CB71-4AD6-9E0B-A0A13052E3BB}">
      <dgm:prSet/>
      <dgm:spPr/>
      <dgm:t>
        <a:bodyPr/>
        <a:lstStyle/>
        <a:p>
          <a:endParaRPr lang="en-US"/>
        </a:p>
      </dgm:t>
    </dgm:pt>
    <dgm:pt modelId="{11A30953-4BFB-4A5E-9EB3-A26AA2487F5E}" type="sibTrans" cxnId="{444D25C0-CB71-4AD6-9E0B-A0A13052E3BB}">
      <dgm:prSet/>
      <dgm:spPr/>
      <dgm:t>
        <a:bodyPr/>
        <a:lstStyle/>
        <a:p>
          <a:endParaRPr lang="en-US"/>
        </a:p>
      </dgm:t>
    </dgm:pt>
    <dgm:pt modelId="{EDC790E2-C5C0-4164-A336-E62C7B2ED487}">
      <dgm:prSet/>
      <dgm:spPr/>
      <dgm:t>
        <a:bodyPr/>
        <a:lstStyle/>
        <a:p>
          <a:r>
            <a:rPr lang="en-US" b="1" dirty="0"/>
            <a:t>Perception</a:t>
          </a:r>
        </a:p>
        <a:p>
          <a:r>
            <a:rPr lang="en-US" dirty="0"/>
            <a:t>- Artificial neural nets</a:t>
          </a:r>
        </a:p>
        <a:p>
          <a:r>
            <a:rPr lang="en-US" dirty="0"/>
            <a:t>- Deep learning</a:t>
          </a:r>
        </a:p>
      </dgm:t>
    </dgm:pt>
    <dgm:pt modelId="{2E8E7F64-0B0F-4668-9F91-DAA6E4336D69}" type="parTrans" cxnId="{6D03CC00-6310-419C-8F12-2E3F4D3E0E81}">
      <dgm:prSet/>
      <dgm:spPr/>
      <dgm:t>
        <a:bodyPr/>
        <a:lstStyle/>
        <a:p>
          <a:endParaRPr lang="en-US"/>
        </a:p>
      </dgm:t>
    </dgm:pt>
    <dgm:pt modelId="{C11D66AB-C0C5-4074-B562-79A61E2503EA}" type="sibTrans" cxnId="{6D03CC00-6310-419C-8F12-2E3F4D3E0E81}">
      <dgm:prSet/>
      <dgm:spPr/>
      <dgm:t>
        <a:bodyPr/>
        <a:lstStyle/>
        <a:p>
          <a:endParaRPr lang="en-US"/>
        </a:p>
      </dgm:t>
    </dgm:pt>
    <dgm:pt modelId="{AC4748A4-3864-485E-B5B7-45E2F267A20D}">
      <dgm:prSet custT="1"/>
      <dgm:spPr/>
      <dgm:t>
        <a:bodyPr/>
        <a:lstStyle/>
        <a:p>
          <a:r>
            <a:rPr lang="en-US" sz="2300" b="1" dirty="0" err="1"/>
            <a:t>Neurosymbolic</a:t>
          </a:r>
          <a:r>
            <a:rPr lang="en-US" sz="2300" b="1" dirty="0"/>
            <a:t> (modern) AI</a:t>
          </a:r>
          <a:br>
            <a:rPr lang="en-US" sz="2300" b="1" dirty="0"/>
          </a:br>
          <a:r>
            <a:rPr lang="en-US" sz="1800" dirty="0"/>
            <a:t>combines neural networks with planning and search.</a:t>
          </a:r>
          <a:endParaRPr lang="en-US" sz="2300" dirty="0"/>
        </a:p>
      </dgm:t>
    </dgm:pt>
    <dgm:pt modelId="{78ED7157-1454-4D38-8E55-99413D0C023A}" type="parTrans" cxnId="{0445B90C-23C3-4B42-ACE5-8674618D889D}">
      <dgm:prSet/>
      <dgm:spPr/>
      <dgm:t>
        <a:bodyPr/>
        <a:lstStyle/>
        <a:p>
          <a:endParaRPr lang="en-US"/>
        </a:p>
      </dgm:t>
    </dgm:pt>
    <dgm:pt modelId="{1EF8A93F-A5D6-45D6-87E9-2FE5221CA57C}" type="sibTrans" cxnId="{0445B90C-23C3-4B42-ACE5-8674618D889D}">
      <dgm:prSet/>
      <dgm:spPr/>
      <dgm:t>
        <a:bodyPr/>
        <a:lstStyle/>
        <a:p>
          <a:endParaRPr lang="en-US"/>
        </a:p>
      </dgm:t>
    </dgm:pt>
    <dgm:pt modelId="{A365FD4C-D997-47DD-B76D-7C002D38DB05}" type="pres">
      <dgm:prSet presAssocID="{E0B44E48-4A75-4CE2-8C3D-364C322A58FD}" presName="root" presStyleCnt="0">
        <dgm:presLayoutVars>
          <dgm:dir/>
          <dgm:resizeHandles val="exact"/>
        </dgm:presLayoutVars>
      </dgm:prSet>
      <dgm:spPr/>
    </dgm:pt>
    <dgm:pt modelId="{681FD39D-E5E5-4B15-B9E5-FD44384E27B9}" type="pres">
      <dgm:prSet presAssocID="{386CC6A2-EE6B-4F49-A2A0-8F96476225CE}" presName="compNode" presStyleCnt="0"/>
      <dgm:spPr/>
    </dgm:pt>
    <dgm:pt modelId="{7C226BB9-CDAD-4EE8-A26D-FB33BB156E66}" type="pres">
      <dgm:prSet presAssocID="{386CC6A2-EE6B-4F49-A2A0-8F96476225CE}" presName="bgRect" presStyleLbl="bgShp" presStyleIdx="0" presStyleCnt="3" custLinFactNeighborX="-32155" custLinFactNeighborY="-936"/>
      <dgm:spPr/>
    </dgm:pt>
    <dgm:pt modelId="{4F4B6071-2E29-45D8-9CBA-FB50358262F1}" type="pres">
      <dgm:prSet presAssocID="{386CC6A2-EE6B-4F49-A2A0-8F96476225CE}" presName="iconRect" presStyleLbl="node1" presStyleIdx="0" presStyleCnt="3"/>
      <dgm:spPr>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1"/>
              </a:ext>
            </a:extLst>
          </a:blip>
          <a:stretch>
            <a:fillRect/>
          </a:stretch>
        </a:blipFill>
        <a:ln>
          <a:noFill/>
        </a:ln>
      </dgm:spPr>
      <dgm:extLst>
        <a:ext uri="{E40237B7-FDA0-4F09-8148-C483321AD2D9}">
          <dgm14:cNvPr xmlns:dgm14="http://schemas.microsoft.com/office/drawing/2010/diagram" id="0" name="" descr="Programmer"/>
        </a:ext>
      </dgm:extLst>
    </dgm:pt>
    <dgm:pt modelId="{00A8E26A-1F1C-45B8-9D2E-E78ADB8FC922}" type="pres">
      <dgm:prSet presAssocID="{386CC6A2-EE6B-4F49-A2A0-8F96476225CE}" presName="spaceRect" presStyleCnt="0"/>
      <dgm:spPr/>
    </dgm:pt>
    <dgm:pt modelId="{11B7E679-A899-4BE4-9143-994A39BCF967}" type="pres">
      <dgm:prSet presAssocID="{386CC6A2-EE6B-4F49-A2A0-8F96476225CE}" presName="parTx" presStyleLbl="revTx" presStyleIdx="0" presStyleCnt="5">
        <dgm:presLayoutVars>
          <dgm:chMax val="0"/>
          <dgm:chPref val="0"/>
        </dgm:presLayoutVars>
      </dgm:prSet>
      <dgm:spPr/>
    </dgm:pt>
    <dgm:pt modelId="{FE76BB01-C6C5-4EA3-8463-563F4BF12B7F}" type="pres">
      <dgm:prSet presAssocID="{386CC6A2-EE6B-4F49-A2A0-8F96476225CE}" presName="desTx" presStyleLbl="revTx" presStyleIdx="1" presStyleCnt="5">
        <dgm:presLayoutVars/>
      </dgm:prSet>
      <dgm:spPr/>
    </dgm:pt>
    <dgm:pt modelId="{99BBE82E-F471-47D0-962E-A7AC4875ECF2}" type="pres">
      <dgm:prSet presAssocID="{C3C9A87F-1C9C-4934-BC92-57C1F8B559BB}" presName="sibTrans" presStyleCnt="0"/>
      <dgm:spPr/>
    </dgm:pt>
    <dgm:pt modelId="{01DA5ADF-CD39-40D7-8533-4720DA8C154F}" type="pres">
      <dgm:prSet presAssocID="{7366351A-E061-43C7-83C7-8814D97F41E8}" presName="compNode" presStyleCnt="0"/>
      <dgm:spPr/>
    </dgm:pt>
    <dgm:pt modelId="{6B5A0394-11B7-460A-B4FD-D7A080440BD8}" type="pres">
      <dgm:prSet presAssocID="{7366351A-E061-43C7-83C7-8814D97F41E8}" presName="bgRect" presStyleLbl="bgShp" presStyleIdx="1" presStyleCnt="3"/>
      <dgm:spPr/>
    </dgm:pt>
    <dgm:pt modelId="{1B019230-D9C2-45C4-9195-DBEB44D77775}" type="pres">
      <dgm:prSet presAssocID="{7366351A-E061-43C7-83C7-8814D97F41E8}" presName="iconRect" presStyleLbl="node1" presStyleIdx="1" presStyleCnt="3"/>
      <dgm:spPr>
        <a:blipFill>
          <a:blip xmlns:r="http://schemas.openxmlformats.org/officeDocument/2006/relationships">
            <a:extLst>
              <a:ext uri="{96DAC541-7B7A-43D3-8B79-37D633B846F1}">
                <asvg:svgBlip xmlns:asvg="http://schemas.microsoft.com/office/drawing/2016/SVG/main" r:embed="rId2"/>
              </a:ext>
            </a:extLst>
          </a:blip>
          <a:srcRect/>
          <a:stretch>
            <a:fillRect/>
          </a:stretch>
        </a:blipFill>
        <a:ln>
          <a:noFill/>
        </a:ln>
      </dgm:spPr>
      <dgm:extLst>
        <a:ext uri="{E40237B7-FDA0-4F09-8148-C483321AD2D9}">
          <dgm14:cNvPr xmlns:dgm14="http://schemas.microsoft.com/office/drawing/2010/diagram" id="0" name="" descr="Network diagram with solid fill"/>
        </a:ext>
      </dgm:extLst>
    </dgm:pt>
    <dgm:pt modelId="{E4180C3B-9616-44C0-B615-79E396E181ED}" type="pres">
      <dgm:prSet presAssocID="{7366351A-E061-43C7-83C7-8814D97F41E8}" presName="spaceRect" presStyleCnt="0"/>
      <dgm:spPr/>
    </dgm:pt>
    <dgm:pt modelId="{6FA81C2E-3D00-41EC-8131-19FC6D1A6E27}" type="pres">
      <dgm:prSet presAssocID="{7366351A-E061-43C7-83C7-8814D97F41E8}" presName="parTx" presStyleLbl="revTx" presStyleIdx="2" presStyleCnt="5">
        <dgm:presLayoutVars>
          <dgm:chMax val="0"/>
          <dgm:chPref val="0"/>
        </dgm:presLayoutVars>
      </dgm:prSet>
      <dgm:spPr/>
    </dgm:pt>
    <dgm:pt modelId="{2B219972-CD5D-4206-A377-9B509C923936}" type="pres">
      <dgm:prSet presAssocID="{7366351A-E061-43C7-83C7-8814D97F41E8}" presName="desTx" presStyleLbl="revTx" presStyleIdx="3" presStyleCnt="5">
        <dgm:presLayoutVars/>
      </dgm:prSet>
      <dgm:spPr/>
    </dgm:pt>
    <dgm:pt modelId="{EA25CA88-7987-44D5-AE50-565D672E8F9E}" type="pres">
      <dgm:prSet presAssocID="{11A30953-4BFB-4A5E-9EB3-A26AA2487F5E}" presName="sibTrans" presStyleCnt="0"/>
      <dgm:spPr/>
    </dgm:pt>
    <dgm:pt modelId="{3E7502F0-D65D-46E4-98BB-39A8B6369D14}" type="pres">
      <dgm:prSet presAssocID="{AC4748A4-3864-485E-B5B7-45E2F267A20D}" presName="compNode" presStyleCnt="0"/>
      <dgm:spPr/>
    </dgm:pt>
    <dgm:pt modelId="{530BB4A2-B0E4-4B86-8525-887F97420646}" type="pres">
      <dgm:prSet presAssocID="{AC4748A4-3864-485E-B5B7-45E2F267A20D}" presName="bgRect" presStyleLbl="bgShp" presStyleIdx="2" presStyleCnt="3" custLinFactNeighborX="-345" custLinFactNeighborY="-752"/>
      <dgm:spPr/>
    </dgm:pt>
    <dgm:pt modelId="{48DBB835-9005-4E49-9303-295B8153D6E5}" type="pres">
      <dgm:prSet presAssocID="{AC4748A4-3864-485E-B5B7-45E2F267A20D}" presName="iconRect" presStyleLbl="node1" presStyleIdx="2" presStyleCnt="3"/>
      <dgm:spPr>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a:blipFill>
        <a:ln>
          <a:noFill/>
        </a:ln>
      </dgm:spPr>
      <dgm:extLst>
        <a:ext uri="{E40237B7-FDA0-4F09-8148-C483321AD2D9}">
          <dgm14:cNvPr xmlns:dgm14="http://schemas.microsoft.com/office/drawing/2010/diagram" id="0" name="" descr="Head with Gears"/>
        </a:ext>
      </dgm:extLst>
    </dgm:pt>
    <dgm:pt modelId="{56C38CCD-40F9-41C5-841C-ADA68498398B}" type="pres">
      <dgm:prSet presAssocID="{AC4748A4-3864-485E-B5B7-45E2F267A20D}" presName="spaceRect" presStyleCnt="0"/>
      <dgm:spPr/>
    </dgm:pt>
    <dgm:pt modelId="{AB21EC53-F58E-452A-9058-C1278C38378F}" type="pres">
      <dgm:prSet presAssocID="{AC4748A4-3864-485E-B5B7-45E2F267A20D}" presName="parTx" presStyleLbl="revTx" presStyleIdx="4" presStyleCnt="5">
        <dgm:presLayoutVars>
          <dgm:chMax val="0"/>
          <dgm:chPref val="0"/>
        </dgm:presLayoutVars>
      </dgm:prSet>
      <dgm:spPr/>
    </dgm:pt>
  </dgm:ptLst>
  <dgm:cxnLst>
    <dgm:cxn modelId="{6D03CC00-6310-419C-8F12-2E3F4D3E0E81}" srcId="{7366351A-E061-43C7-83C7-8814D97F41E8}" destId="{EDC790E2-C5C0-4164-A336-E62C7B2ED487}" srcOrd="0" destOrd="0" parTransId="{2E8E7F64-0B0F-4668-9F91-DAA6E4336D69}" sibTransId="{C11D66AB-C0C5-4074-B562-79A61E2503EA}"/>
    <dgm:cxn modelId="{C003D70B-DA28-46B8-B775-4CB7C90350F1}" type="presOf" srcId="{B4A60B1B-D186-4654-8438-16316A0B3E8A}" destId="{FE76BB01-C6C5-4EA3-8463-563F4BF12B7F}" srcOrd="0" destOrd="1" presId="urn:microsoft.com/office/officeart/2018/2/layout/IconVerticalSolidList"/>
    <dgm:cxn modelId="{0445B90C-23C3-4B42-ACE5-8674618D889D}" srcId="{E0B44E48-4A75-4CE2-8C3D-364C322A58FD}" destId="{AC4748A4-3864-485E-B5B7-45E2F267A20D}" srcOrd="2" destOrd="0" parTransId="{78ED7157-1454-4D38-8E55-99413D0C023A}" sibTransId="{1EF8A93F-A5D6-45D6-87E9-2FE5221CA57C}"/>
    <dgm:cxn modelId="{22C9471D-6031-4D77-8F61-2386A80CA90E}" srcId="{E0B44E48-4A75-4CE2-8C3D-364C322A58FD}" destId="{386CC6A2-EE6B-4F49-A2A0-8F96476225CE}" srcOrd="0" destOrd="0" parTransId="{C0CD7DC1-DBF8-4D0B-84F7-806BFC881AFA}" sibTransId="{C3C9A87F-1C9C-4934-BC92-57C1F8B559BB}"/>
    <dgm:cxn modelId="{48E0F42E-8F31-42CF-A13A-DA47E842212F}" type="presOf" srcId="{AC4748A4-3864-485E-B5B7-45E2F267A20D}" destId="{AB21EC53-F58E-452A-9058-C1278C38378F}" srcOrd="0" destOrd="0" presId="urn:microsoft.com/office/officeart/2018/2/layout/IconVerticalSolidList"/>
    <dgm:cxn modelId="{81C3306B-3B0A-4404-978D-0867B4313607}" srcId="{386CC6A2-EE6B-4F49-A2A0-8F96476225CE}" destId="{5BCFA193-46AC-410F-AAF9-6577586446F7}" srcOrd="2" destOrd="0" parTransId="{CE467FFD-4746-4FDB-B31B-651337FB3B1F}" sibTransId="{0AAFF905-982C-41EB-B204-60187EA07419}"/>
    <dgm:cxn modelId="{D25ED152-FEF6-4A12-A41F-E3F0E47ADC15}" type="presOf" srcId="{E881BABE-76C3-4813-B897-FF2046FE9040}" destId="{FE76BB01-C6C5-4EA3-8463-563F4BF12B7F}" srcOrd="0" destOrd="0" presId="urn:microsoft.com/office/officeart/2018/2/layout/IconVerticalSolidList"/>
    <dgm:cxn modelId="{BAA02A74-F4A0-490E-A8F1-FADFEE353D38}" type="presOf" srcId="{7366351A-E061-43C7-83C7-8814D97F41E8}" destId="{6FA81C2E-3D00-41EC-8131-19FC6D1A6E27}" srcOrd="0" destOrd="0" presId="urn:microsoft.com/office/officeart/2018/2/layout/IconVerticalSolidList"/>
    <dgm:cxn modelId="{27011690-03FF-4838-BB44-FF74430DE91F}" type="presOf" srcId="{EDC790E2-C5C0-4164-A336-E62C7B2ED487}" destId="{2B219972-CD5D-4206-A377-9B509C923936}" srcOrd="0" destOrd="0" presId="urn:microsoft.com/office/officeart/2018/2/layout/IconVerticalSolidList"/>
    <dgm:cxn modelId="{E060E19B-558F-4B00-AD02-582A9E06517F}" srcId="{386CC6A2-EE6B-4F49-A2A0-8F96476225CE}" destId="{B4A60B1B-D186-4654-8438-16316A0B3E8A}" srcOrd="1" destOrd="0" parTransId="{03A53472-4812-4DA2-B698-3CDB3D3F08D6}" sibTransId="{5B030015-AFEB-4174-9673-8DC2B61A21F4}"/>
    <dgm:cxn modelId="{DE696FBF-8EF7-4FA5-ACC1-0F2D64BC09DD}" type="presOf" srcId="{386CC6A2-EE6B-4F49-A2A0-8F96476225CE}" destId="{11B7E679-A899-4BE4-9143-994A39BCF967}" srcOrd="0" destOrd="0" presId="urn:microsoft.com/office/officeart/2018/2/layout/IconVerticalSolidList"/>
    <dgm:cxn modelId="{444D25C0-CB71-4AD6-9E0B-A0A13052E3BB}" srcId="{E0B44E48-4A75-4CE2-8C3D-364C322A58FD}" destId="{7366351A-E061-43C7-83C7-8814D97F41E8}" srcOrd="1" destOrd="0" parTransId="{06ACE3AD-A888-409F-B8E7-BFBA893DE5EA}" sibTransId="{11A30953-4BFB-4A5E-9EB3-A26AA2487F5E}"/>
    <dgm:cxn modelId="{4833B7C4-9D25-4DB2-97FA-77964ECDA948}" srcId="{386CC6A2-EE6B-4F49-A2A0-8F96476225CE}" destId="{E881BABE-76C3-4813-B897-FF2046FE9040}" srcOrd="0" destOrd="0" parTransId="{0490A47A-BDCD-40A4-90F4-1421A5633E65}" sibTransId="{CA1FE9B4-87F3-437E-9E4D-EA969E3C5DC0}"/>
    <dgm:cxn modelId="{9F33EBDA-648C-43D2-A1CE-A582D17D5F56}" type="presOf" srcId="{E0B44E48-4A75-4CE2-8C3D-364C322A58FD}" destId="{A365FD4C-D997-47DD-B76D-7C002D38DB05}" srcOrd="0" destOrd="0" presId="urn:microsoft.com/office/officeart/2018/2/layout/IconVerticalSolidList"/>
    <dgm:cxn modelId="{B0A6D5E3-4F2D-4F42-A7EF-17764FBB14D5}" type="presOf" srcId="{5BCFA193-46AC-410F-AAF9-6577586446F7}" destId="{FE76BB01-C6C5-4EA3-8463-563F4BF12B7F}" srcOrd="0" destOrd="2" presId="urn:microsoft.com/office/officeart/2018/2/layout/IconVerticalSolidList"/>
    <dgm:cxn modelId="{62D8EFE3-4934-49C0-9790-DABFD78565FA}" type="presParOf" srcId="{A365FD4C-D997-47DD-B76D-7C002D38DB05}" destId="{681FD39D-E5E5-4B15-B9E5-FD44384E27B9}" srcOrd="0" destOrd="0" presId="urn:microsoft.com/office/officeart/2018/2/layout/IconVerticalSolidList"/>
    <dgm:cxn modelId="{502CE939-6D82-42D7-9561-BA4F09027F1C}" type="presParOf" srcId="{681FD39D-E5E5-4B15-B9E5-FD44384E27B9}" destId="{7C226BB9-CDAD-4EE8-A26D-FB33BB156E66}" srcOrd="0" destOrd="0" presId="urn:microsoft.com/office/officeart/2018/2/layout/IconVerticalSolidList"/>
    <dgm:cxn modelId="{145A1D66-A966-4729-90A8-6F47F25F8C66}" type="presParOf" srcId="{681FD39D-E5E5-4B15-B9E5-FD44384E27B9}" destId="{4F4B6071-2E29-45D8-9CBA-FB50358262F1}" srcOrd="1" destOrd="0" presId="urn:microsoft.com/office/officeart/2018/2/layout/IconVerticalSolidList"/>
    <dgm:cxn modelId="{AB709C43-CD09-43A3-A02C-EFFDC956F3A0}" type="presParOf" srcId="{681FD39D-E5E5-4B15-B9E5-FD44384E27B9}" destId="{00A8E26A-1F1C-45B8-9D2E-E78ADB8FC922}" srcOrd="2" destOrd="0" presId="urn:microsoft.com/office/officeart/2018/2/layout/IconVerticalSolidList"/>
    <dgm:cxn modelId="{81E41F3C-B90B-49BF-9389-A74CEE9ABD33}" type="presParOf" srcId="{681FD39D-E5E5-4B15-B9E5-FD44384E27B9}" destId="{11B7E679-A899-4BE4-9143-994A39BCF967}" srcOrd="3" destOrd="0" presId="urn:microsoft.com/office/officeart/2018/2/layout/IconVerticalSolidList"/>
    <dgm:cxn modelId="{632BCE37-E24A-4A08-9654-AF6CB077134F}" type="presParOf" srcId="{681FD39D-E5E5-4B15-B9E5-FD44384E27B9}" destId="{FE76BB01-C6C5-4EA3-8463-563F4BF12B7F}" srcOrd="4" destOrd="0" presId="urn:microsoft.com/office/officeart/2018/2/layout/IconVerticalSolidList"/>
    <dgm:cxn modelId="{048E6857-837F-4208-849D-9256AEDB1284}" type="presParOf" srcId="{A365FD4C-D997-47DD-B76D-7C002D38DB05}" destId="{99BBE82E-F471-47D0-962E-A7AC4875ECF2}" srcOrd="1" destOrd="0" presId="urn:microsoft.com/office/officeart/2018/2/layout/IconVerticalSolidList"/>
    <dgm:cxn modelId="{3CE7E3C4-11C1-4633-B804-A087388F9285}" type="presParOf" srcId="{A365FD4C-D997-47DD-B76D-7C002D38DB05}" destId="{01DA5ADF-CD39-40D7-8533-4720DA8C154F}" srcOrd="2" destOrd="0" presId="urn:microsoft.com/office/officeart/2018/2/layout/IconVerticalSolidList"/>
    <dgm:cxn modelId="{4FFE725A-369F-4AA2-A091-3CDDC3FDC609}" type="presParOf" srcId="{01DA5ADF-CD39-40D7-8533-4720DA8C154F}" destId="{6B5A0394-11B7-460A-B4FD-D7A080440BD8}" srcOrd="0" destOrd="0" presId="urn:microsoft.com/office/officeart/2018/2/layout/IconVerticalSolidList"/>
    <dgm:cxn modelId="{65B41E2F-7263-4B5C-9F1F-F4DFADB7FCE4}" type="presParOf" srcId="{01DA5ADF-CD39-40D7-8533-4720DA8C154F}" destId="{1B019230-D9C2-45C4-9195-DBEB44D77775}" srcOrd="1" destOrd="0" presId="urn:microsoft.com/office/officeart/2018/2/layout/IconVerticalSolidList"/>
    <dgm:cxn modelId="{4C8C49F1-64B5-47B4-854E-8581287A552B}" type="presParOf" srcId="{01DA5ADF-CD39-40D7-8533-4720DA8C154F}" destId="{E4180C3B-9616-44C0-B615-79E396E181ED}" srcOrd="2" destOrd="0" presId="urn:microsoft.com/office/officeart/2018/2/layout/IconVerticalSolidList"/>
    <dgm:cxn modelId="{7B3AE707-0490-4409-A362-09623ABDDD71}" type="presParOf" srcId="{01DA5ADF-CD39-40D7-8533-4720DA8C154F}" destId="{6FA81C2E-3D00-41EC-8131-19FC6D1A6E27}" srcOrd="3" destOrd="0" presId="urn:microsoft.com/office/officeart/2018/2/layout/IconVerticalSolidList"/>
    <dgm:cxn modelId="{C76B77FD-73B4-4B07-9343-9C2ECB7BC784}" type="presParOf" srcId="{01DA5ADF-CD39-40D7-8533-4720DA8C154F}" destId="{2B219972-CD5D-4206-A377-9B509C923936}" srcOrd="4" destOrd="0" presId="urn:microsoft.com/office/officeart/2018/2/layout/IconVerticalSolidList"/>
    <dgm:cxn modelId="{4A1AB8B4-8072-4DC7-B3FE-1E786163AEC4}" type="presParOf" srcId="{A365FD4C-D997-47DD-B76D-7C002D38DB05}" destId="{EA25CA88-7987-44D5-AE50-565D672E8F9E}" srcOrd="3" destOrd="0" presId="urn:microsoft.com/office/officeart/2018/2/layout/IconVerticalSolidList"/>
    <dgm:cxn modelId="{E326FD95-E88A-4808-AB4A-9CFF10A900BE}" type="presParOf" srcId="{A365FD4C-D997-47DD-B76D-7C002D38DB05}" destId="{3E7502F0-D65D-46E4-98BB-39A8B6369D14}" srcOrd="4" destOrd="0" presId="urn:microsoft.com/office/officeart/2018/2/layout/IconVerticalSolidList"/>
    <dgm:cxn modelId="{2B9A7B48-3779-4293-BC8F-A79A46F936FC}" type="presParOf" srcId="{3E7502F0-D65D-46E4-98BB-39A8B6369D14}" destId="{530BB4A2-B0E4-4B86-8525-887F97420646}" srcOrd="0" destOrd="0" presId="urn:microsoft.com/office/officeart/2018/2/layout/IconVerticalSolidList"/>
    <dgm:cxn modelId="{642840DE-4179-4668-BFDB-0037DA7AD0AA}" type="presParOf" srcId="{3E7502F0-D65D-46E4-98BB-39A8B6369D14}" destId="{48DBB835-9005-4E49-9303-295B8153D6E5}" srcOrd="1" destOrd="0" presId="urn:microsoft.com/office/officeart/2018/2/layout/IconVerticalSolidList"/>
    <dgm:cxn modelId="{7E7D58DC-3A5C-4C2B-8390-01410CB881F8}" type="presParOf" srcId="{3E7502F0-D65D-46E4-98BB-39A8B6369D14}" destId="{56C38CCD-40F9-41C5-841C-ADA68498398B}" srcOrd="2" destOrd="0" presId="urn:microsoft.com/office/officeart/2018/2/layout/IconVerticalSolidList"/>
    <dgm:cxn modelId="{233CEF2E-88E3-4899-9D73-DF014FAC94B6}" type="presParOf" srcId="{3E7502F0-D65D-46E4-98BB-39A8B6369D14}" destId="{AB21EC53-F58E-452A-9058-C1278C38378F}" srcOrd="3" destOrd="0" presId="urn:microsoft.com/office/officeart/2018/2/layout/IconVerticalSolidList"/>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0.xml><?xml version="1.0" encoding="utf-8"?>
<dgm:dataModel xmlns:dgm="http://schemas.openxmlformats.org/drawingml/2006/diagram" xmlns:a="http://schemas.openxmlformats.org/drawingml/2006/main">
  <dgm:ptLst>
    <dgm:pt modelId="{D0A37249-AE7D-4776-ACFE-8B32B4BB5260}" type="doc">
      <dgm:prSet loTypeId="urn:microsoft.com/office/officeart/2024/layout/HorizontalActionList" loCatId="list" qsTypeId="urn:microsoft.com/office/officeart/2005/8/quickstyle/simple1#10" qsCatId="simple" csTypeId="urn:microsoft.com/office/officeart/2005/8/colors/colorful1#8" csCatId="colorful" phldr="1"/>
      <dgm:spPr/>
      <dgm:t>
        <a:bodyPr/>
        <a:lstStyle/>
        <a:p>
          <a:endParaRPr lang="en-US"/>
        </a:p>
      </dgm:t>
    </dgm:pt>
    <dgm:pt modelId="{846F24C0-B2A9-4595-A374-F7B0853F87A2}">
      <dgm:prSet phldrT="[Text]" phldr="0" custT="1"/>
      <dgm:spPr/>
      <dgm:t>
        <a:bodyPr/>
        <a:lstStyle/>
        <a:p>
          <a:pPr algn="ctr"/>
          <a:r>
            <a:rPr lang="en-US" sz="1600" b="1" dirty="0"/>
            <a:t>Accountability</a:t>
          </a:r>
          <a:endParaRPr lang="en-US" sz="1400" b="1" dirty="0"/>
        </a:p>
      </dgm:t>
    </dgm:pt>
    <dgm:pt modelId="{3BAA968B-F4CB-44DC-80E1-5120294361E4}" type="parTrans" cxnId="{4E6314A2-6835-4655-9B6F-785DA13862A6}">
      <dgm:prSet/>
      <dgm:spPr/>
      <dgm:t>
        <a:bodyPr/>
        <a:lstStyle/>
        <a:p>
          <a:endParaRPr lang="en-US"/>
        </a:p>
      </dgm:t>
    </dgm:pt>
    <dgm:pt modelId="{08BC8E5B-BD93-48DE-9E9A-6AECC0498AC6}" type="sibTrans" cxnId="{4E6314A2-6835-4655-9B6F-785DA13862A6}">
      <dgm:prSet/>
      <dgm:spPr/>
      <dgm:t>
        <a:bodyPr/>
        <a:lstStyle/>
        <a:p>
          <a:endParaRPr lang="en-US"/>
        </a:p>
      </dgm:t>
    </dgm:pt>
    <dgm:pt modelId="{01586B1F-7FD7-42EE-9892-483B3596CA22}">
      <dgm:prSet phldrT="[Text]" custT="1"/>
      <dgm:spPr/>
      <dgm:t>
        <a:bodyPr/>
        <a:lstStyle/>
        <a:p>
          <a:r>
            <a:rPr lang="en-US" sz="1600" dirty="0"/>
            <a:t>Clearly defined roles assigning responsibility for AI-driven decisions, system failures, and human oversight checkpoints.</a:t>
          </a:r>
        </a:p>
      </dgm:t>
    </dgm:pt>
    <dgm:pt modelId="{EBF2F932-D1CC-4E9A-8728-8A08BC610C47}" type="parTrans" cxnId="{D57766BD-8701-426C-A89C-1F8CFA2A0471}">
      <dgm:prSet/>
      <dgm:spPr/>
      <dgm:t>
        <a:bodyPr/>
        <a:lstStyle/>
        <a:p>
          <a:endParaRPr lang="en-US"/>
        </a:p>
      </dgm:t>
    </dgm:pt>
    <dgm:pt modelId="{03F00998-EAA7-4C00-9457-EFD9F5C62D27}" type="sibTrans" cxnId="{D57766BD-8701-426C-A89C-1F8CFA2A0471}">
      <dgm:prSet/>
      <dgm:spPr/>
      <dgm:t>
        <a:bodyPr/>
        <a:lstStyle/>
        <a:p>
          <a:endParaRPr lang="en-US"/>
        </a:p>
      </dgm:t>
    </dgm:pt>
    <dgm:pt modelId="{5BD292A9-77A4-4135-9352-DC7BB6D7263A}">
      <dgm:prSet phldrT="[Text]" phldr="0" custT="1"/>
      <dgm:spPr/>
      <dgm:t>
        <a:bodyPr/>
        <a:lstStyle/>
        <a:p>
          <a:pPr algn="ctr"/>
          <a:r>
            <a:rPr lang="en-US" sz="1600" b="1" dirty="0"/>
            <a:t>Transparency</a:t>
          </a:r>
        </a:p>
      </dgm:t>
    </dgm:pt>
    <dgm:pt modelId="{87FA043C-896A-4115-8ACD-6CD3CD939349}" type="parTrans" cxnId="{2F05C097-B062-447A-A736-F7BB08C4BFCC}">
      <dgm:prSet/>
      <dgm:spPr/>
      <dgm:t>
        <a:bodyPr/>
        <a:lstStyle/>
        <a:p>
          <a:endParaRPr lang="en-US"/>
        </a:p>
      </dgm:t>
    </dgm:pt>
    <dgm:pt modelId="{A5EEDB89-5B93-498C-A20E-8091D555CEA6}" type="sibTrans" cxnId="{2F05C097-B062-447A-A736-F7BB08C4BFCC}">
      <dgm:prSet/>
      <dgm:spPr/>
      <dgm:t>
        <a:bodyPr/>
        <a:lstStyle/>
        <a:p>
          <a:endParaRPr lang="en-US"/>
        </a:p>
      </dgm:t>
    </dgm:pt>
    <dgm:pt modelId="{CA81A21E-4945-4441-B747-6FB32899279E}">
      <dgm:prSet phldrT="[Text]" custT="1"/>
      <dgm:spPr/>
      <dgm:t>
        <a:bodyPr/>
        <a:lstStyle/>
        <a:p>
          <a:r>
            <a:rPr lang="en-US" sz="1600" dirty="0"/>
            <a:t>The ability to understand how an AI model makes decisions, fostering trust among end-users and regulators.</a:t>
          </a:r>
        </a:p>
      </dgm:t>
    </dgm:pt>
    <dgm:pt modelId="{0FC3F213-5B0B-408D-8A2B-0D0B587FA08C}" type="parTrans" cxnId="{E167CD09-F617-4071-9701-37497C84FB9D}">
      <dgm:prSet/>
      <dgm:spPr/>
      <dgm:t>
        <a:bodyPr/>
        <a:lstStyle/>
        <a:p>
          <a:endParaRPr lang="en-US"/>
        </a:p>
      </dgm:t>
    </dgm:pt>
    <dgm:pt modelId="{65116843-BD38-48CE-89BD-8DEC1D8C1BFE}" type="sibTrans" cxnId="{E167CD09-F617-4071-9701-37497C84FB9D}">
      <dgm:prSet/>
      <dgm:spPr/>
      <dgm:t>
        <a:bodyPr/>
        <a:lstStyle/>
        <a:p>
          <a:endParaRPr lang="en-US"/>
        </a:p>
      </dgm:t>
    </dgm:pt>
    <dgm:pt modelId="{83521545-A959-4E49-AB2E-B52DE3DCD119}">
      <dgm:prSet phldrT="[Text]" phldr="0" custT="1"/>
      <dgm:spPr/>
      <dgm:t>
        <a:bodyPr/>
        <a:lstStyle/>
        <a:p>
          <a:pPr algn="ctr"/>
          <a:r>
            <a:rPr lang="en-US" sz="1600" b="1" dirty="0"/>
            <a:t>Fairness</a:t>
          </a:r>
          <a:endParaRPr lang="en-US" sz="1400" b="1" dirty="0"/>
        </a:p>
      </dgm:t>
    </dgm:pt>
    <dgm:pt modelId="{D60F1CFF-9D7E-46F8-B301-9064D9A2632F}" type="parTrans" cxnId="{F5A9400E-56DA-43C7-8BB8-A868816473D3}">
      <dgm:prSet/>
      <dgm:spPr/>
      <dgm:t>
        <a:bodyPr/>
        <a:lstStyle/>
        <a:p>
          <a:endParaRPr lang="en-US"/>
        </a:p>
      </dgm:t>
    </dgm:pt>
    <dgm:pt modelId="{120C893F-B05E-4726-BCF8-64EBDA157CD3}" type="sibTrans" cxnId="{F5A9400E-56DA-43C7-8BB8-A868816473D3}">
      <dgm:prSet/>
      <dgm:spPr/>
      <dgm:t>
        <a:bodyPr/>
        <a:lstStyle/>
        <a:p>
          <a:endParaRPr lang="en-US"/>
        </a:p>
      </dgm:t>
    </dgm:pt>
    <dgm:pt modelId="{4CBF1A56-B824-4FF1-8973-BC85698D9C15}">
      <dgm:prSet phldrT="[Text]" custT="1"/>
      <dgm:spPr/>
      <dgm:t>
        <a:bodyPr/>
        <a:lstStyle/>
        <a:p>
          <a:r>
            <a:rPr lang="en-US" sz="1600" dirty="0"/>
            <a:t>Protocols designed to ensure AI systems do not discriminate against protected groups or yield inequitable outcomes.</a:t>
          </a:r>
        </a:p>
      </dgm:t>
    </dgm:pt>
    <dgm:pt modelId="{02CAAB4E-5B2B-4472-83A5-8957E06AB3A6}" type="parTrans" cxnId="{9C190AA6-70E4-4515-9890-791870686E46}">
      <dgm:prSet/>
      <dgm:spPr/>
      <dgm:t>
        <a:bodyPr/>
        <a:lstStyle/>
        <a:p>
          <a:endParaRPr lang="en-US"/>
        </a:p>
      </dgm:t>
    </dgm:pt>
    <dgm:pt modelId="{7265111D-3B88-4D0C-B4DC-84360827DCBD}" type="sibTrans" cxnId="{9C190AA6-70E4-4515-9890-791870686E46}">
      <dgm:prSet/>
      <dgm:spPr/>
      <dgm:t>
        <a:bodyPr/>
        <a:lstStyle/>
        <a:p>
          <a:endParaRPr lang="en-US"/>
        </a:p>
      </dgm:t>
    </dgm:pt>
    <dgm:pt modelId="{86D1DFBC-2034-4399-81D8-AC861B01291E}">
      <dgm:prSet phldrT="[Text]" phldr="0" custT="1"/>
      <dgm:spPr/>
      <dgm:t>
        <a:bodyPr/>
        <a:lstStyle/>
        <a:p>
          <a:pPr algn="ctr"/>
          <a:r>
            <a:rPr lang="en-US" sz="1600" b="1" dirty="0"/>
            <a:t>Data Privacy &amp; Security</a:t>
          </a:r>
        </a:p>
      </dgm:t>
    </dgm:pt>
    <dgm:pt modelId="{DEA3E281-8B83-40F6-9CC5-4B31D41CB03C}" type="parTrans" cxnId="{0A70E5EF-034B-4A9B-9B94-EDA321C4DE8A}">
      <dgm:prSet/>
      <dgm:spPr/>
      <dgm:t>
        <a:bodyPr/>
        <a:lstStyle/>
        <a:p>
          <a:endParaRPr lang="en-US"/>
        </a:p>
      </dgm:t>
    </dgm:pt>
    <dgm:pt modelId="{3CEF36F8-BEAC-44E7-8C49-C5D26EE00047}" type="sibTrans" cxnId="{0A70E5EF-034B-4A9B-9B94-EDA321C4DE8A}">
      <dgm:prSet/>
      <dgm:spPr/>
      <dgm:t>
        <a:bodyPr/>
        <a:lstStyle/>
        <a:p>
          <a:endParaRPr lang="en-US"/>
        </a:p>
      </dgm:t>
    </dgm:pt>
    <dgm:pt modelId="{9A93ECF2-2E8C-4CD8-B1B7-3E79192A8EC9}">
      <dgm:prSet custT="1"/>
      <dgm:spPr/>
      <dgm:t>
        <a:bodyPr/>
        <a:lstStyle/>
        <a:p>
          <a:r>
            <a:rPr lang="en-US" sz="1600" dirty="0"/>
            <a:t>Strict safeguards dictating how personal and proprietary data is collected, anonymized, stored, and utilized during model training.</a:t>
          </a:r>
        </a:p>
      </dgm:t>
    </dgm:pt>
    <dgm:pt modelId="{C8713980-40F8-4955-8CD8-D27D6EE16F00}" type="parTrans" cxnId="{876B68D5-4D2A-482A-A571-AF03ED1ADE49}">
      <dgm:prSet/>
      <dgm:spPr/>
      <dgm:t>
        <a:bodyPr/>
        <a:lstStyle/>
        <a:p>
          <a:endParaRPr lang="en-US"/>
        </a:p>
      </dgm:t>
    </dgm:pt>
    <dgm:pt modelId="{B1E4AAEA-620E-486B-A252-672A0B34AD8A}" type="sibTrans" cxnId="{876B68D5-4D2A-482A-A571-AF03ED1ADE49}">
      <dgm:prSet/>
      <dgm:spPr/>
      <dgm:t>
        <a:bodyPr/>
        <a:lstStyle/>
        <a:p>
          <a:endParaRPr lang="en-US"/>
        </a:p>
      </dgm:t>
    </dgm:pt>
    <dgm:pt modelId="{D27EA82C-C5CE-4062-9EB2-CB63866D8C16}" type="pres">
      <dgm:prSet presAssocID="{D0A37249-AE7D-4776-ACFE-8B32B4BB5260}" presName="Name0" presStyleCnt="0">
        <dgm:presLayoutVars>
          <dgm:dir/>
          <dgm:animLvl val="lvl"/>
          <dgm:resizeHandles val="exact"/>
        </dgm:presLayoutVars>
      </dgm:prSet>
      <dgm:spPr/>
    </dgm:pt>
    <dgm:pt modelId="{CB050FB5-67FE-4A62-9C75-F350731C2CE7}" type="pres">
      <dgm:prSet presAssocID="{846F24C0-B2A9-4595-A374-F7B0853F87A2}" presName="composite" presStyleCnt="0"/>
      <dgm:spPr/>
    </dgm:pt>
    <dgm:pt modelId="{240D52EC-85C8-40DA-8588-A068C20A3678}" type="pres">
      <dgm:prSet presAssocID="{846F24C0-B2A9-4595-A374-F7B0853F87A2}" presName="parTx" presStyleLbl="alignNode1" presStyleIdx="0" presStyleCnt="4">
        <dgm:presLayoutVars>
          <dgm:chMax val="0"/>
          <dgm:chPref val="0"/>
        </dgm:presLayoutVars>
      </dgm:prSet>
      <dgm:spPr/>
    </dgm:pt>
    <dgm:pt modelId="{74A73B27-D4F4-4730-89C6-C8B26EEB89F9}" type="pres">
      <dgm:prSet presAssocID="{846F24C0-B2A9-4595-A374-F7B0853F87A2}" presName="bgOutline" presStyleLbl="fgAcc1" presStyleIdx="0" presStyleCnt="4">
        <dgm:presLayoutVars>
          <dgm:bulletEnabled/>
        </dgm:presLayoutVars>
      </dgm:prSet>
      <dgm:spPr/>
    </dgm:pt>
    <dgm:pt modelId="{C6FC685C-3A77-41B6-9BD9-D98E1501B1C9}" type="pres">
      <dgm:prSet presAssocID="{08BC8E5B-BD93-48DE-9E9A-6AECC0498AC6}" presName="space" presStyleCnt="0"/>
      <dgm:spPr/>
    </dgm:pt>
    <dgm:pt modelId="{E12FE2A3-E9FB-4765-8254-9E2B44DFB3A4}" type="pres">
      <dgm:prSet presAssocID="{5BD292A9-77A4-4135-9352-DC7BB6D7263A}" presName="composite" presStyleCnt="0"/>
      <dgm:spPr/>
    </dgm:pt>
    <dgm:pt modelId="{FCCEDACC-BE81-4C04-AFB4-8FE3CF3D6FDC}" type="pres">
      <dgm:prSet presAssocID="{5BD292A9-77A4-4135-9352-DC7BB6D7263A}" presName="parTx" presStyleLbl="alignNode1" presStyleIdx="1" presStyleCnt="4">
        <dgm:presLayoutVars>
          <dgm:chMax val="0"/>
          <dgm:chPref val="0"/>
        </dgm:presLayoutVars>
      </dgm:prSet>
      <dgm:spPr/>
    </dgm:pt>
    <dgm:pt modelId="{9EE4DBCC-8748-4884-899F-5468846D2D87}" type="pres">
      <dgm:prSet presAssocID="{5BD292A9-77A4-4135-9352-DC7BB6D7263A}" presName="bgOutline" presStyleLbl="fgAcc1" presStyleIdx="1" presStyleCnt="4">
        <dgm:presLayoutVars>
          <dgm:bulletEnabled/>
        </dgm:presLayoutVars>
      </dgm:prSet>
      <dgm:spPr/>
    </dgm:pt>
    <dgm:pt modelId="{CA5701CD-A5E3-4ACF-830D-0D4D87CC8A2B}" type="pres">
      <dgm:prSet presAssocID="{A5EEDB89-5B93-498C-A20E-8091D555CEA6}" presName="space" presStyleCnt="0"/>
      <dgm:spPr/>
    </dgm:pt>
    <dgm:pt modelId="{1EE0F854-2C53-4009-9E19-67BA09B29D26}" type="pres">
      <dgm:prSet presAssocID="{83521545-A959-4E49-AB2E-B52DE3DCD119}" presName="composite" presStyleCnt="0"/>
      <dgm:spPr/>
    </dgm:pt>
    <dgm:pt modelId="{03628250-9CE0-42FC-A0AC-7FAF813ED583}" type="pres">
      <dgm:prSet presAssocID="{83521545-A959-4E49-AB2E-B52DE3DCD119}" presName="parTx" presStyleLbl="alignNode1" presStyleIdx="2" presStyleCnt="4">
        <dgm:presLayoutVars>
          <dgm:chMax val="0"/>
          <dgm:chPref val="0"/>
        </dgm:presLayoutVars>
      </dgm:prSet>
      <dgm:spPr/>
    </dgm:pt>
    <dgm:pt modelId="{F93AB8E6-2001-4D4B-A522-ECAA7128E64A}" type="pres">
      <dgm:prSet presAssocID="{83521545-A959-4E49-AB2E-B52DE3DCD119}" presName="bgOutline" presStyleLbl="fgAcc1" presStyleIdx="2" presStyleCnt="4">
        <dgm:presLayoutVars>
          <dgm:bulletEnabled/>
        </dgm:presLayoutVars>
      </dgm:prSet>
      <dgm:spPr/>
    </dgm:pt>
    <dgm:pt modelId="{B114F527-6DB5-4E8C-A51B-B0D34C11D90D}" type="pres">
      <dgm:prSet presAssocID="{120C893F-B05E-4726-BCF8-64EBDA157CD3}" presName="space" presStyleCnt="0"/>
      <dgm:spPr/>
    </dgm:pt>
    <dgm:pt modelId="{C3095474-8182-434B-B6F6-3C24AEB7FE04}" type="pres">
      <dgm:prSet presAssocID="{86D1DFBC-2034-4399-81D8-AC861B01291E}" presName="composite" presStyleCnt="0"/>
      <dgm:spPr/>
    </dgm:pt>
    <dgm:pt modelId="{43C63CB3-2B03-476A-8DF4-0A28A13819F9}" type="pres">
      <dgm:prSet presAssocID="{86D1DFBC-2034-4399-81D8-AC861B01291E}" presName="parTx" presStyleLbl="alignNode1" presStyleIdx="3" presStyleCnt="4">
        <dgm:presLayoutVars>
          <dgm:chMax val="0"/>
          <dgm:chPref val="0"/>
        </dgm:presLayoutVars>
      </dgm:prSet>
      <dgm:spPr/>
    </dgm:pt>
    <dgm:pt modelId="{B9E9453C-D67E-4B70-9D0C-134D61C247B4}" type="pres">
      <dgm:prSet presAssocID="{86D1DFBC-2034-4399-81D8-AC861B01291E}" presName="bgOutline" presStyleLbl="fgAcc1" presStyleIdx="3" presStyleCnt="4">
        <dgm:presLayoutVars>
          <dgm:bulletEnabled/>
        </dgm:presLayoutVars>
      </dgm:prSet>
      <dgm:spPr/>
    </dgm:pt>
  </dgm:ptLst>
  <dgm:cxnLst>
    <dgm:cxn modelId="{E167CD09-F617-4071-9701-37497C84FB9D}" srcId="{5BD292A9-77A4-4135-9352-DC7BB6D7263A}" destId="{CA81A21E-4945-4441-B747-6FB32899279E}" srcOrd="0" destOrd="0" parTransId="{0FC3F213-5B0B-408D-8A2B-0D0B587FA08C}" sibTransId="{65116843-BD38-48CE-89BD-8DEC1D8C1BFE}"/>
    <dgm:cxn modelId="{2A0D9D0B-97FB-4BED-AA31-EEEEE9AB39A1}" type="presOf" srcId="{846F24C0-B2A9-4595-A374-F7B0853F87A2}" destId="{240D52EC-85C8-40DA-8588-A068C20A3678}" srcOrd="0" destOrd="0" presId="urn:microsoft.com/office/officeart/2024/layout/HorizontalActionList"/>
    <dgm:cxn modelId="{F5A9400E-56DA-43C7-8BB8-A868816473D3}" srcId="{D0A37249-AE7D-4776-ACFE-8B32B4BB5260}" destId="{83521545-A959-4E49-AB2E-B52DE3DCD119}" srcOrd="2" destOrd="0" parTransId="{D60F1CFF-9D7E-46F8-B301-9064D9A2632F}" sibTransId="{120C893F-B05E-4726-BCF8-64EBDA157CD3}"/>
    <dgm:cxn modelId="{F4BF2049-B51A-4A60-BD0C-680713ADB238}" type="presOf" srcId="{5BD292A9-77A4-4135-9352-DC7BB6D7263A}" destId="{FCCEDACC-BE81-4C04-AFB4-8FE3CF3D6FDC}" srcOrd="0" destOrd="0" presId="urn:microsoft.com/office/officeart/2024/layout/HorizontalActionList"/>
    <dgm:cxn modelId="{A0F4AD4D-D9C6-4356-8B9D-C9103391C0B2}" type="presOf" srcId="{CA81A21E-4945-4441-B747-6FB32899279E}" destId="{9EE4DBCC-8748-4884-899F-5468846D2D87}" srcOrd="0" destOrd="0" presId="urn:microsoft.com/office/officeart/2024/layout/HorizontalActionList"/>
    <dgm:cxn modelId="{15C7725A-8011-489B-8365-50EF91BDB343}" type="presOf" srcId="{4CBF1A56-B824-4FF1-8973-BC85698D9C15}" destId="{F93AB8E6-2001-4D4B-A522-ECAA7128E64A}" srcOrd="0" destOrd="0" presId="urn:microsoft.com/office/officeart/2024/layout/HorizontalActionList"/>
    <dgm:cxn modelId="{2F05C097-B062-447A-A736-F7BB08C4BFCC}" srcId="{D0A37249-AE7D-4776-ACFE-8B32B4BB5260}" destId="{5BD292A9-77A4-4135-9352-DC7BB6D7263A}" srcOrd="1" destOrd="0" parTransId="{87FA043C-896A-4115-8ACD-6CD3CD939349}" sibTransId="{A5EEDB89-5B93-498C-A20E-8091D555CEA6}"/>
    <dgm:cxn modelId="{723E0CA2-ACBB-4C34-9A79-776929326798}" type="presOf" srcId="{9A93ECF2-2E8C-4CD8-B1B7-3E79192A8EC9}" destId="{B9E9453C-D67E-4B70-9D0C-134D61C247B4}" srcOrd="0" destOrd="0" presId="urn:microsoft.com/office/officeart/2024/layout/HorizontalActionList"/>
    <dgm:cxn modelId="{4E6314A2-6835-4655-9B6F-785DA13862A6}" srcId="{D0A37249-AE7D-4776-ACFE-8B32B4BB5260}" destId="{846F24C0-B2A9-4595-A374-F7B0853F87A2}" srcOrd="0" destOrd="0" parTransId="{3BAA968B-F4CB-44DC-80E1-5120294361E4}" sibTransId="{08BC8E5B-BD93-48DE-9E9A-6AECC0498AC6}"/>
    <dgm:cxn modelId="{9C190AA6-70E4-4515-9890-791870686E46}" srcId="{83521545-A959-4E49-AB2E-B52DE3DCD119}" destId="{4CBF1A56-B824-4FF1-8973-BC85698D9C15}" srcOrd="0" destOrd="0" parTransId="{02CAAB4E-5B2B-4472-83A5-8957E06AB3A6}" sibTransId="{7265111D-3B88-4D0C-B4DC-84360827DCBD}"/>
    <dgm:cxn modelId="{3A73B9AD-FA2B-4989-B4A6-F795E9D13DB3}" type="presOf" srcId="{01586B1F-7FD7-42EE-9892-483B3596CA22}" destId="{74A73B27-D4F4-4730-89C6-C8B26EEB89F9}" srcOrd="0" destOrd="0" presId="urn:microsoft.com/office/officeart/2024/layout/HorizontalActionList"/>
    <dgm:cxn modelId="{865CD4B7-EC3D-4E70-BF49-7B5737C7B6D6}" type="presOf" srcId="{86D1DFBC-2034-4399-81D8-AC861B01291E}" destId="{43C63CB3-2B03-476A-8DF4-0A28A13819F9}" srcOrd="0" destOrd="0" presId="urn:microsoft.com/office/officeart/2024/layout/HorizontalActionList"/>
    <dgm:cxn modelId="{D57766BD-8701-426C-A89C-1F8CFA2A0471}" srcId="{846F24C0-B2A9-4595-A374-F7B0853F87A2}" destId="{01586B1F-7FD7-42EE-9892-483B3596CA22}" srcOrd="0" destOrd="0" parTransId="{EBF2F932-D1CC-4E9A-8728-8A08BC610C47}" sibTransId="{03F00998-EAA7-4C00-9457-EFD9F5C62D27}"/>
    <dgm:cxn modelId="{876B68D5-4D2A-482A-A571-AF03ED1ADE49}" srcId="{86D1DFBC-2034-4399-81D8-AC861B01291E}" destId="{9A93ECF2-2E8C-4CD8-B1B7-3E79192A8EC9}" srcOrd="0" destOrd="0" parTransId="{C8713980-40F8-4955-8CD8-D27D6EE16F00}" sibTransId="{B1E4AAEA-620E-486B-A252-672A0B34AD8A}"/>
    <dgm:cxn modelId="{0A70E5EF-034B-4A9B-9B94-EDA321C4DE8A}" srcId="{D0A37249-AE7D-4776-ACFE-8B32B4BB5260}" destId="{86D1DFBC-2034-4399-81D8-AC861B01291E}" srcOrd="3" destOrd="0" parTransId="{DEA3E281-8B83-40F6-9CC5-4B31D41CB03C}" sibTransId="{3CEF36F8-BEAC-44E7-8C49-C5D26EE00047}"/>
    <dgm:cxn modelId="{DFB6FEF9-B706-4405-AED7-46E1B0FAE630}" type="presOf" srcId="{D0A37249-AE7D-4776-ACFE-8B32B4BB5260}" destId="{D27EA82C-C5CE-4062-9EB2-CB63866D8C16}" srcOrd="0" destOrd="0" presId="urn:microsoft.com/office/officeart/2024/layout/HorizontalActionList"/>
    <dgm:cxn modelId="{154D75FF-7FAE-45A7-9BB0-BE1F5C8AE931}" type="presOf" srcId="{83521545-A959-4E49-AB2E-B52DE3DCD119}" destId="{03628250-9CE0-42FC-A0AC-7FAF813ED583}" srcOrd="0" destOrd="0" presId="urn:microsoft.com/office/officeart/2024/layout/HorizontalActionList"/>
    <dgm:cxn modelId="{6ADA09C7-3B11-4E7E-90D5-CF31B46D3963}" type="presParOf" srcId="{D27EA82C-C5CE-4062-9EB2-CB63866D8C16}" destId="{CB050FB5-67FE-4A62-9C75-F350731C2CE7}" srcOrd="0" destOrd="0" presId="urn:microsoft.com/office/officeart/2024/layout/HorizontalActionList"/>
    <dgm:cxn modelId="{3510C076-0F59-4731-A228-A6485A035CC9}" type="presParOf" srcId="{CB050FB5-67FE-4A62-9C75-F350731C2CE7}" destId="{240D52EC-85C8-40DA-8588-A068C20A3678}" srcOrd="0" destOrd="0" presId="urn:microsoft.com/office/officeart/2024/layout/HorizontalActionList"/>
    <dgm:cxn modelId="{A5EB2293-51D0-44C3-A5A2-68B75544FDA1}" type="presParOf" srcId="{CB050FB5-67FE-4A62-9C75-F350731C2CE7}" destId="{74A73B27-D4F4-4730-89C6-C8B26EEB89F9}" srcOrd="1" destOrd="0" presId="urn:microsoft.com/office/officeart/2024/layout/HorizontalActionList"/>
    <dgm:cxn modelId="{AAEEB63D-04ED-4F86-B309-CD695ABAF41E}" type="presParOf" srcId="{D27EA82C-C5CE-4062-9EB2-CB63866D8C16}" destId="{C6FC685C-3A77-41B6-9BD9-D98E1501B1C9}" srcOrd="1" destOrd="0" presId="urn:microsoft.com/office/officeart/2024/layout/HorizontalActionList"/>
    <dgm:cxn modelId="{39444405-A029-407F-8A7C-2FCAB4B9A1B2}" type="presParOf" srcId="{D27EA82C-C5CE-4062-9EB2-CB63866D8C16}" destId="{E12FE2A3-E9FB-4765-8254-9E2B44DFB3A4}" srcOrd="2" destOrd="0" presId="urn:microsoft.com/office/officeart/2024/layout/HorizontalActionList"/>
    <dgm:cxn modelId="{70E0EF71-D0DA-4E62-A0FB-4A420570E7D1}" type="presParOf" srcId="{E12FE2A3-E9FB-4765-8254-9E2B44DFB3A4}" destId="{FCCEDACC-BE81-4C04-AFB4-8FE3CF3D6FDC}" srcOrd="0" destOrd="0" presId="urn:microsoft.com/office/officeart/2024/layout/HorizontalActionList"/>
    <dgm:cxn modelId="{87B79DE8-DE71-4314-8157-F705698579DE}" type="presParOf" srcId="{E12FE2A3-E9FB-4765-8254-9E2B44DFB3A4}" destId="{9EE4DBCC-8748-4884-899F-5468846D2D87}" srcOrd="1" destOrd="0" presId="urn:microsoft.com/office/officeart/2024/layout/HorizontalActionList"/>
    <dgm:cxn modelId="{666AEFAC-6CD0-435C-85AA-7DA3EB183A64}" type="presParOf" srcId="{D27EA82C-C5CE-4062-9EB2-CB63866D8C16}" destId="{CA5701CD-A5E3-4ACF-830D-0D4D87CC8A2B}" srcOrd="3" destOrd="0" presId="urn:microsoft.com/office/officeart/2024/layout/HorizontalActionList"/>
    <dgm:cxn modelId="{233DBFA0-A53E-40CB-BB19-D88BE54553C9}" type="presParOf" srcId="{D27EA82C-C5CE-4062-9EB2-CB63866D8C16}" destId="{1EE0F854-2C53-4009-9E19-67BA09B29D26}" srcOrd="4" destOrd="0" presId="urn:microsoft.com/office/officeart/2024/layout/HorizontalActionList"/>
    <dgm:cxn modelId="{4F33FD06-59C2-4E46-AAA1-E74ECE132D82}" type="presParOf" srcId="{1EE0F854-2C53-4009-9E19-67BA09B29D26}" destId="{03628250-9CE0-42FC-A0AC-7FAF813ED583}" srcOrd="0" destOrd="0" presId="urn:microsoft.com/office/officeart/2024/layout/HorizontalActionList"/>
    <dgm:cxn modelId="{536BB041-3274-464B-8247-15C1A1234BE9}" type="presParOf" srcId="{1EE0F854-2C53-4009-9E19-67BA09B29D26}" destId="{F93AB8E6-2001-4D4B-A522-ECAA7128E64A}" srcOrd="1" destOrd="0" presId="urn:microsoft.com/office/officeart/2024/layout/HorizontalActionList"/>
    <dgm:cxn modelId="{A8D7440A-A2D4-4303-839F-A51188AD75E4}" type="presParOf" srcId="{D27EA82C-C5CE-4062-9EB2-CB63866D8C16}" destId="{B114F527-6DB5-4E8C-A51B-B0D34C11D90D}" srcOrd="5" destOrd="0" presId="urn:microsoft.com/office/officeart/2024/layout/HorizontalActionList"/>
    <dgm:cxn modelId="{AF1DA837-A4B9-4271-A358-659B6959AF56}" type="presParOf" srcId="{D27EA82C-C5CE-4062-9EB2-CB63866D8C16}" destId="{C3095474-8182-434B-B6F6-3C24AEB7FE04}" srcOrd="6" destOrd="0" presId="urn:microsoft.com/office/officeart/2024/layout/HorizontalActionList"/>
    <dgm:cxn modelId="{1DE70265-BB74-4710-AA7D-7C971F8AD2FC}" type="presParOf" srcId="{C3095474-8182-434B-B6F6-3C24AEB7FE04}" destId="{43C63CB3-2B03-476A-8DF4-0A28A13819F9}" srcOrd="0" destOrd="0" presId="urn:microsoft.com/office/officeart/2024/layout/HorizontalActionList"/>
    <dgm:cxn modelId="{2E9E5F4F-3471-4399-BA24-EACB9CDBF727}" type="presParOf" srcId="{C3095474-8182-434B-B6F6-3C24AEB7FE04}" destId="{B9E9453C-D67E-4B70-9D0C-134D61C247B4}" srcOrd="1" destOrd="0" presId="urn:microsoft.com/office/officeart/2024/layout/HorizontalActionList"/>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1.xml><?xml version="1.0" encoding="utf-8"?>
<dgm:dataModel xmlns:dgm="http://schemas.openxmlformats.org/drawingml/2006/diagram" xmlns:a="http://schemas.openxmlformats.org/drawingml/2006/main">
  <dgm:ptLst>
    <dgm:pt modelId="{7216E63D-CBE1-47D1-971D-D19E0E8A8FC3}" type="doc">
      <dgm:prSet loTypeId="urn:diagrams.loki3.com/BracketList" loCatId="list" qsTypeId="urn:microsoft.com/office/officeart/2005/8/quickstyle/simple1#11" qsCatId="simple" csTypeId="urn:microsoft.com/office/officeart/2005/8/colors/colorful1#9" csCatId="colorful" phldr="1"/>
      <dgm:spPr/>
      <dgm:t>
        <a:bodyPr/>
        <a:lstStyle/>
        <a:p>
          <a:endParaRPr lang="en-US"/>
        </a:p>
      </dgm:t>
    </dgm:pt>
    <dgm:pt modelId="{A134D086-EB35-479B-BCB2-A4FC4CA30380}">
      <dgm:prSet phldrT="[Text]"/>
      <dgm:spPr/>
      <dgm:t>
        <a:bodyPr/>
        <a:lstStyle/>
        <a:p>
          <a:pPr algn="ctr"/>
          <a:r>
            <a:rPr lang="en-US" b="1" dirty="0">
              <a:solidFill>
                <a:schemeClr val="accent2"/>
              </a:solidFill>
            </a:rPr>
            <a:t>Use of AI by companies and organizations</a:t>
          </a:r>
        </a:p>
      </dgm:t>
    </dgm:pt>
    <dgm:pt modelId="{6A8DC8BF-72FC-408B-9777-5DEC76AF5B6B}" type="parTrans" cxnId="{7CEC442A-C2AF-454D-87FF-C23BAF698F33}">
      <dgm:prSet/>
      <dgm:spPr/>
      <dgm:t>
        <a:bodyPr/>
        <a:lstStyle/>
        <a:p>
          <a:endParaRPr lang="en-US"/>
        </a:p>
      </dgm:t>
    </dgm:pt>
    <dgm:pt modelId="{6AFF4D62-BF0A-4087-88EC-F409FDBD1BE2}" type="sibTrans" cxnId="{7CEC442A-C2AF-454D-87FF-C23BAF698F33}">
      <dgm:prSet/>
      <dgm:spPr/>
      <dgm:t>
        <a:bodyPr/>
        <a:lstStyle/>
        <a:p>
          <a:endParaRPr lang="en-US"/>
        </a:p>
      </dgm:t>
    </dgm:pt>
    <dgm:pt modelId="{50A2CA05-A47E-40F3-8C4C-B78F6A4D8A93}">
      <dgm:prSet phldrT="[Text]"/>
      <dgm:spPr/>
      <dgm:t>
        <a:bodyPr/>
        <a:lstStyle/>
        <a:p>
          <a:r>
            <a:rPr lang="en-US" dirty="0"/>
            <a:t>Ensure safety</a:t>
          </a:r>
        </a:p>
      </dgm:t>
      <dgm:extLst>
        <a:ext uri="{E40237B7-FDA0-4F09-8148-C483321AD2D9}">
          <dgm14:cNvPr xmlns:dgm14="http://schemas.microsoft.com/office/drawing/2010/diagram" id="0" name="" descr="Ensure safety&#10;Limit harmful uses of AI&#10;Establish accountability: Liability?&#10;Avoid concentration of power: Winner-takes-All&#10;"/>
        </a:ext>
      </dgm:extLst>
    </dgm:pt>
    <dgm:pt modelId="{972F3A07-87E8-4DF5-B140-25220A30A866}" type="parTrans" cxnId="{C897491D-D49B-42ED-B73D-65D229C9A4E3}">
      <dgm:prSet/>
      <dgm:spPr/>
      <dgm:t>
        <a:bodyPr/>
        <a:lstStyle/>
        <a:p>
          <a:endParaRPr lang="en-US"/>
        </a:p>
      </dgm:t>
    </dgm:pt>
    <dgm:pt modelId="{BA81BC62-DCBA-40DB-875F-1F73DB782AC3}" type="sibTrans" cxnId="{C897491D-D49B-42ED-B73D-65D229C9A4E3}">
      <dgm:prSet/>
      <dgm:spPr/>
      <dgm:t>
        <a:bodyPr/>
        <a:lstStyle/>
        <a:p>
          <a:endParaRPr lang="en-US"/>
        </a:p>
      </dgm:t>
    </dgm:pt>
    <dgm:pt modelId="{51939334-B253-4E2C-A961-454675F260AC}">
      <dgm:prSet phldrT="[Text]"/>
      <dgm:spPr/>
      <dgm:t>
        <a:bodyPr/>
        <a:lstStyle/>
        <a:p>
          <a:pPr algn="ctr"/>
          <a:r>
            <a:rPr lang="en-US" b="1" dirty="0"/>
            <a:t>Protect individuals</a:t>
          </a:r>
        </a:p>
      </dgm:t>
    </dgm:pt>
    <dgm:pt modelId="{4AFA6AEB-BCD9-4F5F-9068-42B083C22026}" type="parTrans" cxnId="{6D4ADBD1-3B85-484C-BC10-C606F9CA9CD4}">
      <dgm:prSet/>
      <dgm:spPr/>
      <dgm:t>
        <a:bodyPr/>
        <a:lstStyle/>
        <a:p>
          <a:endParaRPr lang="en-US"/>
        </a:p>
      </dgm:t>
    </dgm:pt>
    <dgm:pt modelId="{4CBC84A2-4E3F-4055-8A4C-FF0DE0CC39D6}" type="sibTrans" cxnId="{6D4ADBD1-3B85-484C-BC10-C606F9CA9CD4}">
      <dgm:prSet/>
      <dgm:spPr/>
      <dgm:t>
        <a:bodyPr/>
        <a:lstStyle/>
        <a:p>
          <a:endParaRPr lang="en-US"/>
        </a:p>
      </dgm:t>
    </dgm:pt>
    <dgm:pt modelId="{BCFEFF8C-3EC3-4EF4-9708-A267F78227B6}">
      <dgm:prSet phldrT="[Text]"/>
      <dgm:spPr/>
      <dgm:t>
        <a:bodyPr/>
        <a:lstStyle/>
        <a:p>
          <a:r>
            <a:rPr lang="en-US" dirty="0"/>
            <a:t>Uphold human rights and values.</a:t>
          </a:r>
        </a:p>
      </dgm:t>
    </dgm:pt>
    <dgm:pt modelId="{8EA3966C-3C08-43B2-B785-21F4C2296D52}" type="parTrans" cxnId="{4A80B58A-034F-41E4-A660-1AB32370363A}">
      <dgm:prSet/>
      <dgm:spPr/>
      <dgm:t>
        <a:bodyPr/>
        <a:lstStyle/>
        <a:p>
          <a:endParaRPr lang="en-US"/>
        </a:p>
      </dgm:t>
    </dgm:pt>
    <dgm:pt modelId="{3EE3E378-4E2A-4458-813D-AD3CC9A87D62}" type="sibTrans" cxnId="{4A80B58A-034F-41E4-A660-1AB32370363A}">
      <dgm:prSet/>
      <dgm:spPr/>
      <dgm:t>
        <a:bodyPr/>
        <a:lstStyle/>
        <a:p>
          <a:endParaRPr lang="en-US"/>
        </a:p>
      </dgm:t>
    </dgm:pt>
    <dgm:pt modelId="{FA18C506-4982-4A60-B328-FFB50BBB8D9A}">
      <dgm:prSet/>
      <dgm:spPr/>
      <dgm:t>
        <a:bodyPr/>
        <a:lstStyle/>
        <a:p>
          <a:r>
            <a:rPr lang="en-US" dirty="0"/>
            <a:t>Limit harmful uses of AI</a:t>
          </a:r>
        </a:p>
      </dgm:t>
    </dgm:pt>
    <dgm:pt modelId="{1BBEEB0C-E1FC-4957-B570-1B8386860D04}" type="parTrans" cxnId="{A45E9513-6311-4604-94BB-9498BF16A7AB}">
      <dgm:prSet/>
      <dgm:spPr/>
      <dgm:t>
        <a:bodyPr/>
        <a:lstStyle/>
        <a:p>
          <a:endParaRPr lang="en-US"/>
        </a:p>
      </dgm:t>
    </dgm:pt>
    <dgm:pt modelId="{CCEB5C56-45B1-4819-8FE7-B7F6DE13403D}" type="sibTrans" cxnId="{A45E9513-6311-4604-94BB-9498BF16A7AB}">
      <dgm:prSet/>
      <dgm:spPr/>
      <dgm:t>
        <a:bodyPr/>
        <a:lstStyle/>
        <a:p>
          <a:endParaRPr lang="en-US"/>
        </a:p>
      </dgm:t>
    </dgm:pt>
    <dgm:pt modelId="{F13E7D06-81FA-4558-88D5-47C5103BB0AA}">
      <dgm:prSet/>
      <dgm:spPr/>
      <dgm:t>
        <a:bodyPr/>
        <a:lstStyle/>
        <a:p>
          <a:r>
            <a:rPr lang="en-US" dirty="0"/>
            <a:t>Establish accountability: Liability?</a:t>
          </a:r>
        </a:p>
      </dgm:t>
    </dgm:pt>
    <dgm:pt modelId="{A59AFFB2-36B6-4D90-A849-EF5335EFBCA7}" type="parTrans" cxnId="{F2974331-80EC-4E40-A076-200B0ADFBCFD}">
      <dgm:prSet/>
      <dgm:spPr/>
      <dgm:t>
        <a:bodyPr/>
        <a:lstStyle/>
        <a:p>
          <a:endParaRPr lang="en-US"/>
        </a:p>
      </dgm:t>
    </dgm:pt>
    <dgm:pt modelId="{B719DB70-2EEE-4BA0-B9BA-9ADF0EE7D77B}" type="sibTrans" cxnId="{F2974331-80EC-4E40-A076-200B0ADFBCFD}">
      <dgm:prSet/>
      <dgm:spPr/>
      <dgm:t>
        <a:bodyPr/>
        <a:lstStyle/>
        <a:p>
          <a:endParaRPr lang="en-US"/>
        </a:p>
      </dgm:t>
    </dgm:pt>
    <dgm:pt modelId="{C4F5E714-86FD-419E-9548-51B334F01070}">
      <dgm:prSet/>
      <dgm:spPr/>
      <dgm:t>
        <a:bodyPr/>
        <a:lstStyle/>
        <a:p>
          <a:r>
            <a:rPr lang="en-US" dirty="0"/>
            <a:t>Avoid concentration of power: Winner-takes-All</a:t>
          </a:r>
        </a:p>
      </dgm:t>
    </dgm:pt>
    <dgm:pt modelId="{E9B8F1A1-CD9B-4EE7-9B6B-9069A697F4D8}" type="parTrans" cxnId="{56EA39BF-610F-4F68-8AB9-471F2510DDD9}">
      <dgm:prSet/>
      <dgm:spPr/>
      <dgm:t>
        <a:bodyPr/>
        <a:lstStyle/>
        <a:p>
          <a:endParaRPr lang="en-US"/>
        </a:p>
      </dgm:t>
    </dgm:pt>
    <dgm:pt modelId="{696E55F1-619B-4E5E-A5D5-D7CBA8BA1847}" type="sibTrans" cxnId="{56EA39BF-610F-4F68-8AB9-471F2510DDD9}">
      <dgm:prSet/>
      <dgm:spPr/>
      <dgm:t>
        <a:bodyPr/>
        <a:lstStyle/>
        <a:p>
          <a:endParaRPr lang="en-US"/>
        </a:p>
      </dgm:t>
    </dgm:pt>
    <dgm:pt modelId="{766CA1A5-C5E8-4632-9D55-A9D543E3C578}">
      <dgm:prSet/>
      <dgm:spPr/>
      <dgm:t>
        <a:bodyPr/>
        <a:lstStyle/>
        <a:p>
          <a:r>
            <a:rPr lang="en-US" dirty="0"/>
            <a:t>Ensure fairness: Equal opportunity/equal impact. Reflect diversity/inclusion</a:t>
          </a:r>
        </a:p>
      </dgm:t>
    </dgm:pt>
    <dgm:pt modelId="{99350BE8-9FFE-425C-9582-6C7A6ECEB773}" type="parTrans" cxnId="{262C51A0-8D81-47B9-A772-5D662C14F2F0}">
      <dgm:prSet/>
      <dgm:spPr/>
      <dgm:t>
        <a:bodyPr/>
        <a:lstStyle/>
        <a:p>
          <a:endParaRPr lang="en-US"/>
        </a:p>
      </dgm:t>
    </dgm:pt>
    <dgm:pt modelId="{CC291EB2-27C2-4888-92BE-C4C82066D92B}" type="sibTrans" cxnId="{262C51A0-8D81-47B9-A772-5D662C14F2F0}">
      <dgm:prSet/>
      <dgm:spPr/>
      <dgm:t>
        <a:bodyPr/>
        <a:lstStyle/>
        <a:p>
          <a:endParaRPr lang="en-US"/>
        </a:p>
      </dgm:t>
    </dgm:pt>
    <dgm:pt modelId="{CB652788-EA98-417F-A48C-01DB7C795291}">
      <dgm:prSet/>
      <dgm:spPr/>
      <dgm:t>
        <a:bodyPr/>
        <a:lstStyle/>
        <a:p>
          <a:r>
            <a:rPr lang="en-US" dirty="0"/>
            <a:t>Provide transparency: Explanations to build trust</a:t>
          </a:r>
        </a:p>
      </dgm:t>
    </dgm:pt>
    <dgm:pt modelId="{C61DF9FB-C5FA-45A1-AB3B-3EAB1101DDC0}" type="parTrans" cxnId="{59AB4109-481B-4565-8B02-CFE2F974F769}">
      <dgm:prSet/>
      <dgm:spPr/>
      <dgm:t>
        <a:bodyPr/>
        <a:lstStyle/>
        <a:p>
          <a:endParaRPr lang="en-US"/>
        </a:p>
      </dgm:t>
    </dgm:pt>
    <dgm:pt modelId="{A6116C51-6B3A-4C7A-BC7F-9C032F57DDAE}" type="sibTrans" cxnId="{59AB4109-481B-4565-8B02-CFE2F974F769}">
      <dgm:prSet/>
      <dgm:spPr/>
      <dgm:t>
        <a:bodyPr/>
        <a:lstStyle/>
        <a:p>
          <a:endParaRPr lang="en-US"/>
        </a:p>
      </dgm:t>
    </dgm:pt>
    <dgm:pt modelId="{C05AB942-1D66-4B04-AECC-C06D4FE21A77}">
      <dgm:prSet/>
      <dgm:spPr/>
      <dgm:t>
        <a:bodyPr/>
        <a:lstStyle/>
        <a:p>
          <a:r>
            <a:rPr lang="en-US" dirty="0"/>
            <a:t>Respect privacy: Surveillance?</a:t>
          </a:r>
        </a:p>
      </dgm:t>
    </dgm:pt>
    <dgm:pt modelId="{9C086E27-EF2A-4457-A530-2C152AD03484}" type="parTrans" cxnId="{5C0B11CA-CFCA-4F8E-982C-65CFAF6F8B95}">
      <dgm:prSet/>
      <dgm:spPr/>
      <dgm:t>
        <a:bodyPr/>
        <a:lstStyle/>
        <a:p>
          <a:endParaRPr lang="en-US"/>
        </a:p>
      </dgm:t>
    </dgm:pt>
    <dgm:pt modelId="{74133B84-C025-4469-A00E-8B97E217C0D3}" type="sibTrans" cxnId="{5C0B11CA-CFCA-4F8E-982C-65CFAF6F8B95}">
      <dgm:prSet/>
      <dgm:spPr/>
      <dgm:t>
        <a:bodyPr/>
        <a:lstStyle/>
        <a:p>
          <a:endParaRPr lang="en-US"/>
        </a:p>
      </dgm:t>
    </dgm:pt>
    <dgm:pt modelId="{F8B930A5-66C0-4899-8B65-AA6F5AE8BAD9}">
      <dgm:prSet/>
      <dgm:spPr/>
      <dgm:t>
        <a:bodyPr/>
        <a:lstStyle/>
        <a:p>
          <a:r>
            <a:rPr lang="en-US" dirty="0"/>
            <a:t>Contemplate implications for employment: Income and purpose.</a:t>
          </a:r>
        </a:p>
      </dgm:t>
    </dgm:pt>
    <dgm:pt modelId="{2C898B08-D713-4D2D-B7C5-B63CEC0F5A23}" type="parTrans" cxnId="{57955240-D45B-4B2F-84EF-8CD7E15D0E0E}">
      <dgm:prSet/>
      <dgm:spPr/>
      <dgm:t>
        <a:bodyPr/>
        <a:lstStyle/>
        <a:p>
          <a:endParaRPr lang="en-US"/>
        </a:p>
      </dgm:t>
    </dgm:pt>
    <dgm:pt modelId="{D4C9A265-8854-47D3-B5D8-0B77CCF2919C}" type="sibTrans" cxnId="{57955240-D45B-4B2F-84EF-8CD7E15D0E0E}">
      <dgm:prSet/>
      <dgm:spPr/>
      <dgm:t>
        <a:bodyPr/>
        <a:lstStyle/>
        <a:p>
          <a:endParaRPr lang="en-US"/>
        </a:p>
      </dgm:t>
    </dgm:pt>
    <dgm:pt modelId="{20CA0817-04D9-4922-976A-7F4BF95F116A}">
      <dgm:prSet/>
      <dgm:spPr/>
      <dgm:t>
        <a:bodyPr/>
        <a:lstStyle/>
        <a:p>
          <a:pPr algn="ctr"/>
          <a:r>
            <a:rPr lang="en-US" b="1" dirty="0">
              <a:solidFill>
                <a:schemeClr val="accent4"/>
              </a:solidFill>
            </a:rPr>
            <a:t>Governance</a:t>
          </a:r>
        </a:p>
      </dgm:t>
    </dgm:pt>
    <dgm:pt modelId="{5C5B9A49-A25E-4746-96A9-A01FB1D43459}" type="parTrans" cxnId="{700CFC25-3097-4A7E-B2F8-A2F53A32A82D}">
      <dgm:prSet/>
      <dgm:spPr/>
      <dgm:t>
        <a:bodyPr/>
        <a:lstStyle/>
        <a:p>
          <a:endParaRPr lang="en-US"/>
        </a:p>
      </dgm:t>
    </dgm:pt>
    <dgm:pt modelId="{745CFCCB-A04A-4037-86FE-61ACC4E6378F}" type="sibTrans" cxnId="{700CFC25-3097-4A7E-B2F8-A2F53A32A82D}">
      <dgm:prSet/>
      <dgm:spPr/>
      <dgm:t>
        <a:bodyPr/>
        <a:lstStyle/>
        <a:p>
          <a:endParaRPr lang="en-US"/>
        </a:p>
      </dgm:t>
    </dgm:pt>
    <dgm:pt modelId="{185AD122-68BD-4092-B526-95751C57D114}">
      <dgm:prSet/>
      <dgm:spPr/>
      <dgm:t>
        <a:bodyPr/>
        <a:lstStyle/>
        <a:p>
          <a:r>
            <a:rPr lang="en-US" dirty="0"/>
            <a:t>Acknowledge legal/policy implications</a:t>
          </a:r>
        </a:p>
      </dgm:t>
      <dgm:extLst>
        <a:ext uri="{E40237B7-FDA0-4F09-8148-C483321AD2D9}">
          <dgm14:cNvPr xmlns:dgm14="http://schemas.microsoft.com/office/drawing/2010/diagram" id="0" name="" descr="Ensure safety&#10;Limit harmful uses of AI&#10;Establish accountability: Liability?&#10;Avoid concentration of power: Winner-takes-All&#10;&#10;Uphold human rights and values&#10;Ensure fairness: Equal opportunity/equal impact. Reflect diversity/inclusion&#10;Provide transparency: Explanations to build trust&#10;Respect privacy: Surveillance?&#10;Contemplate implications for employment: Income and purpose.&#10;&#10;Acknowledge legal/policy implications&#10;&#10;"/>
        </a:ext>
      </dgm:extLst>
    </dgm:pt>
    <dgm:pt modelId="{8102FC34-D562-4ED1-93B5-B572FBCEC6CB}" type="parTrans" cxnId="{6B49B411-AC0C-410B-8CF7-B253C5C31BA0}">
      <dgm:prSet/>
      <dgm:spPr/>
      <dgm:t>
        <a:bodyPr/>
        <a:lstStyle/>
        <a:p>
          <a:endParaRPr lang="en-US"/>
        </a:p>
      </dgm:t>
    </dgm:pt>
    <dgm:pt modelId="{EDE61E35-3A9D-4D35-B3FD-88B7808009ED}" type="sibTrans" cxnId="{6B49B411-AC0C-410B-8CF7-B253C5C31BA0}">
      <dgm:prSet/>
      <dgm:spPr/>
      <dgm:t>
        <a:bodyPr/>
        <a:lstStyle/>
        <a:p>
          <a:endParaRPr lang="en-US"/>
        </a:p>
      </dgm:t>
    </dgm:pt>
    <dgm:pt modelId="{865E1FF0-AB9F-4282-9EEF-3427E8120E51}" type="pres">
      <dgm:prSet presAssocID="{7216E63D-CBE1-47D1-971D-D19E0E8A8FC3}" presName="Name0" presStyleCnt="0">
        <dgm:presLayoutVars>
          <dgm:dir/>
          <dgm:animLvl val="lvl"/>
          <dgm:resizeHandles val="exact"/>
        </dgm:presLayoutVars>
      </dgm:prSet>
      <dgm:spPr/>
    </dgm:pt>
    <dgm:pt modelId="{631EC3F7-637A-4515-A793-BD92AD7FA0B0}" type="pres">
      <dgm:prSet presAssocID="{A134D086-EB35-479B-BCB2-A4FC4CA30380}" presName="linNode" presStyleCnt="0"/>
      <dgm:spPr/>
    </dgm:pt>
    <dgm:pt modelId="{BDF37F87-D89B-4265-9CCA-767E09BB27BA}" type="pres">
      <dgm:prSet presAssocID="{A134D086-EB35-479B-BCB2-A4FC4CA30380}" presName="parTx" presStyleLbl="revTx" presStyleIdx="0" presStyleCnt="3">
        <dgm:presLayoutVars>
          <dgm:chMax val="1"/>
          <dgm:bulletEnabled val="1"/>
        </dgm:presLayoutVars>
      </dgm:prSet>
      <dgm:spPr/>
    </dgm:pt>
    <dgm:pt modelId="{18817703-F11E-41DC-8E9C-0E557B75EE9A}" type="pres">
      <dgm:prSet presAssocID="{A134D086-EB35-479B-BCB2-A4FC4CA30380}" presName="bracket" presStyleLbl="parChTrans1D1" presStyleIdx="0" presStyleCnt="3">
        <dgm:style>
          <a:lnRef idx="2">
            <a:schemeClr val="accent2"/>
          </a:lnRef>
          <a:fillRef idx="1">
            <a:schemeClr val="lt1"/>
          </a:fillRef>
          <a:effectRef idx="0">
            <a:schemeClr val="accent2"/>
          </a:effectRef>
          <a:fontRef idx="minor">
            <a:schemeClr val="dk1"/>
          </a:fontRef>
        </dgm:style>
      </dgm:prSet>
      <dgm:spPr/>
    </dgm:pt>
    <dgm:pt modelId="{E0B23359-5982-4DE9-A500-CEE49DE7CBB5}" type="pres">
      <dgm:prSet presAssocID="{A134D086-EB35-479B-BCB2-A4FC4CA30380}" presName="spH" presStyleCnt="0"/>
      <dgm:spPr/>
    </dgm:pt>
    <dgm:pt modelId="{9E74F86F-4160-4D59-AE65-BF20920FD515}" type="pres">
      <dgm:prSet presAssocID="{A134D086-EB35-479B-BCB2-A4FC4CA30380}" presName="desTx" presStyleLbl="node1" presStyleIdx="0" presStyleCnt="3">
        <dgm:presLayoutVars>
          <dgm:bulletEnabled val="1"/>
        </dgm:presLayoutVars>
      </dgm:prSet>
      <dgm:spPr/>
    </dgm:pt>
    <dgm:pt modelId="{116D749A-7E22-49CA-B1BD-CD3422D85B9C}" type="pres">
      <dgm:prSet presAssocID="{6AFF4D62-BF0A-4087-88EC-F409FDBD1BE2}" presName="spV" presStyleCnt="0"/>
      <dgm:spPr/>
    </dgm:pt>
    <dgm:pt modelId="{3933C0B9-677C-4B46-96AB-52DED77BE203}" type="pres">
      <dgm:prSet presAssocID="{51939334-B253-4E2C-A961-454675F260AC}" presName="linNode" presStyleCnt="0"/>
      <dgm:spPr/>
    </dgm:pt>
    <dgm:pt modelId="{8551A47B-1180-4CEB-95F0-15010AF97308}" type="pres">
      <dgm:prSet presAssocID="{51939334-B253-4E2C-A961-454675F260AC}" presName="parTx" presStyleLbl="revTx" presStyleIdx="1" presStyleCnt="3">
        <dgm:presLayoutVars>
          <dgm:chMax val="1"/>
          <dgm:bulletEnabled val="1"/>
        </dgm:presLayoutVars>
      </dgm:prSet>
      <dgm:spPr/>
    </dgm:pt>
    <dgm:pt modelId="{33078966-B16B-4AC2-8803-8A1030501DAA}" type="pres">
      <dgm:prSet presAssocID="{51939334-B253-4E2C-A961-454675F260AC}" presName="bracket" presStyleLbl="parChTrans1D1" presStyleIdx="1" presStyleCnt="3">
        <dgm:style>
          <a:lnRef idx="2">
            <a:schemeClr val="dk1"/>
          </a:lnRef>
          <a:fillRef idx="1">
            <a:schemeClr val="lt1"/>
          </a:fillRef>
          <a:effectRef idx="0">
            <a:schemeClr val="dk1"/>
          </a:effectRef>
          <a:fontRef idx="minor">
            <a:schemeClr val="dk1"/>
          </a:fontRef>
        </dgm:style>
      </dgm:prSet>
      <dgm:spPr/>
    </dgm:pt>
    <dgm:pt modelId="{A98E9E88-B94E-4B7E-9CC5-262AE72C4ED2}" type="pres">
      <dgm:prSet presAssocID="{51939334-B253-4E2C-A961-454675F260AC}" presName="spH" presStyleCnt="0"/>
      <dgm:spPr/>
    </dgm:pt>
    <dgm:pt modelId="{8B5DC7CC-6301-4814-93A2-3DB6A0512DB4}" type="pres">
      <dgm:prSet presAssocID="{51939334-B253-4E2C-A961-454675F260AC}" presName="desTx" presStyleLbl="node1" presStyleIdx="1" presStyleCnt="3">
        <dgm:presLayoutVars>
          <dgm:bulletEnabled val="1"/>
        </dgm:presLayoutVars>
      </dgm:prSet>
      <dgm:spPr/>
    </dgm:pt>
    <dgm:pt modelId="{E43CF2B8-CCF1-4204-9BFA-736C7FDC72A1}" type="pres">
      <dgm:prSet presAssocID="{4CBC84A2-4E3F-4055-8A4C-FF0DE0CC39D6}" presName="spV" presStyleCnt="0"/>
      <dgm:spPr/>
    </dgm:pt>
    <dgm:pt modelId="{EA84A35A-DAB9-4E3F-901D-AEC318211556}" type="pres">
      <dgm:prSet presAssocID="{20CA0817-04D9-4922-976A-7F4BF95F116A}" presName="linNode" presStyleCnt="0"/>
      <dgm:spPr/>
    </dgm:pt>
    <dgm:pt modelId="{81A863B9-2C90-43D8-B529-1F605AC44A8F}" type="pres">
      <dgm:prSet presAssocID="{20CA0817-04D9-4922-976A-7F4BF95F116A}" presName="parTx" presStyleLbl="revTx" presStyleIdx="2" presStyleCnt="3">
        <dgm:presLayoutVars>
          <dgm:chMax val="1"/>
          <dgm:bulletEnabled val="1"/>
        </dgm:presLayoutVars>
      </dgm:prSet>
      <dgm:spPr/>
    </dgm:pt>
    <dgm:pt modelId="{D8E4AC64-8AD0-4103-9AC8-A55D40C4C783}" type="pres">
      <dgm:prSet presAssocID="{20CA0817-04D9-4922-976A-7F4BF95F116A}" presName="bracket" presStyleLbl="parChTrans1D1" presStyleIdx="2" presStyleCnt="3">
        <dgm:style>
          <a:lnRef idx="2">
            <a:schemeClr val="accent4"/>
          </a:lnRef>
          <a:fillRef idx="1">
            <a:schemeClr val="lt1"/>
          </a:fillRef>
          <a:effectRef idx="0">
            <a:schemeClr val="accent4"/>
          </a:effectRef>
          <a:fontRef idx="minor">
            <a:schemeClr val="dk1"/>
          </a:fontRef>
        </dgm:style>
      </dgm:prSet>
      <dgm:spPr/>
    </dgm:pt>
    <dgm:pt modelId="{6EF4622D-1C26-40BC-A289-9AB8211A457D}" type="pres">
      <dgm:prSet presAssocID="{20CA0817-04D9-4922-976A-7F4BF95F116A}" presName="spH" presStyleCnt="0"/>
      <dgm:spPr/>
    </dgm:pt>
    <dgm:pt modelId="{6EFC526C-5B53-453B-9481-B9BD9F7CDE94}" type="pres">
      <dgm:prSet presAssocID="{20CA0817-04D9-4922-976A-7F4BF95F116A}" presName="desTx" presStyleLbl="node1" presStyleIdx="2" presStyleCnt="3">
        <dgm:presLayoutVars>
          <dgm:bulletEnabled val="1"/>
        </dgm:presLayoutVars>
      </dgm:prSet>
      <dgm:spPr/>
    </dgm:pt>
  </dgm:ptLst>
  <dgm:cxnLst>
    <dgm:cxn modelId="{9A6AE004-EADE-4C28-AE7C-1D7C16714266}" type="presOf" srcId="{FA18C506-4982-4A60-B328-FFB50BBB8D9A}" destId="{9E74F86F-4160-4D59-AE65-BF20920FD515}" srcOrd="0" destOrd="1" presId="urn:diagrams.loki3.com/BracketList"/>
    <dgm:cxn modelId="{59AB4109-481B-4565-8B02-CFE2F974F769}" srcId="{51939334-B253-4E2C-A961-454675F260AC}" destId="{CB652788-EA98-417F-A48C-01DB7C795291}" srcOrd="2" destOrd="0" parTransId="{C61DF9FB-C5FA-45A1-AB3B-3EAB1101DDC0}" sibTransId="{A6116C51-6B3A-4C7A-BC7F-9C032F57DDAE}"/>
    <dgm:cxn modelId="{6B49B411-AC0C-410B-8CF7-B253C5C31BA0}" srcId="{20CA0817-04D9-4922-976A-7F4BF95F116A}" destId="{185AD122-68BD-4092-B526-95751C57D114}" srcOrd="0" destOrd="0" parTransId="{8102FC34-D562-4ED1-93B5-B572FBCEC6CB}" sibTransId="{EDE61E35-3A9D-4D35-B3FD-88B7808009ED}"/>
    <dgm:cxn modelId="{A45E9513-6311-4604-94BB-9498BF16A7AB}" srcId="{A134D086-EB35-479B-BCB2-A4FC4CA30380}" destId="{FA18C506-4982-4A60-B328-FFB50BBB8D9A}" srcOrd="1" destOrd="0" parTransId="{1BBEEB0C-E1FC-4957-B570-1B8386860D04}" sibTransId="{CCEB5C56-45B1-4819-8FE7-B7F6DE13403D}"/>
    <dgm:cxn modelId="{C897491D-D49B-42ED-B73D-65D229C9A4E3}" srcId="{A134D086-EB35-479B-BCB2-A4FC4CA30380}" destId="{50A2CA05-A47E-40F3-8C4C-B78F6A4D8A93}" srcOrd="0" destOrd="0" parTransId="{972F3A07-87E8-4DF5-B140-25220A30A866}" sibTransId="{BA81BC62-DCBA-40DB-875F-1F73DB782AC3}"/>
    <dgm:cxn modelId="{6CBFF623-6DEF-444B-8ADA-80AA5523CE37}" type="presOf" srcId="{CB652788-EA98-417F-A48C-01DB7C795291}" destId="{8B5DC7CC-6301-4814-93A2-3DB6A0512DB4}" srcOrd="0" destOrd="2" presId="urn:diagrams.loki3.com/BracketList"/>
    <dgm:cxn modelId="{700CFC25-3097-4A7E-B2F8-A2F53A32A82D}" srcId="{7216E63D-CBE1-47D1-971D-D19E0E8A8FC3}" destId="{20CA0817-04D9-4922-976A-7F4BF95F116A}" srcOrd="2" destOrd="0" parTransId="{5C5B9A49-A25E-4746-96A9-A01FB1D43459}" sibTransId="{745CFCCB-A04A-4037-86FE-61ACC4E6378F}"/>
    <dgm:cxn modelId="{7CEC442A-C2AF-454D-87FF-C23BAF698F33}" srcId="{7216E63D-CBE1-47D1-971D-D19E0E8A8FC3}" destId="{A134D086-EB35-479B-BCB2-A4FC4CA30380}" srcOrd="0" destOrd="0" parTransId="{6A8DC8BF-72FC-408B-9777-5DEC76AF5B6B}" sibTransId="{6AFF4D62-BF0A-4087-88EC-F409FDBD1BE2}"/>
    <dgm:cxn modelId="{F2974331-80EC-4E40-A076-200B0ADFBCFD}" srcId="{A134D086-EB35-479B-BCB2-A4FC4CA30380}" destId="{F13E7D06-81FA-4558-88D5-47C5103BB0AA}" srcOrd="2" destOrd="0" parTransId="{A59AFFB2-36B6-4D90-A849-EF5335EFBCA7}" sibTransId="{B719DB70-2EEE-4BA0-B9BA-9ADF0EE7D77B}"/>
    <dgm:cxn modelId="{22FC4E32-27E1-4F35-A1DF-7ED2B4BED384}" type="presOf" srcId="{F13E7D06-81FA-4558-88D5-47C5103BB0AA}" destId="{9E74F86F-4160-4D59-AE65-BF20920FD515}" srcOrd="0" destOrd="2" presId="urn:diagrams.loki3.com/BracketList"/>
    <dgm:cxn modelId="{7BAAE63E-DF25-4135-89BF-237011E3ED3A}" type="presOf" srcId="{20CA0817-04D9-4922-976A-7F4BF95F116A}" destId="{81A863B9-2C90-43D8-B529-1F605AC44A8F}" srcOrd="0" destOrd="0" presId="urn:diagrams.loki3.com/BracketList"/>
    <dgm:cxn modelId="{57955240-D45B-4B2F-84EF-8CD7E15D0E0E}" srcId="{51939334-B253-4E2C-A961-454675F260AC}" destId="{F8B930A5-66C0-4899-8B65-AA6F5AE8BAD9}" srcOrd="4" destOrd="0" parTransId="{2C898B08-D713-4D2D-B7C5-B63CEC0F5A23}" sibTransId="{D4C9A265-8854-47D3-B5D8-0B77CCF2919C}"/>
    <dgm:cxn modelId="{9769E946-2B80-4B79-9DE6-1AC4D9F65340}" type="presOf" srcId="{185AD122-68BD-4092-B526-95751C57D114}" destId="{6EFC526C-5B53-453B-9481-B9BD9F7CDE94}" srcOrd="0" destOrd="0" presId="urn:diagrams.loki3.com/BracketList"/>
    <dgm:cxn modelId="{43793953-3881-4B43-962D-8244250FC552}" type="presOf" srcId="{50A2CA05-A47E-40F3-8C4C-B78F6A4D8A93}" destId="{9E74F86F-4160-4D59-AE65-BF20920FD515}" srcOrd="0" destOrd="0" presId="urn:diagrams.loki3.com/BracketList"/>
    <dgm:cxn modelId="{07925356-BE76-40E4-B750-2E85590640DD}" type="presOf" srcId="{51939334-B253-4E2C-A961-454675F260AC}" destId="{8551A47B-1180-4CEB-95F0-15010AF97308}" srcOrd="0" destOrd="0" presId="urn:diagrams.loki3.com/BracketList"/>
    <dgm:cxn modelId="{933A2384-FC7D-4715-8C87-B4F4FCAD4591}" type="presOf" srcId="{C05AB942-1D66-4B04-AECC-C06D4FE21A77}" destId="{8B5DC7CC-6301-4814-93A2-3DB6A0512DB4}" srcOrd="0" destOrd="3" presId="urn:diagrams.loki3.com/BracketList"/>
    <dgm:cxn modelId="{4A80B58A-034F-41E4-A660-1AB32370363A}" srcId="{51939334-B253-4E2C-A961-454675F260AC}" destId="{BCFEFF8C-3EC3-4EF4-9708-A267F78227B6}" srcOrd="0" destOrd="0" parTransId="{8EA3966C-3C08-43B2-B785-21F4C2296D52}" sibTransId="{3EE3E378-4E2A-4458-813D-AD3CC9A87D62}"/>
    <dgm:cxn modelId="{FE06D89F-5246-4C07-87C2-FDB39095688B}" type="presOf" srcId="{7216E63D-CBE1-47D1-971D-D19E0E8A8FC3}" destId="{865E1FF0-AB9F-4282-9EEF-3427E8120E51}" srcOrd="0" destOrd="0" presId="urn:diagrams.loki3.com/BracketList"/>
    <dgm:cxn modelId="{262C51A0-8D81-47B9-A772-5D662C14F2F0}" srcId="{51939334-B253-4E2C-A961-454675F260AC}" destId="{766CA1A5-C5E8-4632-9D55-A9D543E3C578}" srcOrd="1" destOrd="0" parTransId="{99350BE8-9FFE-425C-9582-6C7A6ECEB773}" sibTransId="{CC291EB2-27C2-4888-92BE-C4C82066D92B}"/>
    <dgm:cxn modelId="{48974FA1-CB14-4C76-A1B3-9BD8CB623FCD}" type="presOf" srcId="{BCFEFF8C-3EC3-4EF4-9708-A267F78227B6}" destId="{8B5DC7CC-6301-4814-93A2-3DB6A0512DB4}" srcOrd="0" destOrd="0" presId="urn:diagrams.loki3.com/BracketList"/>
    <dgm:cxn modelId="{56EA39BF-610F-4F68-8AB9-471F2510DDD9}" srcId="{A134D086-EB35-479B-BCB2-A4FC4CA30380}" destId="{C4F5E714-86FD-419E-9548-51B334F01070}" srcOrd="3" destOrd="0" parTransId="{E9B8F1A1-CD9B-4EE7-9B6B-9069A697F4D8}" sibTransId="{696E55F1-619B-4E5E-A5D5-D7CBA8BA1847}"/>
    <dgm:cxn modelId="{5C0B11CA-CFCA-4F8E-982C-65CFAF6F8B95}" srcId="{51939334-B253-4E2C-A961-454675F260AC}" destId="{C05AB942-1D66-4B04-AECC-C06D4FE21A77}" srcOrd="3" destOrd="0" parTransId="{9C086E27-EF2A-4457-A530-2C152AD03484}" sibTransId="{74133B84-C025-4469-A00E-8B97E217C0D3}"/>
    <dgm:cxn modelId="{D0FB0FCE-D4BF-4377-8891-D335329B4904}" type="presOf" srcId="{A134D086-EB35-479B-BCB2-A4FC4CA30380}" destId="{BDF37F87-D89B-4265-9CCA-767E09BB27BA}" srcOrd="0" destOrd="0" presId="urn:diagrams.loki3.com/BracketList"/>
    <dgm:cxn modelId="{59E094D0-D173-4926-A062-B0DFC43ED64F}" type="presOf" srcId="{F8B930A5-66C0-4899-8B65-AA6F5AE8BAD9}" destId="{8B5DC7CC-6301-4814-93A2-3DB6A0512DB4}" srcOrd="0" destOrd="4" presId="urn:diagrams.loki3.com/BracketList"/>
    <dgm:cxn modelId="{6D4ADBD1-3B85-484C-BC10-C606F9CA9CD4}" srcId="{7216E63D-CBE1-47D1-971D-D19E0E8A8FC3}" destId="{51939334-B253-4E2C-A961-454675F260AC}" srcOrd="1" destOrd="0" parTransId="{4AFA6AEB-BCD9-4F5F-9068-42B083C22026}" sibTransId="{4CBC84A2-4E3F-4055-8A4C-FF0DE0CC39D6}"/>
    <dgm:cxn modelId="{1E403DE2-CDFE-4A89-AA3F-CF30E0F951B5}" type="presOf" srcId="{C4F5E714-86FD-419E-9548-51B334F01070}" destId="{9E74F86F-4160-4D59-AE65-BF20920FD515}" srcOrd="0" destOrd="3" presId="urn:diagrams.loki3.com/BracketList"/>
    <dgm:cxn modelId="{940517EB-4813-41A7-88DB-A645022677A1}" type="presOf" srcId="{766CA1A5-C5E8-4632-9D55-A9D543E3C578}" destId="{8B5DC7CC-6301-4814-93A2-3DB6A0512DB4}" srcOrd="0" destOrd="1" presId="urn:diagrams.loki3.com/BracketList"/>
    <dgm:cxn modelId="{0C9E0C8F-DC15-4B31-A0B7-E1DB46C5448C}" type="presParOf" srcId="{865E1FF0-AB9F-4282-9EEF-3427E8120E51}" destId="{631EC3F7-637A-4515-A793-BD92AD7FA0B0}" srcOrd="0" destOrd="0" presId="urn:diagrams.loki3.com/BracketList"/>
    <dgm:cxn modelId="{AC04CB65-3559-4FD2-95A4-67E2562E4E5A}" type="presParOf" srcId="{631EC3F7-637A-4515-A793-BD92AD7FA0B0}" destId="{BDF37F87-D89B-4265-9CCA-767E09BB27BA}" srcOrd="0" destOrd="0" presId="urn:diagrams.loki3.com/BracketList"/>
    <dgm:cxn modelId="{777C79F3-C62C-4F10-9CFB-EE8B0ACFB6BE}" type="presParOf" srcId="{631EC3F7-637A-4515-A793-BD92AD7FA0B0}" destId="{18817703-F11E-41DC-8E9C-0E557B75EE9A}" srcOrd="1" destOrd="0" presId="urn:diagrams.loki3.com/BracketList"/>
    <dgm:cxn modelId="{96642699-D21E-4CB8-B0F3-131F6593621C}" type="presParOf" srcId="{631EC3F7-637A-4515-A793-BD92AD7FA0B0}" destId="{E0B23359-5982-4DE9-A500-CEE49DE7CBB5}" srcOrd="2" destOrd="0" presId="urn:diagrams.loki3.com/BracketList"/>
    <dgm:cxn modelId="{484DB3C4-E7DD-479F-B42A-0813545CA90E}" type="presParOf" srcId="{631EC3F7-637A-4515-A793-BD92AD7FA0B0}" destId="{9E74F86F-4160-4D59-AE65-BF20920FD515}" srcOrd="3" destOrd="0" presId="urn:diagrams.loki3.com/BracketList"/>
    <dgm:cxn modelId="{56D8C72C-94E5-4392-9CA6-088986212996}" type="presParOf" srcId="{865E1FF0-AB9F-4282-9EEF-3427E8120E51}" destId="{116D749A-7E22-49CA-B1BD-CD3422D85B9C}" srcOrd="1" destOrd="0" presId="urn:diagrams.loki3.com/BracketList"/>
    <dgm:cxn modelId="{AA926C12-1520-44FA-8192-D5874D87E4BE}" type="presParOf" srcId="{865E1FF0-AB9F-4282-9EEF-3427E8120E51}" destId="{3933C0B9-677C-4B46-96AB-52DED77BE203}" srcOrd="2" destOrd="0" presId="urn:diagrams.loki3.com/BracketList"/>
    <dgm:cxn modelId="{0D7E7ADD-3692-4121-AEFA-7BF29C73CF75}" type="presParOf" srcId="{3933C0B9-677C-4B46-96AB-52DED77BE203}" destId="{8551A47B-1180-4CEB-95F0-15010AF97308}" srcOrd="0" destOrd="0" presId="urn:diagrams.loki3.com/BracketList"/>
    <dgm:cxn modelId="{68421E71-4E28-4958-BF28-873907AA70C3}" type="presParOf" srcId="{3933C0B9-677C-4B46-96AB-52DED77BE203}" destId="{33078966-B16B-4AC2-8803-8A1030501DAA}" srcOrd="1" destOrd="0" presId="urn:diagrams.loki3.com/BracketList"/>
    <dgm:cxn modelId="{9587E80C-EDEC-4FC6-BBC6-723DAAB44B84}" type="presParOf" srcId="{3933C0B9-677C-4B46-96AB-52DED77BE203}" destId="{A98E9E88-B94E-4B7E-9CC5-262AE72C4ED2}" srcOrd="2" destOrd="0" presId="urn:diagrams.loki3.com/BracketList"/>
    <dgm:cxn modelId="{0C7C0E83-66BC-4180-84D0-F3F9B36522CF}" type="presParOf" srcId="{3933C0B9-677C-4B46-96AB-52DED77BE203}" destId="{8B5DC7CC-6301-4814-93A2-3DB6A0512DB4}" srcOrd="3" destOrd="0" presId="urn:diagrams.loki3.com/BracketList"/>
    <dgm:cxn modelId="{3BA53D13-833A-4C22-8B4B-1B394E2FD6BF}" type="presParOf" srcId="{865E1FF0-AB9F-4282-9EEF-3427E8120E51}" destId="{E43CF2B8-CCF1-4204-9BFA-736C7FDC72A1}" srcOrd="3" destOrd="0" presId="urn:diagrams.loki3.com/BracketList"/>
    <dgm:cxn modelId="{A8518448-1A66-482C-BFF1-C942774AE4F9}" type="presParOf" srcId="{865E1FF0-AB9F-4282-9EEF-3427E8120E51}" destId="{EA84A35A-DAB9-4E3F-901D-AEC318211556}" srcOrd="4" destOrd="0" presId="urn:diagrams.loki3.com/BracketList"/>
    <dgm:cxn modelId="{FFED1829-BA2A-4BA1-B628-68780AB71BA1}" type="presParOf" srcId="{EA84A35A-DAB9-4E3F-901D-AEC318211556}" destId="{81A863B9-2C90-43D8-B529-1F605AC44A8F}" srcOrd="0" destOrd="0" presId="urn:diagrams.loki3.com/BracketList"/>
    <dgm:cxn modelId="{6908520D-4A6A-4393-8EA3-26CBC0F5DE0E}" type="presParOf" srcId="{EA84A35A-DAB9-4E3F-901D-AEC318211556}" destId="{D8E4AC64-8AD0-4103-9AC8-A55D40C4C783}" srcOrd="1" destOrd="0" presId="urn:diagrams.loki3.com/BracketList"/>
    <dgm:cxn modelId="{573B7640-0068-4F5C-8620-7D344691F30A}" type="presParOf" srcId="{EA84A35A-DAB9-4E3F-901D-AEC318211556}" destId="{6EF4622D-1C26-40BC-A289-9AB8211A457D}" srcOrd="2" destOrd="0" presId="urn:diagrams.loki3.com/BracketList"/>
    <dgm:cxn modelId="{0E146279-C556-417C-9F83-7CF1AB0DB9F7}" type="presParOf" srcId="{EA84A35A-DAB9-4E3F-901D-AEC318211556}" destId="{6EFC526C-5B53-453B-9481-B9BD9F7CDE94}" srcOrd="3" destOrd="0" presId="urn:diagrams.loki3.com/BracketList"/>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12.xml><?xml version="1.0" encoding="utf-8"?>
<dgm:dataModel xmlns:dgm="http://schemas.openxmlformats.org/drawingml/2006/diagram" xmlns:a="http://schemas.openxmlformats.org/drawingml/2006/main">
  <dgm:ptLst>
    <dgm:pt modelId="{0042CF82-B074-4A28-A129-883482E28363}" type="doc">
      <dgm:prSet loTypeId="urn:microsoft.com/office/officeart/2005/8/layout/pyramid1" loCatId="pyramid" qsTypeId="urn:microsoft.com/office/officeart/2005/8/quickstyle/simple1#12" qsCatId="simple" csTypeId="urn:microsoft.com/office/officeart/2005/8/colors/colorful2#1" csCatId="colorful" phldr="1"/>
      <dgm:spPr/>
      <dgm:t>
        <a:bodyPr/>
        <a:lstStyle/>
        <a:p>
          <a:endParaRPr lang="en-US"/>
        </a:p>
      </dgm:t>
    </dgm:pt>
    <dgm:pt modelId="{9460E59C-F583-4C4A-BA19-191DE8B26C85}">
      <dgm:prSet phldrT="[Text]"/>
      <dgm:spPr/>
      <dgm:t>
        <a:bodyPr/>
        <a:lstStyle/>
        <a:p>
          <a:r>
            <a:rPr lang="en-US" dirty="0"/>
            <a:t>Unacceptable Risk: Banned</a:t>
          </a:r>
        </a:p>
      </dgm:t>
    </dgm:pt>
    <dgm:pt modelId="{65BB0C32-CCE9-42CC-A23F-A01AF78B4021}" type="parTrans" cxnId="{3590BA0F-E4DF-474F-A054-3096FDE5BF32}">
      <dgm:prSet/>
      <dgm:spPr/>
      <dgm:t>
        <a:bodyPr/>
        <a:lstStyle/>
        <a:p>
          <a:endParaRPr lang="en-US"/>
        </a:p>
      </dgm:t>
    </dgm:pt>
    <dgm:pt modelId="{B2CAFDC5-BD28-4735-9595-C0AB5937FE77}" type="sibTrans" cxnId="{3590BA0F-E4DF-474F-A054-3096FDE5BF32}">
      <dgm:prSet/>
      <dgm:spPr/>
      <dgm:t>
        <a:bodyPr/>
        <a:lstStyle/>
        <a:p>
          <a:endParaRPr lang="en-US"/>
        </a:p>
      </dgm:t>
    </dgm:pt>
    <dgm:pt modelId="{700F97BD-7E72-428B-B85D-39949618BAF9}">
      <dgm:prSet phldrT="[Text]"/>
      <dgm:spPr/>
      <dgm:t>
        <a:bodyPr/>
        <a:lstStyle/>
        <a:p>
          <a:r>
            <a:rPr lang="en-US" dirty="0"/>
            <a:t>High Risk: </a:t>
          </a:r>
          <a:br>
            <a:rPr lang="en-US" dirty="0"/>
          </a:br>
          <a:r>
            <a:rPr lang="en-US" dirty="0"/>
            <a:t>Strictly Regulated</a:t>
          </a:r>
        </a:p>
      </dgm:t>
    </dgm:pt>
    <dgm:pt modelId="{3CA383E9-A643-45F3-BFF6-1BDE4D86508C}" type="parTrans" cxnId="{00AFAF6B-6CB1-4014-A32D-9D1752D6F950}">
      <dgm:prSet/>
      <dgm:spPr/>
      <dgm:t>
        <a:bodyPr/>
        <a:lstStyle/>
        <a:p>
          <a:endParaRPr lang="en-US"/>
        </a:p>
      </dgm:t>
    </dgm:pt>
    <dgm:pt modelId="{A3DAF84D-7190-418F-B4C4-0D3F8673206D}" type="sibTrans" cxnId="{00AFAF6B-6CB1-4014-A32D-9D1752D6F950}">
      <dgm:prSet/>
      <dgm:spPr/>
      <dgm:t>
        <a:bodyPr/>
        <a:lstStyle/>
        <a:p>
          <a:endParaRPr lang="en-US"/>
        </a:p>
      </dgm:t>
    </dgm:pt>
    <dgm:pt modelId="{709FE696-135C-4492-927C-61401AB74F32}">
      <dgm:prSet phldrT="[Text]"/>
      <dgm:spPr/>
      <dgm:t>
        <a:bodyPr/>
        <a:lstStyle/>
        <a:p>
          <a:r>
            <a:rPr lang="en-US" dirty="0"/>
            <a:t>Specific Transparency Risk: Disclosure &amp; watermarking </a:t>
          </a:r>
        </a:p>
      </dgm:t>
    </dgm:pt>
    <dgm:pt modelId="{42DEE849-BD36-474E-91C9-E540E4D5D187}" type="parTrans" cxnId="{366C1979-4723-4452-AC13-E0F25FC3A26A}">
      <dgm:prSet/>
      <dgm:spPr/>
      <dgm:t>
        <a:bodyPr/>
        <a:lstStyle/>
        <a:p>
          <a:endParaRPr lang="en-US"/>
        </a:p>
      </dgm:t>
    </dgm:pt>
    <dgm:pt modelId="{E5A34224-1C37-4DEE-8375-8841FD36F63A}" type="sibTrans" cxnId="{366C1979-4723-4452-AC13-E0F25FC3A26A}">
      <dgm:prSet/>
      <dgm:spPr/>
      <dgm:t>
        <a:bodyPr/>
        <a:lstStyle/>
        <a:p>
          <a:endParaRPr lang="en-US"/>
        </a:p>
      </dgm:t>
    </dgm:pt>
    <dgm:pt modelId="{56477D67-769F-4265-915C-459476FA3A1B}">
      <dgm:prSet/>
      <dgm:spPr/>
      <dgm:t>
        <a:bodyPr/>
        <a:lstStyle/>
        <a:p>
          <a:r>
            <a:rPr lang="en-US" dirty="0"/>
            <a:t>Minimal or No Risk</a:t>
          </a:r>
        </a:p>
      </dgm:t>
    </dgm:pt>
    <dgm:pt modelId="{64B4882C-F383-4DAD-84A3-C1DCFAFC738C}" type="parTrans" cxnId="{6CD5FAFC-06FE-4A81-A311-D99DC9B243AF}">
      <dgm:prSet/>
      <dgm:spPr/>
      <dgm:t>
        <a:bodyPr/>
        <a:lstStyle/>
        <a:p>
          <a:endParaRPr lang="en-US"/>
        </a:p>
      </dgm:t>
    </dgm:pt>
    <dgm:pt modelId="{4D567049-5414-4FCF-830D-3A221443EB79}" type="sibTrans" cxnId="{6CD5FAFC-06FE-4A81-A311-D99DC9B243AF}">
      <dgm:prSet/>
      <dgm:spPr/>
      <dgm:t>
        <a:bodyPr/>
        <a:lstStyle/>
        <a:p>
          <a:endParaRPr lang="en-US"/>
        </a:p>
      </dgm:t>
    </dgm:pt>
    <dgm:pt modelId="{F3D566C5-4747-459B-A27F-09D75D5823CE}" type="pres">
      <dgm:prSet presAssocID="{0042CF82-B074-4A28-A129-883482E28363}" presName="Name0" presStyleCnt="0">
        <dgm:presLayoutVars>
          <dgm:dir/>
          <dgm:animLvl val="lvl"/>
          <dgm:resizeHandles val="exact"/>
        </dgm:presLayoutVars>
      </dgm:prSet>
      <dgm:spPr/>
    </dgm:pt>
    <dgm:pt modelId="{FCE31223-843C-42A4-AF76-F0C7DB7B9ABF}" type="pres">
      <dgm:prSet presAssocID="{9460E59C-F583-4C4A-BA19-191DE8B26C85}" presName="Name8" presStyleCnt="0"/>
      <dgm:spPr/>
    </dgm:pt>
    <dgm:pt modelId="{4F26EC90-DE5C-4DF9-89E4-A0945B60FCFA}" type="pres">
      <dgm:prSet presAssocID="{9460E59C-F583-4C4A-BA19-191DE8B26C85}" presName="level" presStyleLbl="node1" presStyleIdx="0" presStyleCnt="4">
        <dgm:presLayoutVars>
          <dgm:chMax val="1"/>
          <dgm:bulletEnabled val="1"/>
        </dgm:presLayoutVars>
      </dgm:prSet>
      <dgm:spPr/>
    </dgm:pt>
    <dgm:pt modelId="{34CBDEF4-BFE2-41D2-8AB9-FD184D0D3968}" type="pres">
      <dgm:prSet presAssocID="{9460E59C-F583-4C4A-BA19-191DE8B26C85}" presName="levelTx" presStyleLbl="revTx" presStyleIdx="0" presStyleCnt="0">
        <dgm:presLayoutVars>
          <dgm:chMax val="1"/>
          <dgm:bulletEnabled val="1"/>
        </dgm:presLayoutVars>
      </dgm:prSet>
      <dgm:spPr/>
    </dgm:pt>
    <dgm:pt modelId="{753DD2E4-86DF-4DDC-8449-1FB81F7B0AFD}" type="pres">
      <dgm:prSet presAssocID="{700F97BD-7E72-428B-B85D-39949618BAF9}" presName="Name8" presStyleCnt="0"/>
      <dgm:spPr/>
    </dgm:pt>
    <dgm:pt modelId="{147C15EC-EDDB-43DB-B67A-025148B7F5BE}" type="pres">
      <dgm:prSet presAssocID="{700F97BD-7E72-428B-B85D-39949618BAF9}" presName="level" presStyleLbl="node1" presStyleIdx="1" presStyleCnt="4">
        <dgm:presLayoutVars>
          <dgm:chMax val="1"/>
          <dgm:bulletEnabled val="1"/>
        </dgm:presLayoutVars>
      </dgm:prSet>
      <dgm:spPr/>
    </dgm:pt>
    <dgm:pt modelId="{AFFE28C9-8BA5-43F6-92EB-A484C63028BF}" type="pres">
      <dgm:prSet presAssocID="{700F97BD-7E72-428B-B85D-39949618BAF9}" presName="levelTx" presStyleLbl="revTx" presStyleIdx="0" presStyleCnt="0">
        <dgm:presLayoutVars>
          <dgm:chMax val="1"/>
          <dgm:bulletEnabled val="1"/>
        </dgm:presLayoutVars>
      </dgm:prSet>
      <dgm:spPr/>
    </dgm:pt>
    <dgm:pt modelId="{D22D7513-7200-4BC1-8FB0-D7E4A28881CF}" type="pres">
      <dgm:prSet presAssocID="{709FE696-135C-4492-927C-61401AB74F32}" presName="Name8" presStyleCnt="0"/>
      <dgm:spPr/>
    </dgm:pt>
    <dgm:pt modelId="{D696FDA0-1C3A-4AC4-8DB3-D25FF3824A7B}" type="pres">
      <dgm:prSet presAssocID="{709FE696-135C-4492-927C-61401AB74F32}" presName="level" presStyleLbl="node1" presStyleIdx="2" presStyleCnt="4">
        <dgm:presLayoutVars>
          <dgm:chMax val="1"/>
          <dgm:bulletEnabled val="1"/>
        </dgm:presLayoutVars>
      </dgm:prSet>
      <dgm:spPr/>
    </dgm:pt>
    <dgm:pt modelId="{6547298B-C551-44F2-A15F-8B2BBAE1C6F6}" type="pres">
      <dgm:prSet presAssocID="{709FE696-135C-4492-927C-61401AB74F32}" presName="levelTx" presStyleLbl="revTx" presStyleIdx="0" presStyleCnt="0">
        <dgm:presLayoutVars>
          <dgm:chMax val="1"/>
          <dgm:bulletEnabled val="1"/>
        </dgm:presLayoutVars>
      </dgm:prSet>
      <dgm:spPr/>
    </dgm:pt>
    <dgm:pt modelId="{57F3A5CC-E65E-4574-8187-A6851C98FD52}" type="pres">
      <dgm:prSet presAssocID="{56477D67-769F-4265-915C-459476FA3A1B}" presName="Name8" presStyleCnt="0"/>
      <dgm:spPr/>
    </dgm:pt>
    <dgm:pt modelId="{63B5AA04-31F1-4559-8493-21534E9B0CBE}" type="pres">
      <dgm:prSet presAssocID="{56477D67-769F-4265-915C-459476FA3A1B}" presName="level" presStyleLbl="node1" presStyleIdx="3" presStyleCnt="4">
        <dgm:presLayoutVars>
          <dgm:chMax val="1"/>
          <dgm:bulletEnabled val="1"/>
        </dgm:presLayoutVars>
      </dgm:prSet>
      <dgm:spPr/>
    </dgm:pt>
    <dgm:pt modelId="{B7F38CC8-8333-43E8-8656-8DB7FC34D302}" type="pres">
      <dgm:prSet presAssocID="{56477D67-769F-4265-915C-459476FA3A1B}" presName="levelTx" presStyleLbl="revTx" presStyleIdx="0" presStyleCnt="0">
        <dgm:presLayoutVars>
          <dgm:chMax val="1"/>
          <dgm:bulletEnabled val="1"/>
        </dgm:presLayoutVars>
      </dgm:prSet>
      <dgm:spPr/>
    </dgm:pt>
  </dgm:ptLst>
  <dgm:cxnLst>
    <dgm:cxn modelId="{3590BA0F-E4DF-474F-A054-3096FDE5BF32}" srcId="{0042CF82-B074-4A28-A129-883482E28363}" destId="{9460E59C-F583-4C4A-BA19-191DE8B26C85}" srcOrd="0" destOrd="0" parTransId="{65BB0C32-CCE9-42CC-A23F-A01AF78B4021}" sibTransId="{B2CAFDC5-BD28-4735-9595-C0AB5937FE77}"/>
    <dgm:cxn modelId="{E80D083F-6428-4527-AE28-A14037A3558A}" type="presOf" srcId="{0042CF82-B074-4A28-A129-883482E28363}" destId="{F3D566C5-4747-459B-A27F-09D75D5823CE}" srcOrd="0" destOrd="0" presId="urn:microsoft.com/office/officeart/2005/8/layout/pyramid1"/>
    <dgm:cxn modelId="{00AFAF6B-6CB1-4014-A32D-9D1752D6F950}" srcId="{0042CF82-B074-4A28-A129-883482E28363}" destId="{700F97BD-7E72-428B-B85D-39949618BAF9}" srcOrd="1" destOrd="0" parTransId="{3CA383E9-A643-45F3-BFF6-1BDE4D86508C}" sibTransId="{A3DAF84D-7190-418F-B4C4-0D3F8673206D}"/>
    <dgm:cxn modelId="{96571C58-F057-4075-B3F0-641112DDAA15}" type="presOf" srcId="{56477D67-769F-4265-915C-459476FA3A1B}" destId="{63B5AA04-31F1-4559-8493-21534E9B0CBE}" srcOrd="0" destOrd="0" presId="urn:microsoft.com/office/officeart/2005/8/layout/pyramid1"/>
    <dgm:cxn modelId="{366C1979-4723-4452-AC13-E0F25FC3A26A}" srcId="{0042CF82-B074-4A28-A129-883482E28363}" destId="{709FE696-135C-4492-927C-61401AB74F32}" srcOrd="2" destOrd="0" parTransId="{42DEE849-BD36-474E-91C9-E540E4D5D187}" sibTransId="{E5A34224-1C37-4DEE-8375-8841FD36F63A}"/>
    <dgm:cxn modelId="{BB0C9A82-7E78-45F7-8DA0-AFF0F37B319C}" type="presOf" srcId="{709FE696-135C-4492-927C-61401AB74F32}" destId="{D696FDA0-1C3A-4AC4-8DB3-D25FF3824A7B}" srcOrd="0" destOrd="0" presId="urn:microsoft.com/office/officeart/2005/8/layout/pyramid1"/>
    <dgm:cxn modelId="{1241CE92-23BD-4347-AED9-003C29676C0D}" type="presOf" srcId="{9460E59C-F583-4C4A-BA19-191DE8B26C85}" destId="{4F26EC90-DE5C-4DF9-89E4-A0945B60FCFA}" srcOrd="0" destOrd="0" presId="urn:microsoft.com/office/officeart/2005/8/layout/pyramid1"/>
    <dgm:cxn modelId="{7469529F-30C6-415F-B049-1BCA80A70241}" type="presOf" srcId="{9460E59C-F583-4C4A-BA19-191DE8B26C85}" destId="{34CBDEF4-BFE2-41D2-8AB9-FD184D0D3968}" srcOrd="1" destOrd="0" presId="urn:microsoft.com/office/officeart/2005/8/layout/pyramid1"/>
    <dgm:cxn modelId="{17BB00BC-518B-4677-B7B9-52C1A542E949}" type="presOf" srcId="{56477D67-769F-4265-915C-459476FA3A1B}" destId="{B7F38CC8-8333-43E8-8656-8DB7FC34D302}" srcOrd="1" destOrd="0" presId="urn:microsoft.com/office/officeart/2005/8/layout/pyramid1"/>
    <dgm:cxn modelId="{632CDFCE-8E71-4DC1-91F7-09326681EBA2}" type="presOf" srcId="{709FE696-135C-4492-927C-61401AB74F32}" destId="{6547298B-C551-44F2-A15F-8B2BBAE1C6F6}" srcOrd="1" destOrd="0" presId="urn:microsoft.com/office/officeart/2005/8/layout/pyramid1"/>
    <dgm:cxn modelId="{854B53E0-3214-4116-8BAD-E78C2EA43B56}" type="presOf" srcId="{700F97BD-7E72-428B-B85D-39949618BAF9}" destId="{AFFE28C9-8BA5-43F6-92EB-A484C63028BF}" srcOrd="1" destOrd="0" presId="urn:microsoft.com/office/officeart/2005/8/layout/pyramid1"/>
    <dgm:cxn modelId="{5DEE86F6-3062-43EE-A6E2-AFCA6E1DD7D4}" type="presOf" srcId="{700F97BD-7E72-428B-B85D-39949618BAF9}" destId="{147C15EC-EDDB-43DB-B67A-025148B7F5BE}" srcOrd="0" destOrd="0" presId="urn:microsoft.com/office/officeart/2005/8/layout/pyramid1"/>
    <dgm:cxn modelId="{6CD5FAFC-06FE-4A81-A311-D99DC9B243AF}" srcId="{0042CF82-B074-4A28-A129-883482E28363}" destId="{56477D67-769F-4265-915C-459476FA3A1B}" srcOrd="3" destOrd="0" parTransId="{64B4882C-F383-4DAD-84A3-C1DCFAFC738C}" sibTransId="{4D567049-5414-4FCF-830D-3A221443EB79}"/>
    <dgm:cxn modelId="{E8BECD8F-4073-410D-87D1-00A9B2758ECE}" type="presParOf" srcId="{F3D566C5-4747-459B-A27F-09D75D5823CE}" destId="{FCE31223-843C-42A4-AF76-F0C7DB7B9ABF}" srcOrd="0" destOrd="0" presId="urn:microsoft.com/office/officeart/2005/8/layout/pyramid1"/>
    <dgm:cxn modelId="{2962ABA3-7729-4C9E-82A9-341885F6C6CE}" type="presParOf" srcId="{FCE31223-843C-42A4-AF76-F0C7DB7B9ABF}" destId="{4F26EC90-DE5C-4DF9-89E4-A0945B60FCFA}" srcOrd="0" destOrd="0" presId="urn:microsoft.com/office/officeart/2005/8/layout/pyramid1"/>
    <dgm:cxn modelId="{8350538D-2087-43C7-99BD-E80AE22C1865}" type="presParOf" srcId="{FCE31223-843C-42A4-AF76-F0C7DB7B9ABF}" destId="{34CBDEF4-BFE2-41D2-8AB9-FD184D0D3968}" srcOrd="1" destOrd="0" presId="urn:microsoft.com/office/officeart/2005/8/layout/pyramid1"/>
    <dgm:cxn modelId="{3C0BA529-4787-4F6C-80B2-4C6943CC7B93}" type="presParOf" srcId="{F3D566C5-4747-459B-A27F-09D75D5823CE}" destId="{753DD2E4-86DF-4DDC-8449-1FB81F7B0AFD}" srcOrd="1" destOrd="0" presId="urn:microsoft.com/office/officeart/2005/8/layout/pyramid1"/>
    <dgm:cxn modelId="{81E50190-3CFA-49D0-87F7-B683C07DE801}" type="presParOf" srcId="{753DD2E4-86DF-4DDC-8449-1FB81F7B0AFD}" destId="{147C15EC-EDDB-43DB-B67A-025148B7F5BE}" srcOrd="0" destOrd="0" presId="urn:microsoft.com/office/officeart/2005/8/layout/pyramid1"/>
    <dgm:cxn modelId="{E09B53A2-68DF-4BFC-85E7-04D3B2E65052}" type="presParOf" srcId="{753DD2E4-86DF-4DDC-8449-1FB81F7B0AFD}" destId="{AFFE28C9-8BA5-43F6-92EB-A484C63028BF}" srcOrd="1" destOrd="0" presId="urn:microsoft.com/office/officeart/2005/8/layout/pyramid1"/>
    <dgm:cxn modelId="{77525919-8BC8-4965-BD92-10D8921D59C8}" type="presParOf" srcId="{F3D566C5-4747-459B-A27F-09D75D5823CE}" destId="{D22D7513-7200-4BC1-8FB0-D7E4A28881CF}" srcOrd="2" destOrd="0" presId="urn:microsoft.com/office/officeart/2005/8/layout/pyramid1"/>
    <dgm:cxn modelId="{CED946F8-BAE9-45A5-87CF-A26BF4E39DAB}" type="presParOf" srcId="{D22D7513-7200-4BC1-8FB0-D7E4A28881CF}" destId="{D696FDA0-1C3A-4AC4-8DB3-D25FF3824A7B}" srcOrd="0" destOrd="0" presId="urn:microsoft.com/office/officeart/2005/8/layout/pyramid1"/>
    <dgm:cxn modelId="{94AEAF8E-65A8-4CEC-B2CC-F8FC32906207}" type="presParOf" srcId="{D22D7513-7200-4BC1-8FB0-D7E4A28881CF}" destId="{6547298B-C551-44F2-A15F-8B2BBAE1C6F6}" srcOrd="1" destOrd="0" presId="urn:microsoft.com/office/officeart/2005/8/layout/pyramid1"/>
    <dgm:cxn modelId="{4FD53F90-B139-494F-A24F-680E28DACA18}" type="presParOf" srcId="{F3D566C5-4747-459B-A27F-09D75D5823CE}" destId="{57F3A5CC-E65E-4574-8187-A6851C98FD52}" srcOrd="3" destOrd="0" presId="urn:microsoft.com/office/officeart/2005/8/layout/pyramid1"/>
    <dgm:cxn modelId="{0B90D08E-B312-4A81-9F2B-09DD1EF9628B}" type="presParOf" srcId="{57F3A5CC-E65E-4574-8187-A6851C98FD52}" destId="{63B5AA04-31F1-4559-8493-21534E9B0CBE}" srcOrd="0" destOrd="0" presId="urn:microsoft.com/office/officeart/2005/8/layout/pyramid1"/>
    <dgm:cxn modelId="{8E25A51A-52E8-48CA-83C0-C823B9E831FC}" type="presParOf" srcId="{57F3A5CC-E65E-4574-8187-A6851C98FD52}" destId="{B7F38CC8-8333-43E8-8656-8DB7FC34D302}" srcOrd="1" destOrd="0" presId="urn:microsoft.com/office/officeart/2005/8/layout/pyramid1"/>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9A0F9045-7893-4556-B3F3-5720C8ACC43F}">
      <dsp:nvSpPr>
        <dsp:cNvPr id="0" name=""/>
        <dsp:cNvSpPr/>
      </dsp:nvSpPr>
      <dsp:spPr>
        <a:xfrm>
          <a:off x="591502" y="0"/>
          <a:ext cx="6703695" cy="3813175"/>
        </a:xfrm>
        <a:prstGeom prst="rightArrow">
          <a:avLst/>
        </a:prstGeom>
        <a:solidFill>
          <a:schemeClr val="accent2">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EFC9B01B-7FB7-4350-A4D4-CCF5734A58FA}">
      <dsp:nvSpPr>
        <dsp:cNvPr id="0" name=""/>
        <dsp:cNvSpPr/>
      </dsp:nvSpPr>
      <dsp:spPr>
        <a:xfrm>
          <a:off x="673" y="1143952"/>
          <a:ext cx="1853499" cy="1525270"/>
        </a:xfrm>
        <a:prstGeom prst="roundRect">
          <a:avLst/>
        </a:prstGeom>
        <a:solidFill>
          <a:schemeClr val="accent2">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44780" tIns="144780" rIns="144780" bIns="144780" numCol="1" spcCol="1270" anchor="ctr" anchorCtr="0">
          <a:noAutofit/>
        </a:bodyPr>
        <a:lstStyle/>
        <a:p>
          <a:pPr marL="0" lvl="0" indent="0" algn="ctr" defTabSz="1689100">
            <a:lnSpc>
              <a:spcPct val="90000"/>
            </a:lnSpc>
            <a:spcBef>
              <a:spcPct val="0"/>
            </a:spcBef>
            <a:spcAft>
              <a:spcPct val="35000"/>
            </a:spcAft>
            <a:buNone/>
          </a:pPr>
          <a:r>
            <a:rPr lang="en-US" sz="3800" kern="1200" dirty="0"/>
            <a:t>What is AI?</a:t>
          </a:r>
        </a:p>
      </dsp:txBody>
      <dsp:txXfrm>
        <a:off x="75131" y="1218410"/>
        <a:ext cx="1704583" cy="1376354"/>
      </dsp:txXfrm>
    </dsp:sp>
    <dsp:sp modelId="{C53E8AC9-B3C2-4F22-A024-8206618BE8E9}">
      <dsp:nvSpPr>
        <dsp:cNvPr id="0" name=""/>
        <dsp:cNvSpPr/>
      </dsp:nvSpPr>
      <dsp:spPr>
        <a:xfrm>
          <a:off x="2011291" y="1143952"/>
          <a:ext cx="1853499" cy="1525270"/>
        </a:xfrm>
        <a:prstGeom prst="roundRect">
          <a:avLst/>
        </a:prstGeom>
        <a:solidFill>
          <a:schemeClr val="accent3">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44780" tIns="144780" rIns="144780" bIns="144780" numCol="1" spcCol="1270" anchor="ctr" anchorCtr="0">
          <a:noAutofit/>
        </a:bodyPr>
        <a:lstStyle/>
        <a:p>
          <a:pPr marL="0" lvl="0" indent="0" algn="ctr" defTabSz="1689100">
            <a:lnSpc>
              <a:spcPct val="90000"/>
            </a:lnSpc>
            <a:spcBef>
              <a:spcPct val="0"/>
            </a:spcBef>
            <a:spcAft>
              <a:spcPct val="35000"/>
            </a:spcAft>
            <a:buNone/>
          </a:pPr>
          <a:r>
            <a:rPr lang="en-US" sz="3800" kern="1200" dirty="0"/>
            <a:t>History of AI</a:t>
          </a:r>
        </a:p>
      </dsp:txBody>
      <dsp:txXfrm>
        <a:off x="2085749" y="1218410"/>
        <a:ext cx="1704583" cy="1376354"/>
      </dsp:txXfrm>
    </dsp:sp>
    <dsp:sp modelId="{2BC15CC0-AAFC-4719-8E3B-40296FCEF49B}">
      <dsp:nvSpPr>
        <dsp:cNvPr id="0" name=""/>
        <dsp:cNvSpPr/>
      </dsp:nvSpPr>
      <dsp:spPr>
        <a:xfrm>
          <a:off x="4021908" y="1143952"/>
          <a:ext cx="1853499" cy="1525270"/>
        </a:xfrm>
        <a:prstGeom prst="roundRect">
          <a:avLst/>
        </a:prstGeom>
        <a:solidFill>
          <a:schemeClr val="accent4">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44780" tIns="144780" rIns="144780" bIns="144780" numCol="1" spcCol="1270" anchor="ctr" anchorCtr="0">
          <a:noAutofit/>
        </a:bodyPr>
        <a:lstStyle/>
        <a:p>
          <a:pPr marL="0" lvl="0" indent="0" algn="ctr" defTabSz="1689100">
            <a:lnSpc>
              <a:spcPct val="90000"/>
            </a:lnSpc>
            <a:spcBef>
              <a:spcPct val="0"/>
            </a:spcBef>
            <a:spcAft>
              <a:spcPct val="35000"/>
            </a:spcAft>
            <a:buNone/>
          </a:pPr>
          <a:r>
            <a:rPr lang="en-US" sz="3800" kern="1200" dirty="0"/>
            <a:t>AI Today</a:t>
          </a:r>
        </a:p>
      </dsp:txBody>
      <dsp:txXfrm>
        <a:off x="4096366" y="1218410"/>
        <a:ext cx="1704583" cy="1376354"/>
      </dsp:txXfrm>
    </dsp:sp>
    <dsp:sp modelId="{5481297F-4CD0-49FE-9D47-1673202E0414}">
      <dsp:nvSpPr>
        <dsp:cNvPr id="0" name=""/>
        <dsp:cNvSpPr/>
      </dsp:nvSpPr>
      <dsp:spPr>
        <a:xfrm>
          <a:off x="6032526" y="1143952"/>
          <a:ext cx="1853499" cy="1525270"/>
        </a:xfrm>
        <a:prstGeom prst="roundRect">
          <a:avLst/>
        </a:prstGeom>
        <a:solidFill>
          <a:schemeClr val="accent5">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44780" tIns="144780" rIns="144780" bIns="144780" numCol="1" spcCol="1270" anchor="ctr" anchorCtr="0">
          <a:noAutofit/>
        </a:bodyPr>
        <a:lstStyle/>
        <a:p>
          <a:pPr marL="0" lvl="0" indent="0" algn="ctr" defTabSz="1689100">
            <a:lnSpc>
              <a:spcPct val="90000"/>
            </a:lnSpc>
            <a:spcBef>
              <a:spcPct val="0"/>
            </a:spcBef>
            <a:spcAft>
              <a:spcPct val="35000"/>
            </a:spcAft>
            <a:buNone/>
          </a:pPr>
          <a:r>
            <a:rPr lang="en-US" sz="3800" kern="1200" dirty="0"/>
            <a:t>?</a:t>
          </a:r>
        </a:p>
      </dsp:txBody>
      <dsp:txXfrm>
        <a:off x="6106984" y="1218410"/>
        <a:ext cx="1704583" cy="1376354"/>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3028E8D7-EA6F-4EA7-978A-43633D6AEAF6}">
      <dsp:nvSpPr>
        <dsp:cNvPr id="0" name=""/>
        <dsp:cNvSpPr/>
      </dsp:nvSpPr>
      <dsp:spPr>
        <a:xfrm>
          <a:off x="1238" y="473934"/>
          <a:ext cx="1423215" cy="711607"/>
        </a:xfrm>
        <a:prstGeom prst="roundRect">
          <a:avLst>
            <a:gd name="adj" fmla="val 10000"/>
          </a:avLst>
        </a:prstGeom>
        <a:solidFill>
          <a:schemeClr val="accent2">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1910" tIns="27940" rIns="41910" bIns="27940" numCol="1" spcCol="1270" anchor="ctr" anchorCtr="0">
          <a:noAutofit/>
        </a:bodyPr>
        <a:lstStyle/>
        <a:p>
          <a:pPr marL="0" lvl="0" indent="0" algn="ctr" defTabSz="977900">
            <a:lnSpc>
              <a:spcPct val="90000"/>
            </a:lnSpc>
            <a:spcBef>
              <a:spcPct val="0"/>
            </a:spcBef>
            <a:spcAft>
              <a:spcPct val="35000"/>
            </a:spcAft>
            <a:buNone/>
          </a:pPr>
          <a:r>
            <a:rPr lang="en-US" sz="2200" kern="1200" dirty="0"/>
            <a:t>Think like a human?</a:t>
          </a:r>
        </a:p>
      </dsp:txBody>
      <dsp:txXfrm>
        <a:off x="22080" y="494776"/>
        <a:ext cx="1381531" cy="669923"/>
      </dsp:txXfrm>
    </dsp:sp>
    <dsp:sp modelId="{0BCE1037-9706-410D-834A-ECEC4388E735}">
      <dsp:nvSpPr>
        <dsp:cNvPr id="0" name=""/>
        <dsp:cNvSpPr/>
      </dsp:nvSpPr>
      <dsp:spPr>
        <a:xfrm>
          <a:off x="1780257" y="473934"/>
          <a:ext cx="1423215" cy="711607"/>
        </a:xfrm>
        <a:prstGeom prst="roundRect">
          <a:avLst>
            <a:gd name="adj" fmla="val 10000"/>
          </a:avLst>
        </a:prstGeom>
        <a:solidFill>
          <a:schemeClr val="accent6"/>
        </a:solidFill>
        <a:ln w="19050" cap="flat" cmpd="sng" algn="ctr">
          <a:solidFill>
            <a:schemeClr val="lt1"/>
          </a:solidFill>
          <a:prstDash val="solid"/>
          <a:miter lim="800000"/>
        </a:ln>
        <a:effectLst/>
      </dsp:spPr>
      <dsp:style>
        <a:lnRef idx="3">
          <a:schemeClr val="lt1"/>
        </a:lnRef>
        <a:fillRef idx="1">
          <a:schemeClr val="accent6"/>
        </a:fillRef>
        <a:effectRef idx="1">
          <a:schemeClr val="accent6"/>
        </a:effectRef>
        <a:fontRef idx="minor">
          <a:schemeClr val="lt1"/>
        </a:fontRef>
      </dsp:style>
      <dsp:txBody>
        <a:bodyPr spcFirstLastPara="0" vert="horz" wrap="square" lIns="41910" tIns="27940" rIns="41910" bIns="27940" numCol="1" spcCol="1270" anchor="ctr" anchorCtr="0">
          <a:noAutofit/>
        </a:bodyPr>
        <a:lstStyle/>
        <a:p>
          <a:pPr marL="0" lvl="0" indent="0" algn="ctr" defTabSz="977900">
            <a:lnSpc>
              <a:spcPct val="90000"/>
            </a:lnSpc>
            <a:spcBef>
              <a:spcPct val="0"/>
            </a:spcBef>
            <a:spcAft>
              <a:spcPct val="35000"/>
            </a:spcAft>
            <a:buNone/>
          </a:pPr>
          <a:r>
            <a:rPr lang="en-US" sz="2200" kern="1200" dirty="0"/>
            <a:t>Act like a human?</a:t>
          </a:r>
        </a:p>
      </dsp:txBody>
      <dsp:txXfrm>
        <a:off x="1801099" y="494776"/>
        <a:ext cx="1381531" cy="669923"/>
      </dsp:txXfrm>
    </dsp:sp>
    <dsp:sp modelId="{405FCD6E-D4E8-41FA-B6A2-E4BB402E06BE}">
      <dsp:nvSpPr>
        <dsp:cNvPr id="0" name=""/>
        <dsp:cNvSpPr/>
      </dsp:nvSpPr>
      <dsp:spPr>
        <a:xfrm>
          <a:off x="3559276" y="473934"/>
          <a:ext cx="1423215" cy="711607"/>
        </a:xfrm>
        <a:prstGeom prst="roundRect">
          <a:avLst>
            <a:gd name="adj" fmla="val 10000"/>
          </a:avLst>
        </a:prstGeom>
        <a:solidFill>
          <a:schemeClr val="accent4">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1910" tIns="27940" rIns="41910" bIns="27940" numCol="1" spcCol="1270" anchor="ctr" anchorCtr="0">
          <a:noAutofit/>
        </a:bodyPr>
        <a:lstStyle/>
        <a:p>
          <a:pPr marL="0" lvl="0" indent="0" algn="ctr" defTabSz="977900">
            <a:lnSpc>
              <a:spcPct val="90000"/>
            </a:lnSpc>
            <a:spcBef>
              <a:spcPct val="0"/>
            </a:spcBef>
            <a:spcAft>
              <a:spcPct val="35000"/>
            </a:spcAft>
            <a:buNone/>
          </a:pPr>
          <a:r>
            <a:rPr lang="en-US" sz="2200" kern="1200" dirty="0"/>
            <a:t>Think rationally?</a:t>
          </a:r>
        </a:p>
      </dsp:txBody>
      <dsp:txXfrm>
        <a:off x="3580118" y="494776"/>
        <a:ext cx="1381531" cy="669923"/>
      </dsp:txXfrm>
    </dsp:sp>
    <dsp:sp modelId="{8C5134CD-97C1-4A5D-8A99-397EA240E35C}">
      <dsp:nvSpPr>
        <dsp:cNvPr id="0" name=""/>
        <dsp:cNvSpPr/>
      </dsp:nvSpPr>
      <dsp:spPr>
        <a:xfrm>
          <a:off x="5338296" y="473934"/>
          <a:ext cx="1423215" cy="711607"/>
        </a:xfrm>
        <a:prstGeom prst="roundRect">
          <a:avLst>
            <a:gd name="adj" fmla="val 10000"/>
          </a:avLst>
        </a:prstGeom>
        <a:solidFill>
          <a:schemeClr val="accent5">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1910" tIns="27940" rIns="41910" bIns="27940" numCol="1" spcCol="1270" anchor="ctr" anchorCtr="0">
          <a:noAutofit/>
        </a:bodyPr>
        <a:lstStyle/>
        <a:p>
          <a:pPr marL="0" lvl="0" indent="0" algn="ctr" defTabSz="977900">
            <a:lnSpc>
              <a:spcPct val="90000"/>
            </a:lnSpc>
            <a:spcBef>
              <a:spcPct val="0"/>
            </a:spcBef>
            <a:spcAft>
              <a:spcPct val="35000"/>
            </a:spcAft>
            <a:buNone/>
          </a:pPr>
          <a:r>
            <a:rPr lang="en-US" sz="2200" kern="1200" dirty="0"/>
            <a:t>Act rationally?</a:t>
          </a:r>
        </a:p>
      </dsp:txBody>
      <dsp:txXfrm>
        <a:off x="5359138" y="494776"/>
        <a:ext cx="1381531" cy="669923"/>
      </dsp:txXfrm>
    </dsp:sp>
  </dsp:spTree>
</dsp:drawing>
</file>

<file path=ppt/diagrams/drawing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1171FF4F-B934-4BF3-88D9-4C67E3E8E620}">
      <dsp:nvSpPr>
        <dsp:cNvPr id="0" name=""/>
        <dsp:cNvSpPr/>
      </dsp:nvSpPr>
      <dsp:spPr>
        <a:xfrm>
          <a:off x="26" y="5806"/>
          <a:ext cx="2519204" cy="900651"/>
        </a:xfrm>
        <a:prstGeom prst="rect">
          <a:avLst/>
        </a:prstGeom>
        <a:solidFill>
          <a:schemeClr val="accent5">
            <a:hueOff val="0"/>
            <a:satOff val="0"/>
            <a:lumOff val="0"/>
            <a:alphaOff val="0"/>
          </a:schemeClr>
        </a:solidFill>
        <a:ln w="12700" cap="flat" cmpd="sng" algn="ctr">
          <a:solidFill>
            <a:schemeClr val="accent5">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28016" tIns="73152" rIns="128016" bIns="73152" numCol="1" spcCol="1270" anchor="ctr" anchorCtr="0">
          <a:noAutofit/>
        </a:bodyPr>
        <a:lstStyle/>
        <a:p>
          <a:pPr marL="0" lvl="0" indent="0" algn="ctr" defTabSz="800100">
            <a:lnSpc>
              <a:spcPct val="90000"/>
            </a:lnSpc>
            <a:spcBef>
              <a:spcPct val="0"/>
            </a:spcBef>
            <a:spcAft>
              <a:spcPct val="35000"/>
            </a:spcAft>
            <a:buNone/>
          </a:pPr>
          <a:r>
            <a:rPr lang="en-US" sz="1800" kern="1200" dirty="0"/>
            <a:t>The brain as an information processing machine.</a:t>
          </a:r>
        </a:p>
      </dsp:txBody>
      <dsp:txXfrm>
        <a:off x="26" y="5806"/>
        <a:ext cx="2519204" cy="900651"/>
      </dsp:txXfrm>
    </dsp:sp>
    <dsp:sp modelId="{057C3BCC-3CA5-4CC4-B7F5-24388E3176BF}">
      <dsp:nvSpPr>
        <dsp:cNvPr id="0" name=""/>
        <dsp:cNvSpPr/>
      </dsp:nvSpPr>
      <dsp:spPr>
        <a:xfrm>
          <a:off x="26" y="906458"/>
          <a:ext cx="2519204" cy="2519910"/>
        </a:xfrm>
        <a:prstGeom prst="rect">
          <a:avLst/>
        </a:prstGeom>
        <a:solidFill>
          <a:schemeClr val="accent5">
            <a:tint val="40000"/>
            <a:alpha val="90000"/>
            <a:hueOff val="0"/>
            <a:satOff val="0"/>
            <a:lumOff val="0"/>
            <a:alphaOff val="0"/>
          </a:schemeClr>
        </a:solidFill>
        <a:ln w="12700" cap="flat" cmpd="sng" algn="ctr">
          <a:solidFill>
            <a:schemeClr val="accent5">
              <a:tint val="40000"/>
              <a:alpha val="9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96012" tIns="96012" rIns="128016" bIns="144018" numCol="1" spcCol="1270" anchor="t" anchorCtr="0">
          <a:noAutofit/>
        </a:bodyPr>
        <a:lstStyle/>
        <a:p>
          <a:pPr marL="171450" lvl="1" indent="-171450" algn="l" defTabSz="800100">
            <a:lnSpc>
              <a:spcPct val="90000"/>
            </a:lnSpc>
            <a:spcBef>
              <a:spcPct val="0"/>
            </a:spcBef>
            <a:spcAft>
              <a:spcPct val="15000"/>
            </a:spcAft>
            <a:buChar char="•"/>
          </a:pPr>
          <a:r>
            <a:rPr lang="en-US" sz="1800" kern="1200" dirty="0"/>
            <a:t>Requires scientific theories of </a:t>
          </a:r>
          <a:r>
            <a:rPr lang="en-US" sz="1800" b="1" kern="1200" dirty="0"/>
            <a:t>how the brain works</a:t>
          </a:r>
          <a:r>
            <a:rPr lang="en-US" sz="1800" kern="1200" dirty="0"/>
            <a:t>.</a:t>
          </a:r>
          <a:br>
            <a:rPr lang="en-US" sz="1800" kern="1200" dirty="0"/>
          </a:br>
          <a:br>
            <a:rPr lang="en-US" sz="1800" kern="1200" dirty="0"/>
          </a:br>
          <a:br>
            <a:rPr lang="en-US" sz="1800" kern="1200" dirty="0"/>
          </a:br>
          <a:r>
            <a:rPr lang="en-US" sz="1800" b="1" kern="1200" dirty="0"/>
            <a:t>Note</a:t>
          </a:r>
          <a:r>
            <a:rPr lang="en-US" sz="1800" kern="1200" dirty="0"/>
            <a:t>: The brain does not work like artificial neural networks from machine learning!</a:t>
          </a:r>
        </a:p>
      </dsp:txBody>
      <dsp:txXfrm>
        <a:off x="26" y="906458"/>
        <a:ext cx="2519204" cy="2519910"/>
      </dsp:txXfrm>
    </dsp:sp>
    <dsp:sp modelId="{35853A24-3A1A-4732-AB27-64EAA882E8E5}">
      <dsp:nvSpPr>
        <dsp:cNvPr id="0" name=""/>
        <dsp:cNvSpPr/>
      </dsp:nvSpPr>
      <dsp:spPr>
        <a:xfrm>
          <a:off x="2871919" y="5806"/>
          <a:ext cx="2519204" cy="900651"/>
        </a:xfrm>
        <a:prstGeom prst="rect">
          <a:avLst/>
        </a:prstGeom>
        <a:solidFill>
          <a:schemeClr val="accent5">
            <a:hueOff val="-12162821"/>
            <a:satOff val="-296"/>
            <a:lumOff val="-10393"/>
            <a:alphaOff val="0"/>
          </a:schemeClr>
        </a:solidFill>
        <a:ln w="12700" cap="flat" cmpd="sng" algn="ctr">
          <a:solidFill>
            <a:schemeClr val="accent5">
              <a:hueOff val="-12162821"/>
              <a:satOff val="-296"/>
              <a:lumOff val="-10393"/>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28016" tIns="73152" rIns="128016" bIns="73152" numCol="1" spcCol="1270" anchor="ctr" anchorCtr="0">
          <a:noAutofit/>
        </a:bodyPr>
        <a:lstStyle/>
        <a:p>
          <a:pPr marL="0" lvl="0" indent="0" algn="ctr" defTabSz="800100">
            <a:lnSpc>
              <a:spcPct val="90000"/>
            </a:lnSpc>
            <a:spcBef>
              <a:spcPct val="0"/>
            </a:spcBef>
            <a:spcAft>
              <a:spcPct val="35000"/>
            </a:spcAft>
            <a:buNone/>
          </a:pPr>
          <a:r>
            <a:rPr lang="en-US" sz="1800" kern="1200" dirty="0"/>
            <a:t>How to understand cognition as a computational process? </a:t>
          </a:r>
        </a:p>
      </dsp:txBody>
      <dsp:txXfrm>
        <a:off x="2871919" y="5806"/>
        <a:ext cx="2519204" cy="900651"/>
      </dsp:txXfrm>
    </dsp:sp>
    <dsp:sp modelId="{39A921E0-BCBA-470A-9186-791A7E8DF1C7}">
      <dsp:nvSpPr>
        <dsp:cNvPr id="0" name=""/>
        <dsp:cNvSpPr/>
      </dsp:nvSpPr>
      <dsp:spPr>
        <a:xfrm>
          <a:off x="2871919" y="906458"/>
          <a:ext cx="2519204" cy="2519910"/>
        </a:xfrm>
        <a:prstGeom prst="rect">
          <a:avLst/>
        </a:prstGeom>
        <a:solidFill>
          <a:schemeClr val="accent5">
            <a:tint val="40000"/>
            <a:alpha val="90000"/>
            <a:hueOff val="-11954114"/>
            <a:satOff val="-12022"/>
            <a:lumOff val="-1949"/>
            <a:alphaOff val="0"/>
          </a:schemeClr>
        </a:solidFill>
        <a:ln w="12700" cap="flat" cmpd="sng" algn="ctr">
          <a:solidFill>
            <a:schemeClr val="accent5">
              <a:tint val="40000"/>
              <a:alpha val="90000"/>
              <a:hueOff val="-11954114"/>
              <a:satOff val="-12022"/>
              <a:lumOff val="-1949"/>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96012" tIns="96012" rIns="128016" bIns="144018" numCol="1" spcCol="1270" anchor="t" anchorCtr="0">
          <a:noAutofit/>
        </a:bodyPr>
        <a:lstStyle/>
        <a:p>
          <a:pPr marL="171450" lvl="1" indent="-171450" algn="l" defTabSz="800100">
            <a:lnSpc>
              <a:spcPct val="90000"/>
            </a:lnSpc>
            <a:spcBef>
              <a:spcPct val="0"/>
            </a:spcBef>
            <a:spcAft>
              <a:spcPct val="15000"/>
            </a:spcAft>
            <a:buChar char="•"/>
          </a:pPr>
          <a:r>
            <a:rPr lang="en-US" sz="1800" kern="1200" dirty="0"/>
            <a:t>Introspection: try to think about how we think.</a:t>
          </a:r>
        </a:p>
        <a:p>
          <a:pPr marL="171450" lvl="1" indent="-171450" algn="l" defTabSz="800100">
            <a:lnSpc>
              <a:spcPct val="90000"/>
            </a:lnSpc>
            <a:spcBef>
              <a:spcPct val="0"/>
            </a:spcBef>
            <a:spcAft>
              <a:spcPct val="15000"/>
            </a:spcAft>
            <a:buChar char="•"/>
          </a:pPr>
          <a:r>
            <a:rPr lang="en-US" sz="1800" b="1" kern="1200" dirty="0"/>
            <a:t>Predict the behavior of human</a:t>
          </a:r>
          <a:r>
            <a:rPr lang="en-US" sz="1800" kern="1200" dirty="0"/>
            <a:t> subjects.</a:t>
          </a:r>
        </a:p>
        <a:p>
          <a:pPr marL="171450" lvl="1" indent="-171450" algn="l" defTabSz="800100">
            <a:lnSpc>
              <a:spcPct val="90000"/>
            </a:lnSpc>
            <a:spcBef>
              <a:spcPct val="0"/>
            </a:spcBef>
            <a:spcAft>
              <a:spcPct val="15000"/>
            </a:spcAft>
            <a:buChar char="•"/>
          </a:pPr>
          <a:r>
            <a:rPr lang="en-US" sz="1800" kern="1200" dirty="0"/>
            <a:t>Image the brain, examine neurological data</a:t>
          </a:r>
        </a:p>
      </dsp:txBody>
      <dsp:txXfrm>
        <a:off x="2871919" y="906458"/>
        <a:ext cx="2519204" cy="2519910"/>
      </dsp:txXfrm>
    </dsp:sp>
  </dsp:spTree>
</dsp:drawing>
</file>

<file path=ppt/diagrams/drawing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3028E8D7-EA6F-4EA7-978A-43633D6AEAF6}">
      <dsp:nvSpPr>
        <dsp:cNvPr id="0" name=""/>
        <dsp:cNvSpPr/>
      </dsp:nvSpPr>
      <dsp:spPr>
        <a:xfrm>
          <a:off x="1238" y="473934"/>
          <a:ext cx="1423215" cy="711607"/>
        </a:xfrm>
        <a:prstGeom prst="roundRect">
          <a:avLst>
            <a:gd name="adj" fmla="val 10000"/>
          </a:avLst>
        </a:prstGeom>
        <a:solidFill>
          <a:schemeClr val="accent2">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1910" tIns="27940" rIns="41910" bIns="27940" numCol="1" spcCol="1270" anchor="ctr" anchorCtr="0">
          <a:noAutofit/>
        </a:bodyPr>
        <a:lstStyle/>
        <a:p>
          <a:pPr marL="0" lvl="0" indent="0" algn="ctr" defTabSz="977900">
            <a:lnSpc>
              <a:spcPct val="90000"/>
            </a:lnSpc>
            <a:spcBef>
              <a:spcPct val="0"/>
            </a:spcBef>
            <a:spcAft>
              <a:spcPct val="35000"/>
            </a:spcAft>
            <a:buNone/>
          </a:pPr>
          <a:r>
            <a:rPr lang="en-US" sz="2200" kern="1200" dirty="0"/>
            <a:t>Think like a human?</a:t>
          </a:r>
        </a:p>
      </dsp:txBody>
      <dsp:txXfrm>
        <a:off x="22080" y="494776"/>
        <a:ext cx="1381531" cy="669923"/>
      </dsp:txXfrm>
    </dsp:sp>
    <dsp:sp modelId="{0BCE1037-9706-410D-834A-ECEC4388E735}">
      <dsp:nvSpPr>
        <dsp:cNvPr id="0" name=""/>
        <dsp:cNvSpPr/>
      </dsp:nvSpPr>
      <dsp:spPr>
        <a:xfrm>
          <a:off x="1780257" y="473934"/>
          <a:ext cx="1423215" cy="711607"/>
        </a:xfrm>
        <a:prstGeom prst="roundRect">
          <a:avLst>
            <a:gd name="adj" fmla="val 10000"/>
          </a:avLst>
        </a:prstGeom>
        <a:solidFill>
          <a:schemeClr val="dk1">
            <a:alpha val="50000"/>
          </a:schemeClr>
        </a:solidFill>
        <a:ln>
          <a:noFill/>
        </a:ln>
        <a:effectLst/>
      </dsp:spPr>
      <dsp:style>
        <a:lnRef idx="0">
          <a:scrgbClr r="0" g="0" b="0"/>
        </a:lnRef>
        <a:fillRef idx="0">
          <a:scrgbClr r="0" g="0" b="0"/>
        </a:fillRef>
        <a:effectRef idx="0">
          <a:scrgbClr r="0" g="0" b="0"/>
        </a:effectRef>
        <a:fontRef idx="minor">
          <a:schemeClr val="lt1"/>
        </a:fontRef>
      </dsp:style>
      <dsp:txBody>
        <a:bodyPr spcFirstLastPara="0" vert="horz" wrap="square" lIns="41910" tIns="27940" rIns="41910" bIns="27940" numCol="1" spcCol="1270" anchor="ctr" anchorCtr="0">
          <a:noAutofit/>
        </a:bodyPr>
        <a:lstStyle/>
        <a:p>
          <a:pPr marL="0" lvl="0" indent="0" algn="ctr" defTabSz="977900">
            <a:lnSpc>
              <a:spcPct val="90000"/>
            </a:lnSpc>
            <a:spcBef>
              <a:spcPct val="0"/>
            </a:spcBef>
            <a:spcAft>
              <a:spcPct val="35000"/>
            </a:spcAft>
            <a:buNone/>
          </a:pPr>
          <a:r>
            <a:rPr lang="en-US" sz="2200" kern="1200" dirty="0"/>
            <a:t>Act like a human?</a:t>
          </a:r>
        </a:p>
      </dsp:txBody>
      <dsp:txXfrm>
        <a:off x="1801099" y="494776"/>
        <a:ext cx="1381531" cy="669923"/>
      </dsp:txXfrm>
    </dsp:sp>
    <dsp:sp modelId="{405FCD6E-D4E8-41FA-B6A2-E4BB402E06BE}">
      <dsp:nvSpPr>
        <dsp:cNvPr id="0" name=""/>
        <dsp:cNvSpPr/>
      </dsp:nvSpPr>
      <dsp:spPr>
        <a:xfrm>
          <a:off x="3559276" y="473934"/>
          <a:ext cx="1423215" cy="711607"/>
        </a:xfrm>
        <a:prstGeom prst="roundRect">
          <a:avLst>
            <a:gd name="adj" fmla="val 10000"/>
          </a:avLst>
        </a:prstGeom>
        <a:solidFill>
          <a:schemeClr val="dk1">
            <a:alpha val="50000"/>
          </a:schemeClr>
        </a:solidFill>
        <a:ln>
          <a:noFill/>
        </a:ln>
        <a:effectLst/>
      </dsp:spPr>
      <dsp:style>
        <a:lnRef idx="0">
          <a:scrgbClr r="0" g="0" b="0"/>
        </a:lnRef>
        <a:fillRef idx="0">
          <a:scrgbClr r="0" g="0" b="0"/>
        </a:fillRef>
        <a:effectRef idx="0">
          <a:scrgbClr r="0" g="0" b="0"/>
        </a:effectRef>
        <a:fontRef idx="minor">
          <a:schemeClr val="lt1"/>
        </a:fontRef>
      </dsp:style>
      <dsp:txBody>
        <a:bodyPr spcFirstLastPara="0" vert="horz" wrap="square" lIns="41910" tIns="27940" rIns="41910" bIns="27940" numCol="1" spcCol="1270" anchor="ctr" anchorCtr="0">
          <a:noAutofit/>
        </a:bodyPr>
        <a:lstStyle/>
        <a:p>
          <a:pPr marL="0" lvl="0" indent="0" algn="ctr" defTabSz="977900">
            <a:lnSpc>
              <a:spcPct val="90000"/>
            </a:lnSpc>
            <a:spcBef>
              <a:spcPct val="0"/>
            </a:spcBef>
            <a:spcAft>
              <a:spcPct val="35000"/>
            </a:spcAft>
            <a:buNone/>
          </a:pPr>
          <a:r>
            <a:rPr lang="en-US" sz="2200" kern="1200" dirty="0"/>
            <a:t>Think rationally?</a:t>
          </a:r>
        </a:p>
      </dsp:txBody>
      <dsp:txXfrm>
        <a:off x="3580118" y="494776"/>
        <a:ext cx="1381531" cy="669923"/>
      </dsp:txXfrm>
    </dsp:sp>
    <dsp:sp modelId="{8C5134CD-97C1-4A5D-8A99-397EA240E35C}">
      <dsp:nvSpPr>
        <dsp:cNvPr id="0" name=""/>
        <dsp:cNvSpPr/>
      </dsp:nvSpPr>
      <dsp:spPr>
        <a:xfrm>
          <a:off x="5338296" y="473934"/>
          <a:ext cx="1423215" cy="711607"/>
        </a:xfrm>
        <a:prstGeom prst="roundRect">
          <a:avLst>
            <a:gd name="adj" fmla="val 10000"/>
          </a:avLst>
        </a:prstGeom>
        <a:solidFill>
          <a:schemeClr val="dk1">
            <a:alpha val="50000"/>
          </a:schemeClr>
        </a:solidFill>
        <a:ln>
          <a:noFill/>
        </a:ln>
        <a:effectLst/>
      </dsp:spPr>
      <dsp:style>
        <a:lnRef idx="0">
          <a:scrgbClr r="0" g="0" b="0"/>
        </a:lnRef>
        <a:fillRef idx="0">
          <a:scrgbClr r="0" g="0" b="0"/>
        </a:fillRef>
        <a:effectRef idx="0">
          <a:scrgbClr r="0" g="0" b="0"/>
        </a:effectRef>
        <a:fontRef idx="minor">
          <a:schemeClr val="lt1"/>
        </a:fontRef>
      </dsp:style>
      <dsp:txBody>
        <a:bodyPr spcFirstLastPara="0" vert="horz" wrap="square" lIns="41910" tIns="27940" rIns="41910" bIns="27940" numCol="1" spcCol="1270" anchor="ctr" anchorCtr="0">
          <a:noAutofit/>
        </a:bodyPr>
        <a:lstStyle/>
        <a:p>
          <a:pPr marL="0" lvl="0" indent="0" algn="ctr" defTabSz="977900">
            <a:lnSpc>
              <a:spcPct val="90000"/>
            </a:lnSpc>
            <a:spcBef>
              <a:spcPct val="0"/>
            </a:spcBef>
            <a:spcAft>
              <a:spcPct val="35000"/>
            </a:spcAft>
            <a:buNone/>
          </a:pPr>
          <a:r>
            <a:rPr lang="en-US" sz="2200" kern="1200" dirty="0"/>
            <a:t>Act rationally?</a:t>
          </a:r>
        </a:p>
      </dsp:txBody>
      <dsp:txXfrm>
        <a:off x="5359138" y="494776"/>
        <a:ext cx="1381531" cy="669923"/>
      </dsp:txXfrm>
    </dsp:sp>
  </dsp:spTree>
</dsp:drawing>
</file>

<file path=ppt/diagrams/drawing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3028E8D7-EA6F-4EA7-978A-43633D6AEAF6}">
      <dsp:nvSpPr>
        <dsp:cNvPr id="0" name=""/>
        <dsp:cNvSpPr/>
      </dsp:nvSpPr>
      <dsp:spPr>
        <a:xfrm>
          <a:off x="1238" y="473934"/>
          <a:ext cx="1423215" cy="711607"/>
        </a:xfrm>
        <a:prstGeom prst="roundRect">
          <a:avLst>
            <a:gd name="adj" fmla="val 10000"/>
          </a:avLst>
        </a:prstGeom>
        <a:solidFill>
          <a:schemeClr val="dk1">
            <a:alpha val="50000"/>
          </a:schemeClr>
        </a:solidFill>
        <a:ln>
          <a:noFill/>
        </a:ln>
        <a:effectLst/>
      </dsp:spPr>
      <dsp:style>
        <a:lnRef idx="0">
          <a:scrgbClr r="0" g="0" b="0"/>
        </a:lnRef>
        <a:fillRef idx="0">
          <a:scrgbClr r="0" g="0" b="0"/>
        </a:fillRef>
        <a:effectRef idx="0">
          <a:scrgbClr r="0" g="0" b="0"/>
        </a:effectRef>
        <a:fontRef idx="minor">
          <a:schemeClr val="lt1"/>
        </a:fontRef>
      </dsp:style>
      <dsp:txBody>
        <a:bodyPr spcFirstLastPara="0" vert="horz" wrap="square" lIns="41910" tIns="27940" rIns="41910" bIns="27940" numCol="1" spcCol="1270" anchor="ctr" anchorCtr="0">
          <a:noAutofit/>
        </a:bodyPr>
        <a:lstStyle/>
        <a:p>
          <a:pPr marL="0" lvl="0" indent="0" algn="ctr" defTabSz="977900">
            <a:lnSpc>
              <a:spcPct val="90000"/>
            </a:lnSpc>
            <a:spcBef>
              <a:spcPct val="0"/>
            </a:spcBef>
            <a:spcAft>
              <a:spcPct val="35000"/>
            </a:spcAft>
            <a:buNone/>
          </a:pPr>
          <a:r>
            <a:rPr lang="en-US" sz="2200" kern="1200" dirty="0"/>
            <a:t>Think like a human?</a:t>
          </a:r>
        </a:p>
      </dsp:txBody>
      <dsp:txXfrm>
        <a:off x="22080" y="494776"/>
        <a:ext cx="1381531" cy="669923"/>
      </dsp:txXfrm>
    </dsp:sp>
    <dsp:sp modelId="{0BCE1037-9706-410D-834A-ECEC4388E735}">
      <dsp:nvSpPr>
        <dsp:cNvPr id="0" name=""/>
        <dsp:cNvSpPr/>
      </dsp:nvSpPr>
      <dsp:spPr>
        <a:xfrm>
          <a:off x="1780257" y="473934"/>
          <a:ext cx="1423215" cy="711607"/>
        </a:xfrm>
        <a:prstGeom prst="roundRect">
          <a:avLst>
            <a:gd name="adj" fmla="val 10000"/>
          </a:avLst>
        </a:prstGeom>
        <a:solidFill>
          <a:schemeClr val="accent6"/>
        </a:solidFill>
        <a:ln w="19050" cap="flat" cmpd="sng" algn="ctr">
          <a:solidFill>
            <a:schemeClr val="lt1"/>
          </a:solidFill>
          <a:prstDash val="solid"/>
          <a:miter lim="800000"/>
        </a:ln>
        <a:effectLst/>
      </dsp:spPr>
      <dsp:style>
        <a:lnRef idx="3">
          <a:schemeClr val="lt1"/>
        </a:lnRef>
        <a:fillRef idx="1">
          <a:schemeClr val="accent6"/>
        </a:fillRef>
        <a:effectRef idx="1">
          <a:schemeClr val="accent6"/>
        </a:effectRef>
        <a:fontRef idx="minor">
          <a:schemeClr val="lt1"/>
        </a:fontRef>
      </dsp:style>
      <dsp:txBody>
        <a:bodyPr spcFirstLastPara="0" vert="horz" wrap="square" lIns="41910" tIns="27940" rIns="41910" bIns="27940" numCol="1" spcCol="1270" anchor="ctr" anchorCtr="0">
          <a:noAutofit/>
        </a:bodyPr>
        <a:lstStyle/>
        <a:p>
          <a:pPr marL="0" lvl="0" indent="0" algn="ctr" defTabSz="977900">
            <a:lnSpc>
              <a:spcPct val="90000"/>
            </a:lnSpc>
            <a:spcBef>
              <a:spcPct val="0"/>
            </a:spcBef>
            <a:spcAft>
              <a:spcPct val="35000"/>
            </a:spcAft>
            <a:buNone/>
          </a:pPr>
          <a:r>
            <a:rPr lang="en-US" sz="2200" kern="1200" dirty="0"/>
            <a:t>Act like a human?</a:t>
          </a:r>
        </a:p>
      </dsp:txBody>
      <dsp:txXfrm>
        <a:off x="1801099" y="494776"/>
        <a:ext cx="1381531" cy="669923"/>
      </dsp:txXfrm>
    </dsp:sp>
    <dsp:sp modelId="{405FCD6E-D4E8-41FA-B6A2-E4BB402E06BE}">
      <dsp:nvSpPr>
        <dsp:cNvPr id="0" name=""/>
        <dsp:cNvSpPr/>
      </dsp:nvSpPr>
      <dsp:spPr>
        <a:xfrm>
          <a:off x="3559276" y="473934"/>
          <a:ext cx="1423215" cy="711607"/>
        </a:xfrm>
        <a:prstGeom prst="roundRect">
          <a:avLst>
            <a:gd name="adj" fmla="val 10000"/>
          </a:avLst>
        </a:prstGeom>
        <a:solidFill>
          <a:schemeClr val="dk1">
            <a:alpha val="50000"/>
          </a:schemeClr>
        </a:solidFill>
        <a:ln>
          <a:noFill/>
        </a:ln>
        <a:effectLst/>
      </dsp:spPr>
      <dsp:style>
        <a:lnRef idx="0">
          <a:scrgbClr r="0" g="0" b="0"/>
        </a:lnRef>
        <a:fillRef idx="0">
          <a:scrgbClr r="0" g="0" b="0"/>
        </a:fillRef>
        <a:effectRef idx="0">
          <a:scrgbClr r="0" g="0" b="0"/>
        </a:effectRef>
        <a:fontRef idx="minor">
          <a:schemeClr val="lt1"/>
        </a:fontRef>
      </dsp:style>
      <dsp:txBody>
        <a:bodyPr spcFirstLastPara="0" vert="horz" wrap="square" lIns="41910" tIns="27940" rIns="41910" bIns="27940" numCol="1" spcCol="1270" anchor="ctr" anchorCtr="0">
          <a:noAutofit/>
        </a:bodyPr>
        <a:lstStyle/>
        <a:p>
          <a:pPr marL="0" lvl="0" indent="0" algn="ctr" defTabSz="977900">
            <a:lnSpc>
              <a:spcPct val="90000"/>
            </a:lnSpc>
            <a:spcBef>
              <a:spcPct val="0"/>
            </a:spcBef>
            <a:spcAft>
              <a:spcPct val="35000"/>
            </a:spcAft>
            <a:buNone/>
          </a:pPr>
          <a:r>
            <a:rPr lang="en-US" sz="2200" kern="1200" dirty="0"/>
            <a:t>Think rationally?</a:t>
          </a:r>
        </a:p>
      </dsp:txBody>
      <dsp:txXfrm>
        <a:off x="3580118" y="494776"/>
        <a:ext cx="1381531" cy="669923"/>
      </dsp:txXfrm>
    </dsp:sp>
    <dsp:sp modelId="{8C5134CD-97C1-4A5D-8A99-397EA240E35C}">
      <dsp:nvSpPr>
        <dsp:cNvPr id="0" name=""/>
        <dsp:cNvSpPr/>
      </dsp:nvSpPr>
      <dsp:spPr>
        <a:xfrm>
          <a:off x="5338296" y="473934"/>
          <a:ext cx="1423215" cy="711607"/>
        </a:xfrm>
        <a:prstGeom prst="roundRect">
          <a:avLst>
            <a:gd name="adj" fmla="val 10000"/>
          </a:avLst>
        </a:prstGeom>
        <a:solidFill>
          <a:schemeClr val="dk1">
            <a:alpha val="50000"/>
          </a:schemeClr>
        </a:solidFill>
        <a:ln>
          <a:noFill/>
        </a:ln>
        <a:effectLst/>
      </dsp:spPr>
      <dsp:style>
        <a:lnRef idx="0">
          <a:scrgbClr r="0" g="0" b="0"/>
        </a:lnRef>
        <a:fillRef idx="0">
          <a:scrgbClr r="0" g="0" b="0"/>
        </a:fillRef>
        <a:effectRef idx="0">
          <a:scrgbClr r="0" g="0" b="0"/>
        </a:effectRef>
        <a:fontRef idx="minor">
          <a:schemeClr val="lt1"/>
        </a:fontRef>
      </dsp:style>
      <dsp:txBody>
        <a:bodyPr spcFirstLastPara="0" vert="horz" wrap="square" lIns="41910" tIns="27940" rIns="41910" bIns="27940" numCol="1" spcCol="1270" anchor="ctr" anchorCtr="0">
          <a:noAutofit/>
        </a:bodyPr>
        <a:lstStyle/>
        <a:p>
          <a:pPr marL="0" lvl="0" indent="0" algn="ctr" defTabSz="977900">
            <a:lnSpc>
              <a:spcPct val="90000"/>
            </a:lnSpc>
            <a:spcBef>
              <a:spcPct val="0"/>
            </a:spcBef>
            <a:spcAft>
              <a:spcPct val="35000"/>
            </a:spcAft>
            <a:buNone/>
          </a:pPr>
          <a:r>
            <a:rPr lang="en-US" sz="2200" kern="1200" dirty="0"/>
            <a:t>Act rationally?</a:t>
          </a:r>
        </a:p>
      </dsp:txBody>
      <dsp:txXfrm>
        <a:off x="5359138" y="494776"/>
        <a:ext cx="1381531" cy="669923"/>
      </dsp:txXfrm>
    </dsp:sp>
  </dsp:spTree>
</dsp:drawing>
</file>

<file path=ppt/diagrams/drawing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3028E8D7-EA6F-4EA7-978A-43633D6AEAF6}">
      <dsp:nvSpPr>
        <dsp:cNvPr id="0" name=""/>
        <dsp:cNvSpPr/>
      </dsp:nvSpPr>
      <dsp:spPr>
        <a:xfrm>
          <a:off x="1238" y="473934"/>
          <a:ext cx="1423215" cy="711607"/>
        </a:xfrm>
        <a:prstGeom prst="roundRect">
          <a:avLst>
            <a:gd name="adj" fmla="val 10000"/>
          </a:avLst>
        </a:prstGeom>
        <a:solidFill>
          <a:schemeClr val="dk1">
            <a:alpha val="50000"/>
          </a:schemeClr>
        </a:solidFill>
        <a:ln>
          <a:noFill/>
        </a:ln>
        <a:effectLst/>
      </dsp:spPr>
      <dsp:style>
        <a:lnRef idx="0">
          <a:scrgbClr r="0" g="0" b="0"/>
        </a:lnRef>
        <a:fillRef idx="0">
          <a:scrgbClr r="0" g="0" b="0"/>
        </a:fillRef>
        <a:effectRef idx="0">
          <a:scrgbClr r="0" g="0" b="0"/>
        </a:effectRef>
        <a:fontRef idx="minor">
          <a:schemeClr val="lt1"/>
        </a:fontRef>
      </dsp:style>
      <dsp:txBody>
        <a:bodyPr spcFirstLastPara="0" vert="horz" wrap="square" lIns="41910" tIns="27940" rIns="41910" bIns="27940" numCol="1" spcCol="1270" anchor="ctr" anchorCtr="0">
          <a:noAutofit/>
        </a:bodyPr>
        <a:lstStyle/>
        <a:p>
          <a:pPr marL="0" lvl="0" indent="0" algn="ctr" defTabSz="977900">
            <a:lnSpc>
              <a:spcPct val="90000"/>
            </a:lnSpc>
            <a:spcBef>
              <a:spcPct val="0"/>
            </a:spcBef>
            <a:spcAft>
              <a:spcPct val="35000"/>
            </a:spcAft>
            <a:buNone/>
          </a:pPr>
          <a:r>
            <a:rPr lang="en-US" sz="2200" kern="1200" dirty="0"/>
            <a:t>Think like a human?</a:t>
          </a:r>
        </a:p>
      </dsp:txBody>
      <dsp:txXfrm>
        <a:off x="22080" y="494776"/>
        <a:ext cx="1381531" cy="669923"/>
      </dsp:txXfrm>
    </dsp:sp>
    <dsp:sp modelId="{0BCE1037-9706-410D-834A-ECEC4388E735}">
      <dsp:nvSpPr>
        <dsp:cNvPr id="0" name=""/>
        <dsp:cNvSpPr/>
      </dsp:nvSpPr>
      <dsp:spPr>
        <a:xfrm>
          <a:off x="1780257" y="473934"/>
          <a:ext cx="1423215" cy="711607"/>
        </a:xfrm>
        <a:prstGeom prst="roundRect">
          <a:avLst>
            <a:gd name="adj" fmla="val 10000"/>
          </a:avLst>
        </a:prstGeom>
        <a:solidFill>
          <a:schemeClr val="dk1">
            <a:alpha val="50000"/>
          </a:schemeClr>
        </a:solidFill>
        <a:ln>
          <a:noFill/>
        </a:ln>
        <a:effectLst/>
      </dsp:spPr>
      <dsp:style>
        <a:lnRef idx="0">
          <a:scrgbClr r="0" g="0" b="0"/>
        </a:lnRef>
        <a:fillRef idx="0">
          <a:scrgbClr r="0" g="0" b="0"/>
        </a:fillRef>
        <a:effectRef idx="0">
          <a:scrgbClr r="0" g="0" b="0"/>
        </a:effectRef>
        <a:fontRef idx="minor">
          <a:schemeClr val="lt1"/>
        </a:fontRef>
      </dsp:style>
      <dsp:txBody>
        <a:bodyPr spcFirstLastPara="0" vert="horz" wrap="square" lIns="41910" tIns="27940" rIns="41910" bIns="27940" numCol="1" spcCol="1270" anchor="ctr" anchorCtr="0">
          <a:noAutofit/>
        </a:bodyPr>
        <a:lstStyle/>
        <a:p>
          <a:pPr marL="0" lvl="0" indent="0" algn="ctr" defTabSz="977900">
            <a:lnSpc>
              <a:spcPct val="90000"/>
            </a:lnSpc>
            <a:spcBef>
              <a:spcPct val="0"/>
            </a:spcBef>
            <a:spcAft>
              <a:spcPct val="35000"/>
            </a:spcAft>
            <a:buNone/>
          </a:pPr>
          <a:r>
            <a:rPr lang="en-US" sz="2200" kern="1200" dirty="0"/>
            <a:t>Act like a human?</a:t>
          </a:r>
        </a:p>
      </dsp:txBody>
      <dsp:txXfrm>
        <a:off x="1801099" y="494776"/>
        <a:ext cx="1381531" cy="669923"/>
      </dsp:txXfrm>
    </dsp:sp>
    <dsp:sp modelId="{405FCD6E-D4E8-41FA-B6A2-E4BB402E06BE}">
      <dsp:nvSpPr>
        <dsp:cNvPr id="0" name=""/>
        <dsp:cNvSpPr/>
      </dsp:nvSpPr>
      <dsp:spPr>
        <a:xfrm>
          <a:off x="3559276" y="473934"/>
          <a:ext cx="1423215" cy="711607"/>
        </a:xfrm>
        <a:prstGeom prst="roundRect">
          <a:avLst>
            <a:gd name="adj" fmla="val 10000"/>
          </a:avLst>
        </a:prstGeom>
        <a:solidFill>
          <a:schemeClr val="accent4"/>
        </a:solidFill>
        <a:ln w="19050" cap="flat" cmpd="sng" algn="ctr">
          <a:solidFill>
            <a:schemeClr val="lt1"/>
          </a:solidFill>
          <a:prstDash val="solid"/>
          <a:miter lim="800000"/>
        </a:ln>
        <a:effectLst/>
      </dsp:spPr>
      <dsp:style>
        <a:lnRef idx="3">
          <a:schemeClr val="lt1"/>
        </a:lnRef>
        <a:fillRef idx="1">
          <a:schemeClr val="accent4"/>
        </a:fillRef>
        <a:effectRef idx="1">
          <a:schemeClr val="accent4"/>
        </a:effectRef>
        <a:fontRef idx="minor">
          <a:schemeClr val="lt1"/>
        </a:fontRef>
      </dsp:style>
      <dsp:txBody>
        <a:bodyPr spcFirstLastPara="0" vert="horz" wrap="square" lIns="41910" tIns="27940" rIns="41910" bIns="27940" numCol="1" spcCol="1270" anchor="ctr" anchorCtr="0">
          <a:noAutofit/>
        </a:bodyPr>
        <a:lstStyle/>
        <a:p>
          <a:pPr marL="0" lvl="0" indent="0" algn="ctr" defTabSz="977900">
            <a:lnSpc>
              <a:spcPct val="90000"/>
            </a:lnSpc>
            <a:spcBef>
              <a:spcPct val="0"/>
            </a:spcBef>
            <a:spcAft>
              <a:spcPct val="35000"/>
            </a:spcAft>
            <a:buNone/>
          </a:pPr>
          <a:r>
            <a:rPr lang="en-US" sz="2200" kern="1200" dirty="0"/>
            <a:t>Think rationally?</a:t>
          </a:r>
        </a:p>
      </dsp:txBody>
      <dsp:txXfrm>
        <a:off x="3580118" y="494776"/>
        <a:ext cx="1381531" cy="669923"/>
      </dsp:txXfrm>
    </dsp:sp>
    <dsp:sp modelId="{8C5134CD-97C1-4A5D-8A99-397EA240E35C}">
      <dsp:nvSpPr>
        <dsp:cNvPr id="0" name=""/>
        <dsp:cNvSpPr/>
      </dsp:nvSpPr>
      <dsp:spPr>
        <a:xfrm>
          <a:off x="5338296" y="473934"/>
          <a:ext cx="1423215" cy="711607"/>
        </a:xfrm>
        <a:prstGeom prst="roundRect">
          <a:avLst>
            <a:gd name="adj" fmla="val 10000"/>
          </a:avLst>
        </a:prstGeom>
        <a:solidFill>
          <a:schemeClr val="dk1">
            <a:alpha val="50000"/>
          </a:schemeClr>
        </a:solidFill>
        <a:ln>
          <a:noFill/>
        </a:ln>
        <a:effectLst/>
      </dsp:spPr>
      <dsp:style>
        <a:lnRef idx="0">
          <a:scrgbClr r="0" g="0" b="0"/>
        </a:lnRef>
        <a:fillRef idx="0">
          <a:scrgbClr r="0" g="0" b="0"/>
        </a:fillRef>
        <a:effectRef idx="0">
          <a:scrgbClr r="0" g="0" b="0"/>
        </a:effectRef>
        <a:fontRef idx="minor">
          <a:schemeClr val="lt1"/>
        </a:fontRef>
      </dsp:style>
      <dsp:txBody>
        <a:bodyPr spcFirstLastPara="0" vert="horz" wrap="square" lIns="41910" tIns="27940" rIns="41910" bIns="27940" numCol="1" spcCol="1270" anchor="ctr" anchorCtr="0">
          <a:noAutofit/>
        </a:bodyPr>
        <a:lstStyle/>
        <a:p>
          <a:pPr marL="0" lvl="0" indent="0" algn="ctr" defTabSz="977900">
            <a:lnSpc>
              <a:spcPct val="90000"/>
            </a:lnSpc>
            <a:spcBef>
              <a:spcPct val="0"/>
            </a:spcBef>
            <a:spcAft>
              <a:spcPct val="35000"/>
            </a:spcAft>
            <a:buNone/>
          </a:pPr>
          <a:r>
            <a:rPr lang="en-US" sz="2200" kern="1200" dirty="0"/>
            <a:t>Act rationally?</a:t>
          </a:r>
        </a:p>
      </dsp:txBody>
      <dsp:txXfrm>
        <a:off x="5359138" y="494776"/>
        <a:ext cx="1381531" cy="669923"/>
      </dsp:txXfrm>
    </dsp:sp>
  </dsp:spTree>
</dsp:drawing>
</file>

<file path=ppt/diagrams/drawing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3028E8D7-EA6F-4EA7-978A-43633D6AEAF6}">
      <dsp:nvSpPr>
        <dsp:cNvPr id="0" name=""/>
        <dsp:cNvSpPr/>
      </dsp:nvSpPr>
      <dsp:spPr>
        <a:xfrm>
          <a:off x="1238" y="473934"/>
          <a:ext cx="1423215" cy="711607"/>
        </a:xfrm>
        <a:prstGeom prst="roundRect">
          <a:avLst>
            <a:gd name="adj" fmla="val 10000"/>
          </a:avLst>
        </a:prstGeom>
        <a:solidFill>
          <a:schemeClr val="dk1">
            <a:alpha val="50000"/>
          </a:schemeClr>
        </a:solidFill>
        <a:ln>
          <a:noFill/>
        </a:ln>
        <a:effectLst/>
      </dsp:spPr>
      <dsp:style>
        <a:lnRef idx="0">
          <a:scrgbClr r="0" g="0" b="0"/>
        </a:lnRef>
        <a:fillRef idx="0">
          <a:scrgbClr r="0" g="0" b="0"/>
        </a:fillRef>
        <a:effectRef idx="0">
          <a:scrgbClr r="0" g="0" b="0"/>
        </a:effectRef>
        <a:fontRef idx="minor">
          <a:schemeClr val="lt1"/>
        </a:fontRef>
      </dsp:style>
      <dsp:txBody>
        <a:bodyPr spcFirstLastPara="0" vert="horz" wrap="square" lIns="41910" tIns="27940" rIns="41910" bIns="27940" numCol="1" spcCol="1270" anchor="ctr" anchorCtr="0">
          <a:noAutofit/>
        </a:bodyPr>
        <a:lstStyle/>
        <a:p>
          <a:pPr marL="0" lvl="0" indent="0" algn="ctr" defTabSz="977900">
            <a:lnSpc>
              <a:spcPct val="90000"/>
            </a:lnSpc>
            <a:spcBef>
              <a:spcPct val="0"/>
            </a:spcBef>
            <a:spcAft>
              <a:spcPct val="35000"/>
            </a:spcAft>
            <a:buNone/>
          </a:pPr>
          <a:r>
            <a:rPr lang="en-US" sz="2200" kern="1200" dirty="0"/>
            <a:t>Think like a human?</a:t>
          </a:r>
        </a:p>
      </dsp:txBody>
      <dsp:txXfrm>
        <a:off x="22080" y="494776"/>
        <a:ext cx="1381531" cy="669923"/>
      </dsp:txXfrm>
    </dsp:sp>
    <dsp:sp modelId="{0BCE1037-9706-410D-834A-ECEC4388E735}">
      <dsp:nvSpPr>
        <dsp:cNvPr id="0" name=""/>
        <dsp:cNvSpPr/>
      </dsp:nvSpPr>
      <dsp:spPr>
        <a:xfrm>
          <a:off x="1780257" y="473934"/>
          <a:ext cx="1423215" cy="711607"/>
        </a:xfrm>
        <a:prstGeom prst="roundRect">
          <a:avLst>
            <a:gd name="adj" fmla="val 10000"/>
          </a:avLst>
        </a:prstGeom>
        <a:solidFill>
          <a:schemeClr val="dk1">
            <a:alpha val="50000"/>
          </a:schemeClr>
        </a:solidFill>
        <a:ln>
          <a:noFill/>
        </a:ln>
        <a:effectLst/>
      </dsp:spPr>
      <dsp:style>
        <a:lnRef idx="0">
          <a:scrgbClr r="0" g="0" b="0"/>
        </a:lnRef>
        <a:fillRef idx="0">
          <a:scrgbClr r="0" g="0" b="0"/>
        </a:fillRef>
        <a:effectRef idx="0">
          <a:scrgbClr r="0" g="0" b="0"/>
        </a:effectRef>
        <a:fontRef idx="minor">
          <a:schemeClr val="lt1"/>
        </a:fontRef>
      </dsp:style>
      <dsp:txBody>
        <a:bodyPr spcFirstLastPara="0" vert="horz" wrap="square" lIns="41910" tIns="27940" rIns="41910" bIns="27940" numCol="1" spcCol="1270" anchor="ctr" anchorCtr="0">
          <a:noAutofit/>
        </a:bodyPr>
        <a:lstStyle/>
        <a:p>
          <a:pPr marL="0" lvl="0" indent="0" algn="ctr" defTabSz="977900">
            <a:lnSpc>
              <a:spcPct val="90000"/>
            </a:lnSpc>
            <a:spcBef>
              <a:spcPct val="0"/>
            </a:spcBef>
            <a:spcAft>
              <a:spcPct val="35000"/>
            </a:spcAft>
            <a:buNone/>
          </a:pPr>
          <a:r>
            <a:rPr lang="en-US" sz="2200" kern="1200" dirty="0"/>
            <a:t>Act like a human?</a:t>
          </a:r>
        </a:p>
      </dsp:txBody>
      <dsp:txXfrm>
        <a:off x="1801099" y="494776"/>
        <a:ext cx="1381531" cy="669923"/>
      </dsp:txXfrm>
    </dsp:sp>
    <dsp:sp modelId="{405FCD6E-D4E8-41FA-B6A2-E4BB402E06BE}">
      <dsp:nvSpPr>
        <dsp:cNvPr id="0" name=""/>
        <dsp:cNvSpPr/>
      </dsp:nvSpPr>
      <dsp:spPr>
        <a:xfrm>
          <a:off x="3559276" y="473934"/>
          <a:ext cx="1423215" cy="711607"/>
        </a:xfrm>
        <a:prstGeom prst="roundRect">
          <a:avLst>
            <a:gd name="adj" fmla="val 10000"/>
          </a:avLst>
        </a:prstGeom>
        <a:solidFill>
          <a:schemeClr val="dk1">
            <a:alpha val="50000"/>
          </a:schemeClr>
        </a:solidFill>
        <a:ln>
          <a:noFill/>
        </a:ln>
        <a:effectLst/>
      </dsp:spPr>
      <dsp:style>
        <a:lnRef idx="0">
          <a:scrgbClr r="0" g="0" b="0"/>
        </a:lnRef>
        <a:fillRef idx="0">
          <a:scrgbClr r="0" g="0" b="0"/>
        </a:fillRef>
        <a:effectRef idx="0">
          <a:scrgbClr r="0" g="0" b="0"/>
        </a:effectRef>
        <a:fontRef idx="minor">
          <a:schemeClr val="lt1"/>
        </a:fontRef>
      </dsp:style>
      <dsp:txBody>
        <a:bodyPr spcFirstLastPara="0" vert="horz" wrap="square" lIns="41910" tIns="27940" rIns="41910" bIns="27940" numCol="1" spcCol="1270" anchor="ctr" anchorCtr="0">
          <a:noAutofit/>
        </a:bodyPr>
        <a:lstStyle/>
        <a:p>
          <a:pPr marL="0" lvl="0" indent="0" algn="ctr" defTabSz="977900">
            <a:lnSpc>
              <a:spcPct val="90000"/>
            </a:lnSpc>
            <a:spcBef>
              <a:spcPct val="0"/>
            </a:spcBef>
            <a:spcAft>
              <a:spcPct val="35000"/>
            </a:spcAft>
            <a:buNone/>
          </a:pPr>
          <a:r>
            <a:rPr lang="en-US" sz="2200" kern="1200" dirty="0"/>
            <a:t>Think rationally?</a:t>
          </a:r>
        </a:p>
      </dsp:txBody>
      <dsp:txXfrm>
        <a:off x="3580118" y="494776"/>
        <a:ext cx="1381531" cy="669923"/>
      </dsp:txXfrm>
    </dsp:sp>
    <dsp:sp modelId="{8C5134CD-97C1-4A5D-8A99-397EA240E35C}">
      <dsp:nvSpPr>
        <dsp:cNvPr id="0" name=""/>
        <dsp:cNvSpPr/>
      </dsp:nvSpPr>
      <dsp:spPr>
        <a:xfrm>
          <a:off x="5338296" y="473934"/>
          <a:ext cx="1423215" cy="711607"/>
        </a:xfrm>
        <a:prstGeom prst="roundRect">
          <a:avLst>
            <a:gd name="adj" fmla="val 10000"/>
          </a:avLst>
        </a:prstGeom>
        <a:solidFill>
          <a:schemeClr val="accent5"/>
        </a:solidFill>
        <a:ln w="19050" cap="flat" cmpd="sng" algn="ctr">
          <a:solidFill>
            <a:schemeClr val="lt1"/>
          </a:solidFill>
          <a:prstDash val="solid"/>
          <a:miter lim="800000"/>
        </a:ln>
        <a:effectLst/>
      </dsp:spPr>
      <dsp:style>
        <a:lnRef idx="3">
          <a:schemeClr val="lt1"/>
        </a:lnRef>
        <a:fillRef idx="1">
          <a:schemeClr val="accent5"/>
        </a:fillRef>
        <a:effectRef idx="1">
          <a:schemeClr val="accent5"/>
        </a:effectRef>
        <a:fontRef idx="minor">
          <a:schemeClr val="lt1"/>
        </a:fontRef>
      </dsp:style>
      <dsp:txBody>
        <a:bodyPr spcFirstLastPara="0" vert="horz" wrap="square" lIns="41910" tIns="27940" rIns="41910" bIns="27940" numCol="1" spcCol="1270" anchor="ctr" anchorCtr="0">
          <a:noAutofit/>
        </a:bodyPr>
        <a:lstStyle/>
        <a:p>
          <a:pPr marL="0" lvl="0" indent="0" algn="ctr" defTabSz="977900">
            <a:lnSpc>
              <a:spcPct val="90000"/>
            </a:lnSpc>
            <a:spcBef>
              <a:spcPct val="0"/>
            </a:spcBef>
            <a:spcAft>
              <a:spcPct val="35000"/>
            </a:spcAft>
            <a:buNone/>
          </a:pPr>
          <a:r>
            <a:rPr lang="en-US" sz="2200" kern="1200" dirty="0"/>
            <a:t>Act rationally?</a:t>
          </a:r>
        </a:p>
      </dsp:txBody>
      <dsp:txXfrm>
        <a:off x="5359138" y="494776"/>
        <a:ext cx="1381531" cy="669923"/>
      </dsp:txXfrm>
    </dsp:sp>
  </dsp:spTree>
</dsp:drawing>
</file>

<file path=ppt/diagrams/drawing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3028E8D7-EA6F-4EA7-978A-43633D6AEAF6}">
      <dsp:nvSpPr>
        <dsp:cNvPr id="0" name=""/>
        <dsp:cNvSpPr/>
      </dsp:nvSpPr>
      <dsp:spPr>
        <a:xfrm>
          <a:off x="1238" y="1819865"/>
          <a:ext cx="1423215" cy="711607"/>
        </a:xfrm>
        <a:prstGeom prst="roundRect">
          <a:avLst>
            <a:gd name="adj" fmla="val 10000"/>
          </a:avLst>
        </a:prstGeom>
        <a:solidFill>
          <a:schemeClr val="accent2">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1910" tIns="27940" rIns="41910" bIns="27940" numCol="1" spcCol="1270" anchor="ctr" anchorCtr="0">
          <a:noAutofit/>
        </a:bodyPr>
        <a:lstStyle/>
        <a:p>
          <a:pPr marL="0" lvl="0" indent="0" algn="ctr" defTabSz="977900">
            <a:lnSpc>
              <a:spcPct val="90000"/>
            </a:lnSpc>
            <a:spcBef>
              <a:spcPct val="0"/>
            </a:spcBef>
            <a:spcAft>
              <a:spcPct val="35000"/>
            </a:spcAft>
            <a:buNone/>
          </a:pPr>
          <a:r>
            <a:rPr lang="en-US" sz="2200" kern="1200" dirty="0"/>
            <a:t>think like a human?</a:t>
          </a:r>
        </a:p>
      </dsp:txBody>
      <dsp:txXfrm>
        <a:off x="22080" y="1840707"/>
        <a:ext cx="1381531" cy="669923"/>
      </dsp:txXfrm>
    </dsp:sp>
    <dsp:sp modelId="{0BCE1037-9706-410D-834A-ECEC4388E735}">
      <dsp:nvSpPr>
        <dsp:cNvPr id="0" name=""/>
        <dsp:cNvSpPr/>
      </dsp:nvSpPr>
      <dsp:spPr>
        <a:xfrm>
          <a:off x="1780257" y="1819865"/>
          <a:ext cx="1423215" cy="711607"/>
        </a:xfrm>
        <a:prstGeom prst="roundRect">
          <a:avLst>
            <a:gd name="adj" fmla="val 10000"/>
          </a:avLst>
        </a:prstGeom>
        <a:solidFill>
          <a:schemeClr val="accent3">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1910" tIns="27940" rIns="41910" bIns="27940" numCol="1" spcCol="1270" anchor="ctr" anchorCtr="0">
          <a:noAutofit/>
        </a:bodyPr>
        <a:lstStyle/>
        <a:p>
          <a:pPr marL="0" lvl="0" indent="0" algn="ctr" defTabSz="977900">
            <a:lnSpc>
              <a:spcPct val="90000"/>
            </a:lnSpc>
            <a:spcBef>
              <a:spcPct val="0"/>
            </a:spcBef>
            <a:spcAft>
              <a:spcPct val="35000"/>
            </a:spcAft>
            <a:buNone/>
          </a:pPr>
          <a:r>
            <a:rPr lang="en-US" sz="2200" kern="1200" dirty="0"/>
            <a:t>act like a human?</a:t>
          </a:r>
        </a:p>
      </dsp:txBody>
      <dsp:txXfrm>
        <a:off x="1801099" y="1840707"/>
        <a:ext cx="1381531" cy="669923"/>
      </dsp:txXfrm>
    </dsp:sp>
    <dsp:sp modelId="{405FCD6E-D4E8-41FA-B6A2-E4BB402E06BE}">
      <dsp:nvSpPr>
        <dsp:cNvPr id="0" name=""/>
        <dsp:cNvSpPr/>
      </dsp:nvSpPr>
      <dsp:spPr>
        <a:xfrm>
          <a:off x="3559276" y="1819865"/>
          <a:ext cx="1423215" cy="711607"/>
        </a:xfrm>
        <a:prstGeom prst="roundRect">
          <a:avLst>
            <a:gd name="adj" fmla="val 10000"/>
          </a:avLst>
        </a:prstGeom>
        <a:solidFill>
          <a:schemeClr val="accent4">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1910" tIns="27940" rIns="41910" bIns="27940" numCol="1" spcCol="1270" anchor="ctr" anchorCtr="0">
          <a:noAutofit/>
        </a:bodyPr>
        <a:lstStyle/>
        <a:p>
          <a:pPr marL="0" lvl="0" indent="0" algn="ctr" defTabSz="977900">
            <a:lnSpc>
              <a:spcPct val="90000"/>
            </a:lnSpc>
            <a:spcBef>
              <a:spcPct val="0"/>
            </a:spcBef>
            <a:spcAft>
              <a:spcPct val="35000"/>
            </a:spcAft>
            <a:buNone/>
          </a:pPr>
          <a:r>
            <a:rPr lang="en-US" sz="2200" kern="1200" dirty="0"/>
            <a:t>think rationally?</a:t>
          </a:r>
        </a:p>
      </dsp:txBody>
      <dsp:txXfrm>
        <a:off x="3580118" y="1840707"/>
        <a:ext cx="1381531" cy="669923"/>
      </dsp:txXfrm>
    </dsp:sp>
    <dsp:sp modelId="{8C5134CD-97C1-4A5D-8A99-397EA240E35C}">
      <dsp:nvSpPr>
        <dsp:cNvPr id="0" name=""/>
        <dsp:cNvSpPr/>
      </dsp:nvSpPr>
      <dsp:spPr>
        <a:xfrm>
          <a:off x="5338296" y="1819865"/>
          <a:ext cx="1423215" cy="711607"/>
        </a:xfrm>
        <a:prstGeom prst="roundRect">
          <a:avLst>
            <a:gd name="adj" fmla="val 10000"/>
          </a:avLst>
        </a:prstGeom>
        <a:solidFill>
          <a:schemeClr val="accent5">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1910" tIns="27940" rIns="41910" bIns="27940" numCol="1" spcCol="1270" anchor="ctr" anchorCtr="0">
          <a:noAutofit/>
        </a:bodyPr>
        <a:lstStyle/>
        <a:p>
          <a:pPr marL="0" lvl="0" indent="0" algn="ctr" defTabSz="977900">
            <a:lnSpc>
              <a:spcPct val="90000"/>
            </a:lnSpc>
            <a:spcBef>
              <a:spcPct val="0"/>
            </a:spcBef>
            <a:spcAft>
              <a:spcPct val="35000"/>
            </a:spcAft>
            <a:buNone/>
          </a:pPr>
          <a:r>
            <a:rPr lang="en-US" sz="2200" b="1" kern="1200" dirty="0"/>
            <a:t>act rationally.</a:t>
          </a:r>
        </a:p>
      </dsp:txBody>
      <dsp:txXfrm>
        <a:off x="5359138" y="1840707"/>
        <a:ext cx="1381531" cy="669923"/>
      </dsp:txXfrm>
    </dsp:sp>
  </dsp:spTree>
</dsp:drawing>
</file>

<file path=ppt/diagrams/drawing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7C226BB9-CDAD-4EE8-A26D-FB33BB156E66}">
      <dsp:nvSpPr>
        <dsp:cNvPr id="0" name=""/>
        <dsp:cNvSpPr/>
      </dsp:nvSpPr>
      <dsp:spPr>
        <a:xfrm>
          <a:off x="0" y="0"/>
          <a:ext cx="7859028" cy="1308760"/>
        </a:xfrm>
        <a:prstGeom prst="roundRect">
          <a:avLst>
            <a:gd name="adj" fmla="val 10000"/>
          </a:avLst>
        </a:prstGeom>
        <a:solidFill>
          <a:schemeClr val="accent2">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4F4B6071-2E29-45D8-9CBA-FB50358262F1}">
      <dsp:nvSpPr>
        <dsp:cNvPr id="0" name=""/>
        <dsp:cNvSpPr/>
      </dsp:nvSpPr>
      <dsp:spPr>
        <a:xfrm>
          <a:off x="395900" y="298884"/>
          <a:ext cx="720521" cy="719818"/>
        </a:xfrm>
        <a:prstGeom prst="rect">
          <a:avLst/>
        </a:prstGeom>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1"/>
              </a:ext>
            </a:extLst>
          </a:blip>
          <a:stretch>
            <a:fillRect/>
          </a:stretch>
        </a:blip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11B7E679-A899-4BE4-9143-994A39BCF967}">
      <dsp:nvSpPr>
        <dsp:cNvPr id="0" name=""/>
        <dsp:cNvSpPr/>
      </dsp:nvSpPr>
      <dsp:spPr>
        <a:xfrm>
          <a:off x="1512322" y="4413"/>
          <a:ext cx="3536562" cy="131003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38646" tIns="138646" rIns="138646" bIns="138646" numCol="1" spcCol="1270" anchor="ctr" anchorCtr="0">
          <a:noAutofit/>
        </a:bodyPr>
        <a:lstStyle/>
        <a:p>
          <a:pPr marL="0" lvl="0" indent="0" algn="l" defTabSz="889000">
            <a:lnSpc>
              <a:spcPct val="90000"/>
            </a:lnSpc>
            <a:spcBef>
              <a:spcPct val="0"/>
            </a:spcBef>
            <a:spcAft>
              <a:spcPct val="35000"/>
            </a:spcAft>
            <a:buNone/>
          </a:pPr>
          <a:r>
            <a:rPr lang="en-US" sz="2000" b="1" kern="1200" dirty="0"/>
            <a:t>Symbolic AI (classical AI)</a:t>
          </a:r>
          <a:br>
            <a:rPr lang="en-US" sz="1700" b="1" kern="1200" dirty="0"/>
          </a:br>
          <a:r>
            <a:rPr lang="en-US" sz="1700" b="0" kern="1200" dirty="0"/>
            <a:t>St</a:t>
          </a:r>
          <a:r>
            <a:rPr lang="en-US" sz="1700" kern="1200" dirty="0"/>
            <a:t>ore information as explicit facts, objects, and logical rules. Often engineered by humans.</a:t>
          </a:r>
        </a:p>
      </dsp:txBody>
      <dsp:txXfrm>
        <a:off x="1512322" y="4413"/>
        <a:ext cx="3536562" cy="1310039"/>
      </dsp:txXfrm>
    </dsp:sp>
    <dsp:sp modelId="{FE76BB01-C6C5-4EA3-8463-563F4BF12B7F}">
      <dsp:nvSpPr>
        <dsp:cNvPr id="0" name=""/>
        <dsp:cNvSpPr/>
      </dsp:nvSpPr>
      <dsp:spPr>
        <a:xfrm>
          <a:off x="5048884" y="4413"/>
          <a:ext cx="2689871" cy="130876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38510" tIns="138510" rIns="138510" bIns="138510" numCol="1" spcCol="1270" anchor="ctr" anchorCtr="0">
          <a:noAutofit/>
        </a:bodyPr>
        <a:lstStyle/>
        <a:p>
          <a:pPr marL="0" lvl="0" indent="0" algn="l" defTabSz="622300">
            <a:lnSpc>
              <a:spcPct val="90000"/>
            </a:lnSpc>
            <a:spcBef>
              <a:spcPct val="0"/>
            </a:spcBef>
            <a:spcAft>
              <a:spcPct val="35000"/>
            </a:spcAft>
            <a:buNone/>
          </a:pPr>
          <a:r>
            <a:rPr lang="en-US" sz="1400" b="1" kern="1200" dirty="0"/>
            <a:t>Reasoning</a:t>
          </a:r>
        </a:p>
        <a:p>
          <a:pPr marL="0" lvl="0" indent="0" algn="l" defTabSz="622300">
            <a:lnSpc>
              <a:spcPct val="90000"/>
            </a:lnSpc>
            <a:spcBef>
              <a:spcPct val="0"/>
            </a:spcBef>
            <a:spcAft>
              <a:spcPct val="35000"/>
            </a:spcAft>
            <a:buNone/>
          </a:pPr>
          <a:r>
            <a:rPr lang="en-US" sz="1400" kern="1200" dirty="0"/>
            <a:t>- Search, planning</a:t>
          </a:r>
        </a:p>
        <a:p>
          <a:pPr marL="0" lvl="0" indent="0" algn="l" defTabSz="622300">
            <a:lnSpc>
              <a:spcPct val="90000"/>
            </a:lnSpc>
            <a:spcBef>
              <a:spcPct val="0"/>
            </a:spcBef>
            <a:spcAft>
              <a:spcPct val="35000"/>
            </a:spcAft>
            <a:buFont typeface="Arial" panose="020B0604020202020204" pitchFamily="34" charset="0"/>
            <a:buNone/>
          </a:pPr>
          <a:r>
            <a:rPr lang="en-US" sz="1400" kern="1200" dirty="0"/>
            <a:t>- Bayesian reasoning</a:t>
          </a:r>
        </a:p>
        <a:p>
          <a:pPr marL="0" lvl="0" indent="0" algn="l" defTabSz="622300">
            <a:lnSpc>
              <a:spcPct val="90000"/>
            </a:lnSpc>
            <a:spcBef>
              <a:spcPct val="0"/>
            </a:spcBef>
            <a:spcAft>
              <a:spcPct val="35000"/>
            </a:spcAft>
            <a:buFont typeface="Arial" panose="020B0604020202020204" pitchFamily="34" charset="0"/>
            <a:buNone/>
          </a:pPr>
          <a:r>
            <a:rPr lang="en-US" sz="1400" kern="1200" dirty="0"/>
            <a:t>- Classical machine learning (e.g., - decision trees)</a:t>
          </a:r>
        </a:p>
      </dsp:txBody>
      <dsp:txXfrm>
        <a:off x="5048884" y="4413"/>
        <a:ext cx="2689871" cy="1308760"/>
      </dsp:txXfrm>
    </dsp:sp>
    <dsp:sp modelId="{6B5A0394-11B7-460A-B4FD-D7A080440BD8}">
      <dsp:nvSpPr>
        <dsp:cNvPr id="0" name=""/>
        <dsp:cNvSpPr/>
      </dsp:nvSpPr>
      <dsp:spPr>
        <a:xfrm>
          <a:off x="0" y="1605573"/>
          <a:ext cx="7859028" cy="1308760"/>
        </a:xfrm>
        <a:prstGeom prst="roundRect">
          <a:avLst>
            <a:gd name="adj" fmla="val 10000"/>
          </a:avLst>
        </a:prstGeom>
        <a:solidFill>
          <a:schemeClr val="accent3">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1B019230-D9C2-45C4-9195-DBEB44D77775}">
      <dsp:nvSpPr>
        <dsp:cNvPr id="0" name=""/>
        <dsp:cNvSpPr/>
      </dsp:nvSpPr>
      <dsp:spPr>
        <a:xfrm>
          <a:off x="395900" y="1900044"/>
          <a:ext cx="720521" cy="719818"/>
        </a:xfrm>
        <a:prstGeom prst="rect">
          <a:avLst/>
        </a:prstGeom>
        <a:blipFill>
          <a:blip xmlns:r="http://schemas.openxmlformats.org/officeDocument/2006/relationships">
            <a:extLst>
              <a:ext uri="{96DAC541-7B7A-43D3-8B79-37D633B846F1}">
                <asvg:svgBlip xmlns:asvg="http://schemas.microsoft.com/office/drawing/2016/SVG/main" r:embed="rId2"/>
              </a:ext>
            </a:extLst>
          </a:blip>
          <a:srcRect/>
          <a:stretch>
            <a:fillRect/>
          </a:stretch>
        </a:blip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6FA81C2E-3D00-41EC-8131-19FC6D1A6E27}">
      <dsp:nvSpPr>
        <dsp:cNvPr id="0" name=""/>
        <dsp:cNvSpPr/>
      </dsp:nvSpPr>
      <dsp:spPr>
        <a:xfrm>
          <a:off x="1512322" y="1605573"/>
          <a:ext cx="3536562" cy="131003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38646" tIns="138646" rIns="138646" bIns="138646" numCol="1" spcCol="1270" anchor="ctr" anchorCtr="0">
          <a:noAutofit/>
        </a:bodyPr>
        <a:lstStyle/>
        <a:p>
          <a:pPr marL="0" lvl="0" indent="0" algn="l" defTabSz="889000">
            <a:lnSpc>
              <a:spcPct val="90000"/>
            </a:lnSpc>
            <a:spcBef>
              <a:spcPct val="0"/>
            </a:spcBef>
            <a:spcAft>
              <a:spcPct val="35000"/>
            </a:spcAft>
            <a:buNone/>
          </a:pPr>
          <a:r>
            <a:rPr lang="en-US" sz="2000" b="1" kern="1200" dirty="0" err="1"/>
            <a:t>Subsymbolic</a:t>
          </a:r>
          <a:r>
            <a:rPr lang="en-US" sz="2000" b="1" kern="1200" dirty="0"/>
            <a:t> AI</a:t>
          </a:r>
          <a:br>
            <a:rPr lang="en-US" sz="2000" b="1" kern="1200" dirty="0"/>
          </a:br>
          <a:r>
            <a:rPr lang="en-US" sz="1600" kern="1200" dirty="0"/>
            <a:t>Operate below the level of individual symbols. Store information as small mathematical equations (weights). Train on massive data sets.</a:t>
          </a:r>
        </a:p>
      </dsp:txBody>
      <dsp:txXfrm>
        <a:off x="1512322" y="1605573"/>
        <a:ext cx="3536562" cy="1310039"/>
      </dsp:txXfrm>
    </dsp:sp>
    <dsp:sp modelId="{2B219972-CD5D-4206-A377-9B509C923936}">
      <dsp:nvSpPr>
        <dsp:cNvPr id="0" name=""/>
        <dsp:cNvSpPr/>
      </dsp:nvSpPr>
      <dsp:spPr>
        <a:xfrm>
          <a:off x="5048884" y="1605573"/>
          <a:ext cx="2689871" cy="130876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38510" tIns="138510" rIns="138510" bIns="138510" numCol="1" spcCol="1270" anchor="ctr" anchorCtr="0">
          <a:noAutofit/>
        </a:bodyPr>
        <a:lstStyle/>
        <a:p>
          <a:pPr marL="0" lvl="0" indent="0" algn="l" defTabSz="800100">
            <a:lnSpc>
              <a:spcPct val="90000"/>
            </a:lnSpc>
            <a:spcBef>
              <a:spcPct val="0"/>
            </a:spcBef>
            <a:spcAft>
              <a:spcPct val="35000"/>
            </a:spcAft>
            <a:buNone/>
          </a:pPr>
          <a:r>
            <a:rPr lang="en-US" sz="1800" b="1" kern="1200" dirty="0"/>
            <a:t>Perception</a:t>
          </a:r>
        </a:p>
        <a:p>
          <a:pPr marL="0" lvl="0" indent="0" algn="l" defTabSz="800100">
            <a:lnSpc>
              <a:spcPct val="90000"/>
            </a:lnSpc>
            <a:spcBef>
              <a:spcPct val="0"/>
            </a:spcBef>
            <a:spcAft>
              <a:spcPct val="35000"/>
            </a:spcAft>
            <a:buNone/>
          </a:pPr>
          <a:r>
            <a:rPr lang="en-US" sz="1800" kern="1200" dirty="0"/>
            <a:t>- Artificial neural nets</a:t>
          </a:r>
        </a:p>
        <a:p>
          <a:pPr marL="0" lvl="0" indent="0" algn="l" defTabSz="800100">
            <a:lnSpc>
              <a:spcPct val="90000"/>
            </a:lnSpc>
            <a:spcBef>
              <a:spcPct val="0"/>
            </a:spcBef>
            <a:spcAft>
              <a:spcPct val="35000"/>
            </a:spcAft>
            <a:buNone/>
          </a:pPr>
          <a:r>
            <a:rPr lang="en-US" sz="1800" kern="1200" dirty="0"/>
            <a:t>- Deep learning</a:t>
          </a:r>
        </a:p>
      </dsp:txBody>
      <dsp:txXfrm>
        <a:off x="5048884" y="1605573"/>
        <a:ext cx="2689871" cy="1308760"/>
      </dsp:txXfrm>
    </dsp:sp>
    <dsp:sp modelId="{530BB4A2-B0E4-4B86-8525-887F97420646}">
      <dsp:nvSpPr>
        <dsp:cNvPr id="0" name=""/>
        <dsp:cNvSpPr/>
      </dsp:nvSpPr>
      <dsp:spPr>
        <a:xfrm>
          <a:off x="0" y="3196891"/>
          <a:ext cx="7859028" cy="1308760"/>
        </a:xfrm>
        <a:prstGeom prst="roundRect">
          <a:avLst>
            <a:gd name="adj" fmla="val 10000"/>
          </a:avLst>
        </a:prstGeom>
        <a:solidFill>
          <a:schemeClr val="accent4">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48DBB835-9005-4E49-9303-295B8153D6E5}">
      <dsp:nvSpPr>
        <dsp:cNvPr id="0" name=""/>
        <dsp:cNvSpPr/>
      </dsp:nvSpPr>
      <dsp:spPr>
        <a:xfrm>
          <a:off x="395900" y="3501204"/>
          <a:ext cx="720521" cy="719818"/>
        </a:xfrm>
        <a:prstGeom prst="rect">
          <a:avLst/>
        </a:prstGeom>
        <a:blipFill>
          <a:blip xmlns:r="http://schemas.openxmlformats.org/officeDocument/2006/relationships">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a:blip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AB21EC53-F58E-452A-9058-C1278C38378F}">
      <dsp:nvSpPr>
        <dsp:cNvPr id="0" name=""/>
        <dsp:cNvSpPr/>
      </dsp:nvSpPr>
      <dsp:spPr>
        <a:xfrm>
          <a:off x="1512322" y="3206732"/>
          <a:ext cx="6226433" cy="131003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38646" tIns="138646" rIns="138646" bIns="138646" numCol="1" spcCol="1270" anchor="ctr" anchorCtr="0">
          <a:noAutofit/>
        </a:bodyPr>
        <a:lstStyle/>
        <a:p>
          <a:pPr marL="0" lvl="0" indent="0" algn="l" defTabSz="1022350">
            <a:lnSpc>
              <a:spcPct val="90000"/>
            </a:lnSpc>
            <a:spcBef>
              <a:spcPct val="0"/>
            </a:spcBef>
            <a:spcAft>
              <a:spcPct val="35000"/>
            </a:spcAft>
            <a:buNone/>
          </a:pPr>
          <a:r>
            <a:rPr lang="en-US" sz="2300" b="1" kern="1200" dirty="0" err="1"/>
            <a:t>Neurosymbolic</a:t>
          </a:r>
          <a:r>
            <a:rPr lang="en-US" sz="2300" b="1" kern="1200" dirty="0"/>
            <a:t> (modern) AI</a:t>
          </a:r>
          <a:br>
            <a:rPr lang="en-US" sz="2300" b="1" kern="1200" dirty="0"/>
          </a:br>
          <a:r>
            <a:rPr lang="en-US" sz="1800" kern="1200" dirty="0"/>
            <a:t>combines neural networks with planning and search.</a:t>
          </a:r>
          <a:endParaRPr lang="en-US" sz="2300" kern="1200" dirty="0"/>
        </a:p>
      </dsp:txBody>
      <dsp:txXfrm>
        <a:off x="1512322" y="3206732"/>
        <a:ext cx="6226433" cy="1310039"/>
      </dsp:txXfrm>
    </dsp:sp>
  </dsp:spTree>
</dsp:drawing>
</file>

<file path=ppt/diagrams/drawing1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74A73B27-D4F4-4730-89C6-C8B26EEB89F9}">
      <dsp:nvSpPr>
        <dsp:cNvPr id="0" name=""/>
        <dsp:cNvSpPr/>
      </dsp:nvSpPr>
      <dsp:spPr>
        <a:xfrm rot="10800000">
          <a:off x="4017" y="1242336"/>
          <a:ext cx="1764920" cy="2677118"/>
        </a:xfrm>
        <a:prstGeom prst="round2SameRect">
          <a:avLst>
            <a:gd name="adj1" fmla="val 15000"/>
            <a:gd name="adj2" fmla="val 0"/>
          </a:avLst>
        </a:prstGeom>
        <a:solidFill>
          <a:schemeClr val="lt1">
            <a:alpha val="90000"/>
            <a:hueOff val="0"/>
            <a:satOff val="0"/>
            <a:lumOff val="0"/>
            <a:alphaOff val="0"/>
          </a:schemeClr>
        </a:solidFill>
        <a:ln w="12700" cap="flat" cmpd="sng" algn="ctr">
          <a:solidFill>
            <a:schemeClr val="accent2">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74715" tIns="74715" rIns="74715" bIns="74715" numCol="1" spcCol="1270" anchor="t" anchorCtr="0">
          <a:noAutofit/>
        </a:bodyPr>
        <a:lstStyle/>
        <a:p>
          <a:pPr marL="0" lvl="0" indent="0" algn="l" defTabSz="711200">
            <a:lnSpc>
              <a:spcPct val="90000"/>
            </a:lnSpc>
            <a:spcBef>
              <a:spcPct val="0"/>
            </a:spcBef>
            <a:spcAft>
              <a:spcPct val="35000"/>
            </a:spcAft>
            <a:buNone/>
          </a:pPr>
          <a:r>
            <a:rPr lang="en-US" sz="1600" kern="1200" dirty="0"/>
            <a:t>Clearly defined roles assigning responsibility for AI-driven decisions, system failures, and human oversight checkpoints.</a:t>
          </a:r>
        </a:p>
      </dsp:txBody>
      <dsp:txXfrm rot="10800000">
        <a:off x="81556" y="1242336"/>
        <a:ext cx="1609842" cy="2599579"/>
      </dsp:txXfrm>
    </dsp:sp>
    <dsp:sp modelId="{240D52EC-85C8-40DA-8588-A068C20A3678}">
      <dsp:nvSpPr>
        <dsp:cNvPr id="0" name=""/>
        <dsp:cNvSpPr/>
      </dsp:nvSpPr>
      <dsp:spPr>
        <a:xfrm>
          <a:off x="4017" y="728744"/>
          <a:ext cx="1764920" cy="529476"/>
        </a:xfrm>
        <a:prstGeom prst="round2SameRect">
          <a:avLst>
            <a:gd name="adj1" fmla="val 45000"/>
            <a:gd name="adj2" fmla="val 0"/>
          </a:avLst>
        </a:prstGeom>
        <a:solidFill>
          <a:schemeClr val="accent2">
            <a:hueOff val="0"/>
            <a:satOff val="0"/>
            <a:lumOff val="0"/>
            <a:alphaOff val="0"/>
          </a:schemeClr>
        </a:solidFill>
        <a:ln w="12700" cap="flat" cmpd="sng" algn="ctr">
          <a:solidFill>
            <a:schemeClr val="accent2">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39468" tIns="139468" rIns="139468" bIns="139468" numCol="1" spcCol="1270" anchor="ctr" anchorCtr="0">
          <a:noAutofit/>
        </a:bodyPr>
        <a:lstStyle/>
        <a:p>
          <a:pPr marL="0" lvl="0" indent="0" algn="ctr" defTabSz="711200">
            <a:lnSpc>
              <a:spcPct val="90000"/>
            </a:lnSpc>
            <a:spcBef>
              <a:spcPct val="0"/>
            </a:spcBef>
            <a:spcAft>
              <a:spcPct val="35000"/>
            </a:spcAft>
            <a:buNone/>
          </a:pPr>
          <a:r>
            <a:rPr lang="en-US" sz="1600" b="1" kern="1200" dirty="0"/>
            <a:t>Accountability</a:t>
          </a:r>
          <a:endParaRPr lang="en-US" sz="1400" b="1" kern="1200" dirty="0"/>
        </a:p>
      </dsp:txBody>
      <dsp:txXfrm>
        <a:off x="73802" y="798529"/>
        <a:ext cx="1625350" cy="459691"/>
      </dsp:txXfrm>
    </dsp:sp>
    <dsp:sp modelId="{9EE4DBCC-8748-4884-899F-5468846D2D87}">
      <dsp:nvSpPr>
        <dsp:cNvPr id="0" name=""/>
        <dsp:cNvSpPr/>
      </dsp:nvSpPr>
      <dsp:spPr>
        <a:xfrm rot="10800000">
          <a:off x="1876832" y="1242336"/>
          <a:ext cx="1764920" cy="2677118"/>
        </a:xfrm>
        <a:prstGeom prst="round2SameRect">
          <a:avLst>
            <a:gd name="adj1" fmla="val 15000"/>
            <a:gd name="adj2" fmla="val 0"/>
          </a:avLst>
        </a:prstGeom>
        <a:solidFill>
          <a:schemeClr val="lt1">
            <a:alpha val="90000"/>
            <a:hueOff val="0"/>
            <a:satOff val="0"/>
            <a:lumOff val="0"/>
            <a:alphaOff val="0"/>
          </a:schemeClr>
        </a:solidFill>
        <a:ln w="12700" cap="flat" cmpd="sng" algn="ctr">
          <a:solidFill>
            <a:schemeClr val="accent3">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74715" tIns="74715" rIns="74715" bIns="74715" numCol="1" spcCol="1270" anchor="t" anchorCtr="0">
          <a:noAutofit/>
        </a:bodyPr>
        <a:lstStyle/>
        <a:p>
          <a:pPr marL="0" lvl="0" indent="0" algn="l" defTabSz="711200">
            <a:lnSpc>
              <a:spcPct val="90000"/>
            </a:lnSpc>
            <a:spcBef>
              <a:spcPct val="0"/>
            </a:spcBef>
            <a:spcAft>
              <a:spcPct val="35000"/>
            </a:spcAft>
            <a:buNone/>
          </a:pPr>
          <a:r>
            <a:rPr lang="en-US" sz="1600" kern="1200" dirty="0"/>
            <a:t>The ability to understand how an AI model makes decisions, fostering trust among end-users and regulators.</a:t>
          </a:r>
        </a:p>
      </dsp:txBody>
      <dsp:txXfrm rot="10800000">
        <a:off x="1954371" y="1242336"/>
        <a:ext cx="1609842" cy="2599579"/>
      </dsp:txXfrm>
    </dsp:sp>
    <dsp:sp modelId="{FCCEDACC-BE81-4C04-AFB4-8FE3CF3D6FDC}">
      <dsp:nvSpPr>
        <dsp:cNvPr id="0" name=""/>
        <dsp:cNvSpPr/>
      </dsp:nvSpPr>
      <dsp:spPr>
        <a:xfrm>
          <a:off x="1876832" y="728744"/>
          <a:ext cx="1764920" cy="529476"/>
        </a:xfrm>
        <a:prstGeom prst="round2SameRect">
          <a:avLst>
            <a:gd name="adj1" fmla="val 45000"/>
            <a:gd name="adj2" fmla="val 0"/>
          </a:avLst>
        </a:prstGeom>
        <a:solidFill>
          <a:schemeClr val="accent3">
            <a:hueOff val="0"/>
            <a:satOff val="0"/>
            <a:lumOff val="0"/>
            <a:alphaOff val="0"/>
          </a:schemeClr>
        </a:solidFill>
        <a:ln w="12700" cap="flat" cmpd="sng" algn="ctr">
          <a:solidFill>
            <a:schemeClr val="accent3">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39468" tIns="139468" rIns="139468" bIns="139468" numCol="1" spcCol="1270" anchor="ctr" anchorCtr="0">
          <a:noAutofit/>
        </a:bodyPr>
        <a:lstStyle/>
        <a:p>
          <a:pPr marL="0" lvl="0" indent="0" algn="ctr" defTabSz="711200">
            <a:lnSpc>
              <a:spcPct val="90000"/>
            </a:lnSpc>
            <a:spcBef>
              <a:spcPct val="0"/>
            </a:spcBef>
            <a:spcAft>
              <a:spcPct val="35000"/>
            </a:spcAft>
            <a:buNone/>
          </a:pPr>
          <a:r>
            <a:rPr lang="en-US" sz="1600" b="1" kern="1200" dirty="0"/>
            <a:t>Transparency</a:t>
          </a:r>
        </a:p>
      </dsp:txBody>
      <dsp:txXfrm>
        <a:off x="1946617" y="798529"/>
        <a:ext cx="1625350" cy="459691"/>
      </dsp:txXfrm>
    </dsp:sp>
    <dsp:sp modelId="{F93AB8E6-2001-4D4B-A522-ECAA7128E64A}">
      <dsp:nvSpPr>
        <dsp:cNvPr id="0" name=""/>
        <dsp:cNvSpPr/>
      </dsp:nvSpPr>
      <dsp:spPr>
        <a:xfrm rot="10800000">
          <a:off x="3749647" y="1242336"/>
          <a:ext cx="1764920" cy="2677118"/>
        </a:xfrm>
        <a:prstGeom prst="round2SameRect">
          <a:avLst>
            <a:gd name="adj1" fmla="val 15000"/>
            <a:gd name="adj2" fmla="val 0"/>
          </a:avLst>
        </a:prstGeom>
        <a:solidFill>
          <a:schemeClr val="lt1">
            <a:alpha val="90000"/>
            <a:hueOff val="0"/>
            <a:satOff val="0"/>
            <a:lumOff val="0"/>
            <a:alphaOff val="0"/>
          </a:schemeClr>
        </a:solidFill>
        <a:ln w="12700" cap="flat" cmpd="sng" algn="ctr">
          <a:solidFill>
            <a:schemeClr val="accent4">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74715" tIns="74715" rIns="74715" bIns="74715" numCol="1" spcCol="1270" anchor="t" anchorCtr="0">
          <a:noAutofit/>
        </a:bodyPr>
        <a:lstStyle/>
        <a:p>
          <a:pPr marL="0" lvl="0" indent="0" algn="l" defTabSz="711200">
            <a:lnSpc>
              <a:spcPct val="90000"/>
            </a:lnSpc>
            <a:spcBef>
              <a:spcPct val="0"/>
            </a:spcBef>
            <a:spcAft>
              <a:spcPct val="35000"/>
            </a:spcAft>
            <a:buNone/>
          </a:pPr>
          <a:r>
            <a:rPr lang="en-US" sz="1600" kern="1200" dirty="0"/>
            <a:t>Protocols designed to ensure AI systems do not discriminate against protected groups or yield inequitable outcomes.</a:t>
          </a:r>
        </a:p>
      </dsp:txBody>
      <dsp:txXfrm rot="10800000">
        <a:off x="3827186" y="1242336"/>
        <a:ext cx="1609842" cy="2599579"/>
      </dsp:txXfrm>
    </dsp:sp>
    <dsp:sp modelId="{03628250-9CE0-42FC-A0AC-7FAF813ED583}">
      <dsp:nvSpPr>
        <dsp:cNvPr id="0" name=""/>
        <dsp:cNvSpPr/>
      </dsp:nvSpPr>
      <dsp:spPr>
        <a:xfrm>
          <a:off x="3749647" y="728744"/>
          <a:ext cx="1764920" cy="529476"/>
        </a:xfrm>
        <a:prstGeom prst="round2SameRect">
          <a:avLst>
            <a:gd name="adj1" fmla="val 45000"/>
            <a:gd name="adj2" fmla="val 0"/>
          </a:avLst>
        </a:prstGeom>
        <a:solidFill>
          <a:schemeClr val="accent4">
            <a:hueOff val="0"/>
            <a:satOff val="0"/>
            <a:lumOff val="0"/>
            <a:alphaOff val="0"/>
          </a:schemeClr>
        </a:solidFill>
        <a:ln w="12700" cap="flat" cmpd="sng" algn="ctr">
          <a:solidFill>
            <a:schemeClr val="accent4">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39468" tIns="139468" rIns="139468" bIns="139468" numCol="1" spcCol="1270" anchor="ctr" anchorCtr="0">
          <a:noAutofit/>
        </a:bodyPr>
        <a:lstStyle/>
        <a:p>
          <a:pPr marL="0" lvl="0" indent="0" algn="ctr" defTabSz="711200">
            <a:lnSpc>
              <a:spcPct val="90000"/>
            </a:lnSpc>
            <a:spcBef>
              <a:spcPct val="0"/>
            </a:spcBef>
            <a:spcAft>
              <a:spcPct val="35000"/>
            </a:spcAft>
            <a:buNone/>
          </a:pPr>
          <a:r>
            <a:rPr lang="en-US" sz="1600" b="1" kern="1200" dirty="0"/>
            <a:t>Fairness</a:t>
          </a:r>
          <a:endParaRPr lang="en-US" sz="1400" b="1" kern="1200" dirty="0"/>
        </a:p>
      </dsp:txBody>
      <dsp:txXfrm>
        <a:off x="3819432" y="798529"/>
        <a:ext cx="1625350" cy="459691"/>
      </dsp:txXfrm>
    </dsp:sp>
    <dsp:sp modelId="{B9E9453C-D67E-4B70-9D0C-134D61C247B4}">
      <dsp:nvSpPr>
        <dsp:cNvPr id="0" name=""/>
        <dsp:cNvSpPr/>
      </dsp:nvSpPr>
      <dsp:spPr>
        <a:xfrm rot="10800000">
          <a:off x="5622462" y="1242336"/>
          <a:ext cx="1764920" cy="2677118"/>
        </a:xfrm>
        <a:prstGeom prst="round2SameRect">
          <a:avLst>
            <a:gd name="adj1" fmla="val 15000"/>
            <a:gd name="adj2" fmla="val 0"/>
          </a:avLst>
        </a:prstGeom>
        <a:solidFill>
          <a:schemeClr val="lt1">
            <a:alpha val="90000"/>
            <a:hueOff val="0"/>
            <a:satOff val="0"/>
            <a:lumOff val="0"/>
            <a:alphaOff val="0"/>
          </a:schemeClr>
        </a:solidFill>
        <a:ln w="12700" cap="flat" cmpd="sng" algn="ctr">
          <a:solidFill>
            <a:schemeClr val="accent5">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74715" tIns="74715" rIns="74715" bIns="74715" numCol="1" spcCol="1270" anchor="t" anchorCtr="0">
          <a:noAutofit/>
        </a:bodyPr>
        <a:lstStyle/>
        <a:p>
          <a:pPr marL="0" lvl="0" indent="0" algn="l" defTabSz="711200">
            <a:lnSpc>
              <a:spcPct val="90000"/>
            </a:lnSpc>
            <a:spcBef>
              <a:spcPct val="0"/>
            </a:spcBef>
            <a:spcAft>
              <a:spcPct val="35000"/>
            </a:spcAft>
            <a:buNone/>
          </a:pPr>
          <a:r>
            <a:rPr lang="en-US" sz="1600" kern="1200" dirty="0"/>
            <a:t>Strict safeguards dictating how personal and proprietary data is collected, anonymized, stored, and utilized during model training.</a:t>
          </a:r>
        </a:p>
      </dsp:txBody>
      <dsp:txXfrm rot="10800000">
        <a:off x="5700001" y="1242336"/>
        <a:ext cx="1609842" cy="2599579"/>
      </dsp:txXfrm>
    </dsp:sp>
    <dsp:sp modelId="{43C63CB3-2B03-476A-8DF4-0A28A13819F9}">
      <dsp:nvSpPr>
        <dsp:cNvPr id="0" name=""/>
        <dsp:cNvSpPr/>
      </dsp:nvSpPr>
      <dsp:spPr>
        <a:xfrm>
          <a:off x="5622462" y="728744"/>
          <a:ext cx="1764920" cy="529476"/>
        </a:xfrm>
        <a:prstGeom prst="round2SameRect">
          <a:avLst>
            <a:gd name="adj1" fmla="val 45000"/>
            <a:gd name="adj2" fmla="val 0"/>
          </a:avLst>
        </a:prstGeom>
        <a:solidFill>
          <a:schemeClr val="accent5">
            <a:hueOff val="0"/>
            <a:satOff val="0"/>
            <a:lumOff val="0"/>
            <a:alphaOff val="0"/>
          </a:schemeClr>
        </a:solidFill>
        <a:ln w="12700" cap="flat" cmpd="sng" algn="ctr">
          <a:solidFill>
            <a:schemeClr val="accent5">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39468" tIns="139468" rIns="139468" bIns="139468" numCol="1" spcCol="1270" anchor="ctr" anchorCtr="0">
          <a:noAutofit/>
        </a:bodyPr>
        <a:lstStyle/>
        <a:p>
          <a:pPr marL="0" lvl="0" indent="0" algn="ctr" defTabSz="711200">
            <a:lnSpc>
              <a:spcPct val="90000"/>
            </a:lnSpc>
            <a:spcBef>
              <a:spcPct val="0"/>
            </a:spcBef>
            <a:spcAft>
              <a:spcPct val="35000"/>
            </a:spcAft>
            <a:buNone/>
          </a:pPr>
          <a:r>
            <a:rPr lang="en-US" sz="1600" b="1" kern="1200" dirty="0"/>
            <a:t>Data Privacy &amp; Security</a:t>
          </a:r>
        </a:p>
      </dsp:txBody>
      <dsp:txXfrm>
        <a:off x="5692247" y="798529"/>
        <a:ext cx="1625350" cy="459691"/>
      </dsp:txXfrm>
    </dsp:sp>
  </dsp:spTree>
</dsp:drawing>
</file>

<file path=ppt/diagrams/drawing1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BDF37F87-D89B-4265-9CCA-767E09BB27BA}">
      <dsp:nvSpPr>
        <dsp:cNvPr id="0" name=""/>
        <dsp:cNvSpPr/>
      </dsp:nvSpPr>
      <dsp:spPr>
        <a:xfrm>
          <a:off x="3720" y="315369"/>
          <a:ext cx="1903139" cy="84645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28016" tIns="45720" rIns="128016" bIns="45720" numCol="1" spcCol="1270" anchor="ctr" anchorCtr="0">
          <a:noAutofit/>
        </a:bodyPr>
        <a:lstStyle/>
        <a:p>
          <a:pPr marL="0" lvl="0" indent="0" algn="ctr" defTabSz="800100">
            <a:lnSpc>
              <a:spcPct val="90000"/>
            </a:lnSpc>
            <a:spcBef>
              <a:spcPct val="0"/>
            </a:spcBef>
            <a:spcAft>
              <a:spcPct val="35000"/>
            </a:spcAft>
            <a:buNone/>
          </a:pPr>
          <a:r>
            <a:rPr lang="en-US" sz="1800" b="1" kern="1200" dirty="0">
              <a:solidFill>
                <a:schemeClr val="accent2"/>
              </a:solidFill>
            </a:rPr>
            <a:t>Use of AI by companies and organizations</a:t>
          </a:r>
        </a:p>
      </dsp:txBody>
      <dsp:txXfrm>
        <a:off x="3720" y="315369"/>
        <a:ext cx="1903139" cy="846450"/>
      </dsp:txXfrm>
    </dsp:sp>
    <dsp:sp modelId="{18817703-F11E-41DC-8E9C-0E557B75EE9A}">
      <dsp:nvSpPr>
        <dsp:cNvPr id="0" name=""/>
        <dsp:cNvSpPr/>
      </dsp:nvSpPr>
      <dsp:spPr>
        <a:xfrm>
          <a:off x="1906860" y="103757"/>
          <a:ext cx="380627" cy="1269675"/>
        </a:xfrm>
        <a:prstGeom prst="leftBrace">
          <a:avLst>
            <a:gd name="adj1" fmla="val 35000"/>
            <a:gd name="adj2" fmla="val 50000"/>
          </a:avLst>
        </a:prstGeom>
        <a:solidFill>
          <a:schemeClr val="lt1"/>
        </a:solidFill>
        <a:ln w="12700" cap="flat" cmpd="sng" algn="ctr">
          <a:solidFill>
            <a:schemeClr val="accent2"/>
          </a:solidFill>
          <a:prstDash val="solid"/>
          <a:miter lim="800000"/>
        </a:ln>
        <a:effectLst/>
      </dsp:spPr>
      <dsp:style>
        <a:lnRef idx="2">
          <a:schemeClr val="accent2"/>
        </a:lnRef>
        <a:fillRef idx="1">
          <a:schemeClr val="lt1"/>
        </a:fillRef>
        <a:effectRef idx="0">
          <a:schemeClr val="accent2"/>
        </a:effectRef>
        <a:fontRef idx="minor">
          <a:schemeClr val="dk1"/>
        </a:fontRef>
      </dsp:style>
    </dsp:sp>
    <dsp:sp modelId="{9E74F86F-4160-4D59-AE65-BF20920FD515}">
      <dsp:nvSpPr>
        <dsp:cNvPr id="0" name=""/>
        <dsp:cNvSpPr/>
      </dsp:nvSpPr>
      <dsp:spPr>
        <a:xfrm>
          <a:off x="2439739" y="103757"/>
          <a:ext cx="5176539" cy="1269675"/>
        </a:xfrm>
        <a:prstGeom prst="rect">
          <a:avLst/>
        </a:prstGeom>
        <a:solidFill>
          <a:schemeClr val="accent2">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8580" tIns="68580" rIns="68580" bIns="68580" numCol="1" spcCol="1270" anchor="ctr" anchorCtr="0">
          <a:noAutofit/>
        </a:bodyPr>
        <a:lstStyle/>
        <a:p>
          <a:pPr marL="171450" lvl="1" indent="-171450" algn="l" defTabSz="800100">
            <a:lnSpc>
              <a:spcPct val="90000"/>
            </a:lnSpc>
            <a:spcBef>
              <a:spcPct val="0"/>
            </a:spcBef>
            <a:spcAft>
              <a:spcPct val="15000"/>
            </a:spcAft>
            <a:buChar char="•"/>
          </a:pPr>
          <a:r>
            <a:rPr lang="en-US" sz="1800" kern="1200" dirty="0"/>
            <a:t>Ensure safety</a:t>
          </a:r>
        </a:p>
        <a:p>
          <a:pPr marL="171450" lvl="1" indent="-171450" algn="l" defTabSz="800100">
            <a:lnSpc>
              <a:spcPct val="90000"/>
            </a:lnSpc>
            <a:spcBef>
              <a:spcPct val="0"/>
            </a:spcBef>
            <a:spcAft>
              <a:spcPct val="15000"/>
            </a:spcAft>
            <a:buChar char="•"/>
          </a:pPr>
          <a:r>
            <a:rPr lang="en-US" sz="1800" kern="1200" dirty="0"/>
            <a:t>Limit harmful uses of AI</a:t>
          </a:r>
        </a:p>
        <a:p>
          <a:pPr marL="171450" lvl="1" indent="-171450" algn="l" defTabSz="800100">
            <a:lnSpc>
              <a:spcPct val="90000"/>
            </a:lnSpc>
            <a:spcBef>
              <a:spcPct val="0"/>
            </a:spcBef>
            <a:spcAft>
              <a:spcPct val="15000"/>
            </a:spcAft>
            <a:buChar char="•"/>
          </a:pPr>
          <a:r>
            <a:rPr lang="en-US" sz="1800" kern="1200" dirty="0"/>
            <a:t>Establish accountability: Liability?</a:t>
          </a:r>
        </a:p>
        <a:p>
          <a:pPr marL="171450" lvl="1" indent="-171450" algn="l" defTabSz="800100">
            <a:lnSpc>
              <a:spcPct val="90000"/>
            </a:lnSpc>
            <a:spcBef>
              <a:spcPct val="0"/>
            </a:spcBef>
            <a:spcAft>
              <a:spcPct val="15000"/>
            </a:spcAft>
            <a:buChar char="•"/>
          </a:pPr>
          <a:r>
            <a:rPr lang="en-US" sz="1800" kern="1200" dirty="0"/>
            <a:t>Avoid concentration of power: Winner-takes-All</a:t>
          </a:r>
        </a:p>
      </dsp:txBody>
      <dsp:txXfrm>
        <a:off x="2439739" y="103757"/>
        <a:ext cx="5176539" cy="1269675"/>
      </dsp:txXfrm>
    </dsp:sp>
    <dsp:sp modelId="{8551A47B-1180-4CEB-95F0-15010AF97308}">
      <dsp:nvSpPr>
        <dsp:cNvPr id="0" name=""/>
        <dsp:cNvSpPr/>
      </dsp:nvSpPr>
      <dsp:spPr>
        <a:xfrm>
          <a:off x="3720" y="2171218"/>
          <a:ext cx="1903139" cy="601425"/>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28016" tIns="45720" rIns="128016" bIns="45720" numCol="1" spcCol="1270" anchor="ctr" anchorCtr="0">
          <a:noAutofit/>
        </a:bodyPr>
        <a:lstStyle/>
        <a:p>
          <a:pPr marL="0" lvl="0" indent="0" algn="ctr" defTabSz="800100">
            <a:lnSpc>
              <a:spcPct val="90000"/>
            </a:lnSpc>
            <a:spcBef>
              <a:spcPct val="0"/>
            </a:spcBef>
            <a:spcAft>
              <a:spcPct val="35000"/>
            </a:spcAft>
            <a:buNone/>
          </a:pPr>
          <a:r>
            <a:rPr lang="en-US" sz="1800" b="1" kern="1200" dirty="0"/>
            <a:t>Protect individuals</a:t>
          </a:r>
        </a:p>
      </dsp:txBody>
      <dsp:txXfrm>
        <a:off x="3720" y="2171218"/>
        <a:ext cx="1903139" cy="601425"/>
      </dsp:txXfrm>
    </dsp:sp>
    <dsp:sp modelId="{33078966-B16B-4AC2-8803-8A1030501DAA}">
      <dsp:nvSpPr>
        <dsp:cNvPr id="0" name=""/>
        <dsp:cNvSpPr/>
      </dsp:nvSpPr>
      <dsp:spPr>
        <a:xfrm>
          <a:off x="1906860" y="1438232"/>
          <a:ext cx="380627" cy="2067398"/>
        </a:xfrm>
        <a:prstGeom prst="leftBrace">
          <a:avLst>
            <a:gd name="adj1" fmla="val 35000"/>
            <a:gd name="adj2" fmla="val 50000"/>
          </a:avLst>
        </a:prstGeom>
        <a:solidFill>
          <a:schemeClr val="lt1"/>
        </a:solidFill>
        <a:ln w="12700" cap="flat" cmpd="sng" algn="ctr">
          <a:solidFill>
            <a:schemeClr val="dk1"/>
          </a:solidFill>
          <a:prstDash val="solid"/>
          <a:miter lim="800000"/>
        </a:ln>
        <a:effectLst/>
      </dsp:spPr>
      <dsp:style>
        <a:lnRef idx="2">
          <a:schemeClr val="dk1"/>
        </a:lnRef>
        <a:fillRef idx="1">
          <a:schemeClr val="lt1"/>
        </a:fillRef>
        <a:effectRef idx="0">
          <a:schemeClr val="dk1"/>
        </a:effectRef>
        <a:fontRef idx="minor">
          <a:schemeClr val="dk1"/>
        </a:fontRef>
      </dsp:style>
    </dsp:sp>
    <dsp:sp modelId="{8B5DC7CC-6301-4814-93A2-3DB6A0512DB4}">
      <dsp:nvSpPr>
        <dsp:cNvPr id="0" name=""/>
        <dsp:cNvSpPr/>
      </dsp:nvSpPr>
      <dsp:spPr>
        <a:xfrm>
          <a:off x="2439739" y="1438232"/>
          <a:ext cx="5176539" cy="2067398"/>
        </a:xfrm>
        <a:prstGeom prst="rect">
          <a:avLst/>
        </a:prstGeom>
        <a:solidFill>
          <a:schemeClr val="accent3">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8580" tIns="68580" rIns="68580" bIns="68580" numCol="1" spcCol="1270" anchor="ctr" anchorCtr="0">
          <a:noAutofit/>
        </a:bodyPr>
        <a:lstStyle/>
        <a:p>
          <a:pPr marL="171450" lvl="1" indent="-171450" algn="l" defTabSz="800100">
            <a:lnSpc>
              <a:spcPct val="90000"/>
            </a:lnSpc>
            <a:spcBef>
              <a:spcPct val="0"/>
            </a:spcBef>
            <a:spcAft>
              <a:spcPct val="15000"/>
            </a:spcAft>
            <a:buChar char="•"/>
          </a:pPr>
          <a:r>
            <a:rPr lang="en-US" sz="1800" kern="1200" dirty="0"/>
            <a:t>Uphold human rights and values.</a:t>
          </a:r>
        </a:p>
        <a:p>
          <a:pPr marL="171450" lvl="1" indent="-171450" algn="l" defTabSz="800100">
            <a:lnSpc>
              <a:spcPct val="90000"/>
            </a:lnSpc>
            <a:spcBef>
              <a:spcPct val="0"/>
            </a:spcBef>
            <a:spcAft>
              <a:spcPct val="15000"/>
            </a:spcAft>
            <a:buChar char="•"/>
          </a:pPr>
          <a:r>
            <a:rPr lang="en-US" sz="1800" kern="1200" dirty="0"/>
            <a:t>Ensure fairness: Equal opportunity/equal impact. Reflect diversity/inclusion</a:t>
          </a:r>
        </a:p>
        <a:p>
          <a:pPr marL="171450" lvl="1" indent="-171450" algn="l" defTabSz="800100">
            <a:lnSpc>
              <a:spcPct val="90000"/>
            </a:lnSpc>
            <a:spcBef>
              <a:spcPct val="0"/>
            </a:spcBef>
            <a:spcAft>
              <a:spcPct val="15000"/>
            </a:spcAft>
            <a:buChar char="•"/>
          </a:pPr>
          <a:r>
            <a:rPr lang="en-US" sz="1800" kern="1200" dirty="0"/>
            <a:t>Provide transparency: Explanations to build trust</a:t>
          </a:r>
        </a:p>
        <a:p>
          <a:pPr marL="171450" lvl="1" indent="-171450" algn="l" defTabSz="800100">
            <a:lnSpc>
              <a:spcPct val="90000"/>
            </a:lnSpc>
            <a:spcBef>
              <a:spcPct val="0"/>
            </a:spcBef>
            <a:spcAft>
              <a:spcPct val="15000"/>
            </a:spcAft>
            <a:buChar char="•"/>
          </a:pPr>
          <a:r>
            <a:rPr lang="en-US" sz="1800" kern="1200" dirty="0"/>
            <a:t>Respect privacy: Surveillance?</a:t>
          </a:r>
        </a:p>
        <a:p>
          <a:pPr marL="171450" lvl="1" indent="-171450" algn="l" defTabSz="800100">
            <a:lnSpc>
              <a:spcPct val="90000"/>
            </a:lnSpc>
            <a:spcBef>
              <a:spcPct val="0"/>
            </a:spcBef>
            <a:spcAft>
              <a:spcPct val="15000"/>
            </a:spcAft>
            <a:buChar char="•"/>
          </a:pPr>
          <a:r>
            <a:rPr lang="en-US" sz="1800" kern="1200" dirty="0"/>
            <a:t>Contemplate implications for employment: Income and purpose.</a:t>
          </a:r>
        </a:p>
      </dsp:txBody>
      <dsp:txXfrm>
        <a:off x="2439739" y="1438232"/>
        <a:ext cx="5176539" cy="2067398"/>
      </dsp:txXfrm>
    </dsp:sp>
    <dsp:sp modelId="{81A863B9-2C90-43D8-B529-1F605AC44A8F}">
      <dsp:nvSpPr>
        <dsp:cNvPr id="0" name=""/>
        <dsp:cNvSpPr/>
      </dsp:nvSpPr>
      <dsp:spPr>
        <a:xfrm>
          <a:off x="3720" y="3587136"/>
          <a:ext cx="1903139" cy="35640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28016" tIns="45720" rIns="128016" bIns="45720" numCol="1" spcCol="1270" anchor="ctr" anchorCtr="0">
          <a:noAutofit/>
        </a:bodyPr>
        <a:lstStyle/>
        <a:p>
          <a:pPr marL="0" lvl="0" indent="0" algn="ctr" defTabSz="800100">
            <a:lnSpc>
              <a:spcPct val="90000"/>
            </a:lnSpc>
            <a:spcBef>
              <a:spcPct val="0"/>
            </a:spcBef>
            <a:spcAft>
              <a:spcPct val="35000"/>
            </a:spcAft>
            <a:buNone/>
          </a:pPr>
          <a:r>
            <a:rPr lang="en-US" sz="1800" b="1" kern="1200" dirty="0">
              <a:solidFill>
                <a:schemeClr val="accent4"/>
              </a:solidFill>
            </a:rPr>
            <a:t>Governance</a:t>
          </a:r>
        </a:p>
      </dsp:txBody>
      <dsp:txXfrm>
        <a:off x="3720" y="3587136"/>
        <a:ext cx="1903139" cy="356400"/>
      </dsp:txXfrm>
    </dsp:sp>
    <dsp:sp modelId="{D8E4AC64-8AD0-4103-9AC8-A55D40C4C783}">
      <dsp:nvSpPr>
        <dsp:cNvPr id="0" name=""/>
        <dsp:cNvSpPr/>
      </dsp:nvSpPr>
      <dsp:spPr>
        <a:xfrm>
          <a:off x="1906860" y="3570430"/>
          <a:ext cx="380627" cy="389812"/>
        </a:xfrm>
        <a:prstGeom prst="leftBrace">
          <a:avLst>
            <a:gd name="adj1" fmla="val 35000"/>
            <a:gd name="adj2" fmla="val 50000"/>
          </a:avLst>
        </a:prstGeom>
        <a:solidFill>
          <a:schemeClr val="lt1"/>
        </a:solidFill>
        <a:ln w="12700" cap="flat" cmpd="sng" algn="ctr">
          <a:solidFill>
            <a:schemeClr val="accent4"/>
          </a:solidFill>
          <a:prstDash val="solid"/>
          <a:miter lim="800000"/>
        </a:ln>
        <a:effectLst/>
      </dsp:spPr>
      <dsp:style>
        <a:lnRef idx="2">
          <a:schemeClr val="accent4"/>
        </a:lnRef>
        <a:fillRef idx="1">
          <a:schemeClr val="lt1"/>
        </a:fillRef>
        <a:effectRef idx="0">
          <a:schemeClr val="accent4"/>
        </a:effectRef>
        <a:fontRef idx="minor">
          <a:schemeClr val="dk1"/>
        </a:fontRef>
      </dsp:style>
    </dsp:sp>
    <dsp:sp modelId="{6EFC526C-5B53-453B-9481-B9BD9F7CDE94}">
      <dsp:nvSpPr>
        <dsp:cNvPr id="0" name=""/>
        <dsp:cNvSpPr/>
      </dsp:nvSpPr>
      <dsp:spPr>
        <a:xfrm>
          <a:off x="2439739" y="3570430"/>
          <a:ext cx="5176539" cy="389812"/>
        </a:xfrm>
        <a:prstGeom prst="rect">
          <a:avLst/>
        </a:prstGeom>
        <a:solidFill>
          <a:schemeClr val="accent4">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8580" tIns="68580" rIns="68580" bIns="68580" numCol="1" spcCol="1270" anchor="ctr" anchorCtr="0">
          <a:noAutofit/>
        </a:bodyPr>
        <a:lstStyle/>
        <a:p>
          <a:pPr marL="171450" lvl="1" indent="-171450" algn="l" defTabSz="800100">
            <a:lnSpc>
              <a:spcPct val="90000"/>
            </a:lnSpc>
            <a:spcBef>
              <a:spcPct val="0"/>
            </a:spcBef>
            <a:spcAft>
              <a:spcPct val="15000"/>
            </a:spcAft>
            <a:buChar char="•"/>
          </a:pPr>
          <a:r>
            <a:rPr lang="en-US" sz="1800" kern="1200" dirty="0"/>
            <a:t>Acknowledge legal/policy implications</a:t>
          </a:r>
        </a:p>
      </dsp:txBody>
      <dsp:txXfrm>
        <a:off x="2439739" y="3570430"/>
        <a:ext cx="5176539" cy="389812"/>
      </dsp:txXfrm>
    </dsp:sp>
  </dsp:spTree>
</dsp:drawing>
</file>

<file path=ppt/diagrams/drawing1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4F26EC90-DE5C-4DF9-89E4-A0945B60FCFA}">
      <dsp:nvSpPr>
        <dsp:cNvPr id="0" name=""/>
        <dsp:cNvSpPr/>
      </dsp:nvSpPr>
      <dsp:spPr>
        <a:xfrm>
          <a:off x="1067990" y="0"/>
          <a:ext cx="711993" cy="661034"/>
        </a:xfrm>
        <a:prstGeom prst="trapezoid">
          <a:avLst>
            <a:gd name="adj" fmla="val 53855"/>
          </a:avLst>
        </a:prstGeom>
        <a:solidFill>
          <a:schemeClr val="accent2">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1430" tIns="11430" rIns="11430" bIns="11430" numCol="1" spcCol="1270" anchor="ctr" anchorCtr="0">
          <a:noAutofit/>
        </a:bodyPr>
        <a:lstStyle/>
        <a:p>
          <a:pPr marL="0" lvl="0" indent="0" algn="ctr" defTabSz="400050">
            <a:lnSpc>
              <a:spcPct val="90000"/>
            </a:lnSpc>
            <a:spcBef>
              <a:spcPct val="0"/>
            </a:spcBef>
            <a:spcAft>
              <a:spcPct val="35000"/>
            </a:spcAft>
            <a:buNone/>
          </a:pPr>
          <a:r>
            <a:rPr lang="en-US" sz="900" kern="1200" dirty="0"/>
            <a:t>Unacceptable Risk: Banned</a:t>
          </a:r>
        </a:p>
      </dsp:txBody>
      <dsp:txXfrm>
        <a:off x="1067990" y="0"/>
        <a:ext cx="711993" cy="661034"/>
      </dsp:txXfrm>
    </dsp:sp>
    <dsp:sp modelId="{147C15EC-EDDB-43DB-B67A-025148B7F5BE}">
      <dsp:nvSpPr>
        <dsp:cNvPr id="0" name=""/>
        <dsp:cNvSpPr/>
      </dsp:nvSpPr>
      <dsp:spPr>
        <a:xfrm>
          <a:off x="711993" y="661034"/>
          <a:ext cx="1423987" cy="661034"/>
        </a:xfrm>
        <a:prstGeom prst="trapezoid">
          <a:avLst>
            <a:gd name="adj" fmla="val 53855"/>
          </a:avLst>
        </a:prstGeom>
        <a:solidFill>
          <a:schemeClr val="accent2">
            <a:hueOff val="2158670"/>
            <a:satOff val="-6273"/>
            <a:lumOff val="-5099"/>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1430" tIns="11430" rIns="11430" bIns="11430" numCol="1" spcCol="1270" anchor="ctr" anchorCtr="0">
          <a:noAutofit/>
        </a:bodyPr>
        <a:lstStyle/>
        <a:p>
          <a:pPr marL="0" lvl="0" indent="0" algn="ctr" defTabSz="400050">
            <a:lnSpc>
              <a:spcPct val="90000"/>
            </a:lnSpc>
            <a:spcBef>
              <a:spcPct val="0"/>
            </a:spcBef>
            <a:spcAft>
              <a:spcPct val="35000"/>
            </a:spcAft>
            <a:buNone/>
          </a:pPr>
          <a:r>
            <a:rPr lang="en-US" sz="900" kern="1200" dirty="0"/>
            <a:t>High Risk: </a:t>
          </a:r>
          <a:br>
            <a:rPr lang="en-US" sz="900" kern="1200" dirty="0"/>
          </a:br>
          <a:r>
            <a:rPr lang="en-US" sz="900" kern="1200" dirty="0"/>
            <a:t>Strictly Regulated</a:t>
          </a:r>
        </a:p>
      </dsp:txBody>
      <dsp:txXfrm>
        <a:off x="961191" y="661034"/>
        <a:ext cx="925591" cy="661034"/>
      </dsp:txXfrm>
    </dsp:sp>
    <dsp:sp modelId="{D696FDA0-1C3A-4AC4-8DB3-D25FF3824A7B}">
      <dsp:nvSpPr>
        <dsp:cNvPr id="0" name=""/>
        <dsp:cNvSpPr/>
      </dsp:nvSpPr>
      <dsp:spPr>
        <a:xfrm>
          <a:off x="355996" y="1322068"/>
          <a:ext cx="2135981" cy="661034"/>
        </a:xfrm>
        <a:prstGeom prst="trapezoid">
          <a:avLst>
            <a:gd name="adj" fmla="val 53855"/>
          </a:avLst>
        </a:prstGeom>
        <a:solidFill>
          <a:schemeClr val="accent2">
            <a:hueOff val="4317340"/>
            <a:satOff val="-12547"/>
            <a:lumOff val="-10197"/>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1430" tIns="11430" rIns="11430" bIns="11430" numCol="1" spcCol="1270" anchor="ctr" anchorCtr="0">
          <a:noAutofit/>
        </a:bodyPr>
        <a:lstStyle/>
        <a:p>
          <a:pPr marL="0" lvl="0" indent="0" algn="ctr" defTabSz="400050">
            <a:lnSpc>
              <a:spcPct val="90000"/>
            </a:lnSpc>
            <a:spcBef>
              <a:spcPct val="0"/>
            </a:spcBef>
            <a:spcAft>
              <a:spcPct val="35000"/>
            </a:spcAft>
            <a:buNone/>
          </a:pPr>
          <a:r>
            <a:rPr lang="en-US" sz="900" kern="1200" dirty="0"/>
            <a:t>Specific Transparency Risk: Disclosure &amp; watermarking </a:t>
          </a:r>
        </a:p>
      </dsp:txBody>
      <dsp:txXfrm>
        <a:off x="729793" y="1322068"/>
        <a:ext cx="1388387" cy="661034"/>
      </dsp:txXfrm>
    </dsp:sp>
    <dsp:sp modelId="{63B5AA04-31F1-4559-8493-21534E9B0CBE}">
      <dsp:nvSpPr>
        <dsp:cNvPr id="0" name=""/>
        <dsp:cNvSpPr/>
      </dsp:nvSpPr>
      <dsp:spPr>
        <a:xfrm>
          <a:off x="0" y="1983102"/>
          <a:ext cx="2847975" cy="661034"/>
        </a:xfrm>
        <a:prstGeom prst="trapezoid">
          <a:avLst>
            <a:gd name="adj" fmla="val 53855"/>
          </a:avLst>
        </a:prstGeom>
        <a:solidFill>
          <a:schemeClr val="accent2">
            <a:hueOff val="6476011"/>
            <a:satOff val="-18820"/>
            <a:lumOff val="-15296"/>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1430" tIns="11430" rIns="11430" bIns="11430" numCol="1" spcCol="1270" anchor="ctr" anchorCtr="0">
          <a:noAutofit/>
        </a:bodyPr>
        <a:lstStyle/>
        <a:p>
          <a:pPr marL="0" lvl="0" indent="0" algn="ctr" defTabSz="400050">
            <a:lnSpc>
              <a:spcPct val="90000"/>
            </a:lnSpc>
            <a:spcBef>
              <a:spcPct val="0"/>
            </a:spcBef>
            <a:spcAft>
              <a:spcPct val="35000"/>
            </a:spcAft>
            <a:buNone/>
          </a:pPr>
          <a:r>
            <a:rPr lang="en-US" sz="900" kern="1200" dirty="0"/>
            <a:t>Minimal or No Risk</a:t>
          </a:r>
        </a:p>
      </dsp:txBody>
      <dsp:txXfrm>
        <a:off x="498395" y="1983102"/>
        <a:ext cx="1851183" cy="661034"/>
      </dsp:txXfrm>
    </dsp:sp>
  </dsp:spTree>
</dsp:drawing>
</file>

<file path=ppt/diagrams/layout1.xml><?xml version="1.0" encoding="utf-8"?>
<dgm:layoutDef xmlns:dgm="http://schemas.openxmlformats.org/drawingml/2006/diagram" xmlns:a="http://schemas.openxmlformats.org/drawingml/2006/main" uniqueId="urn:microsoft.com/office/officeart/2005/8/layout/hProcess9">
  <dgm:title val=""/>
  <dgm:desc val=""/>
  <dgm:catLst>
    <dgm:cat type="process" pri="5000"/>
    <dgm:cat type="convert" pri="13000"/>
  </dgm:catLst>
  <dgm:sampData useDef="1">
    <dgm:dataModel>
      <dgm:pt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CompostProcess">
    <dgm:varLst>
      <dgm:dir/>
      <dgm:resizeHandles val="exact"/>
    </dgm:varLst>
    <dgm:alg type="composite">
      <dgm:param type="horzAlign" val="ctr"/>
      <dgm:param type="vertAlign" val="mid"/>
    </dgm:alg>
    <dgm:shape xmlns:r="http://schemas.openxmlformats.org/officeDocument/2006/relationships" r:blip="">
      <dgm:adjLst/>
    </dgm:shape>
    <dgm:presOf/>
    <dgm:constrLst>
      <dgm:constr type="w" for="ch" forName="arrow" refType="w" fact="0.85"/>
      <dgm:constr type="h" for="ch" forName="arrow" refType="h"/>
      <dgm:constr type="ctrX" for="ch" forName="arrow" refType="w" fact="0.5"/>
      <dgm:constr type="ctrY" for="ch" forName="arrow" refType="h" fact="0.5"/>
      <dgm:constr type="w" for="ch" forName="linearProcess" refType="w"/>
      <dgm:constr type="h" for="ch" forName="linearProcess" refType="h" fact="0.4"/>
      <dgm:constr type="ctrX" for="ch" forName="linearProcess" refType="w" fact="0.5"/>
      <dgm:constr type="ctrY" for="ch" forName="linearProcess" refType="h" fact="0.5"/>
    </dgm:constrLst>
    <dgm:ruleLst/>
    <dgm:layoutNode name="arrow" styleLbl="bgShp">
      <dgm:alg type="sp"/>
      <dgm:choose name="Name0">
        <dgm:if name="Name1" func="var" arg="dir" op="equ" val="norm">
          <dgm:shape xmlns:r="http://schemas.openxmlformats.org/officeDocument/2006/relationships" type="rightArrow" r:blip="">
            <dgm:adjLst/>
          </dgm:shape>
        </dgm:if>
        <dgm:else name="Name2">
          <dgm:shape xmlns:r="http://schemas.openxmlformats.org/officeDocument/2006/relationships" type="leftArrow" r:blip="">
            <dgm:adjLst/>
          </dgm:shape>
        </dgm:else>
      </dgm:choose>
      <dgm:presOf/>
      <dgm:constrLst/>
      <dgm:ruleLst/>
    </dgm:layoutNode>
    <dgm:layoutNode name="linearProcess">
      <dgm:choose name="Name3">
        <dgm:if name="Name4" func="var" arg="dir" op="equ" val="norm">
          <dgm:alg type="lin"/>
        </dgm:if>
        <dgm:else name="Name5">
          <dgm:alg type="lin">
            <dgm:param type="linDir" val="fromR"/>
          </dgm:alg>
        </dgm:else>
      </dgm:choose>
      <dgm:shape xmlns:r="http://schemas.openxmlformats.org/officeDocument/2006/relationships" r:blip="">
        <dgm:adjLst/>
      </dgm:shape>
      <dgm:presOf/>
      <dgm:constrLst>
        <dgm:constr type="userA" for="ch" ptType="node" refType="w"/>
        <dgm:constr type="h" for="ch" ptType="node" refType="h"/>
        <dgm:constr type="w" for="ch" ptType="node" op="equ"/>
        <dgm:constr type="w" for="ch" forName="sibTrans" refType="w" fact="0.05"/>
        <dgm:constr type="primFontSz" for="ch" ptType="node" op="equ" val="65"/>
      </dgm:constrLst>
      <dgm:ruleLst/>
      <dgm:forEach name="Name6" axis="ch" ptType="node">
        <dgm:layoutNode name="textNode" styleLbl="node1">
          <dgm:varLst>
            <dgm:bulletEnabled val="1"/>
          </dgm:varLst>
          <dgm:alg type="tx"/>
          <dgm:shape xmlns:r="http://schemas.openxmlformats.org/officeDocument/2006/relationships" type="roundRect" r:blip="">
            <dgm:adjLst/>
          </dgm:shape>
          <dgm:presOf axis="desOrSelf" ptType="node"/>
          <dgm:constrLst>
            <dgm:constr type="userA"/>
            <dgm:constr type="w" refType="userA" fact="0.3"/>
            <dgm:constr type="tMarg" refType="primFontSz" fact="0.3"/>
            <dgm:constr type="bMarg" refType="primFontSz" fact="0.3"/>
            <dgm:constr type="lMarg" refType="primFontSz" fact="0.3"/>
            <dgm:constr type="rMarg" refType="primFontSz" fact="0.3"/>
          </dgm:constrLst>
          <dgm:ruleLst>
            <dgm:rule type="w" val="NaN" fact="1" max="NaN"/>
            <dgm:rule type="primFontSz" val="5" fact="NaN" max="NaN"/>
          </dgm:ruleLst>
        </dgm:layoutNode>
        <dgm:forEach name="Name7" axis="followSib" ptType="sibTrans" cnt="1">
          <dgm:layoutNode name="sibTrans">
            <dgm:alg type="sp"/>
            <dgm:shape xmlns:r="http://schemas.openxmlformats.org/officeDocument/2006/relationships" r:blip="">
              <dgm:adjLst/>
            </dgm:shape>
            <dgm:presOf/>
            <dgm:constrLst/>
            <dgm:ruleLst/>
          </dgm:layoutNode>
        </dgm:forEach>
      </dgm:forEach>
    </dgm:layoutNode>
  </dgm:layoutNode>
</dgm:layoutDef>
</file>

<file path=ppt/diagrams/layout2.xml><?xml version="1.0" encoding="utf-8"?>
<dgm:layoutDef xmlns:dgm="http://schemas.openxmlformats.org/drawingml/2006/diagram" xmlns:a="http://schemas.openxmlformats.org/drawingml/2006/main" uniqueId="urn:microsoft.com/office/officeart/2005/8/layout/hierarchy3">
  <dgm:title val=""/>
  <dgm:desc val=""/>
  <dgm:catLst>
    <dgm:cat type="hierarchy" pri="7000"/>
    <dgm:cat type="list" pri="23000"/>
    <dgm:cat type="relationship" pri="15000"/>
    <dgm:cat type="convert" pri="7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Lst>
      <dgm:cxnLst>
        <dgm:cxn modelId="4" srcId="0" destId="1" srcOrd="0" destOrd="0"/>
        <dgm:cxn modelId="5" srcId="1" destId="11" srcOrd="0" destOrd="0"/>
        <dgm:cxn modelId="6" srcId="1" destId="12" srcOrd="1" destOrd="0"/>
        <dgm:cxn modelId="7" srcId="0" destId="2" srcOrd="1" destOrd="0"/>
        <dgm:cxn modelId="8" srcId="2" destId="21" srcOrd="0" destOrd="0"/>
        <dgm:cxn modelId="9" srcId="2" destId="22" srcOrd="1" destOrd="0"/>
      </dgm:cxnLst>
      <dgm:bg/>
      <dgm:whole/>
    </dgm:dataModel>
  </dgm:sampData>
  <dgm:styleData>
    <dgm:dataModel>
      <dgm:ptLst>
        <dgm:pt modelId="0" type="doc"/>
        <dgm:pt modelId="1"/>
        <dgm:pt modelId="11"/>
        <dgm:pt modelId="2"/>
        <dgm:pt modelId="21"/>
      </dgm:ptLst>
      <dgm:cxnLst>
        <dgm:cxn modelId="4" srcId="0" destId="1" srcOrd="0" destOrd="0"/>
        <dgm:cxn modelId="5" srcId="0" destId="2" srcOrd="1" destOrd="0"/>
        <dgm:cxn modelId="13" srcId="1" destId="11" srcOrd="0" destOrd="0"/>
        <dgm:cxn modelId="23" srcId="2" destId="2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diagram">
    <dgm:varLst>
      <dgm:chPref val="1"/>
      <dgm:dir/>
      <dgm:animOne val="branch"/>
      <dgm:animLvl val="lvl"/>
      <dgm:resizeHandles/>
    </dgm:varLst>
    <dgm:choose name="Name0">
      <dgm:if name="Name1" func="var" arg="dir" op="equ" val="norm">
        <dgm:alg type="hierChild">
          <dgm:param type="linDir" val="fromL"/>
        </dgm:alg>
      </dgm:if>
      <dgm:else name="Name2">
        <dgm:alg type="hierChild">
          <dgm:param type="linDir" val="fromR"/>
        </dgm:alg>
      </dgm:else>
    </dgm:choose>
    <dgm:shape xmlns:r="http://schemas.openxmlformats.org/officeDocument/2006/relationships" r:blip="">
      <dgm:adjLst/>
    </dgm:shape>
    <dgm:presOf/>
    <dgm:constrLst>
      <dgm:constr type="primFontSz" for="des" forName="rootText" op="equ" val="65"/>
      <dgm:constr type="primFontSz" for="des" forName="childText" op="equ" val="65"/>
      <dgm:constr type="w" for="des" forName="rootComposite" refType="w"/>
      <dgm:constr type="h" for="des" forName="rootComposite" refType="w" fact="0.5"/>
      <dgm:constr type="w" for="des" forName="childText" refType="w" refFor="des" refForName="rootComposite" fact="0.8"/>
      <dgm:constr type="h" for="des" forName="childText" refType="h" refFor="des" refForName="rootComposite"/>
      <dgm:constr type="sibSp" refType="w" refFor="des" refForName="rootComposite" fact="0.25"/>
      <dgm:constr type="sibSp" for="des" forName="childShape" refType="h" refFor="des" refForName="childText" fact="0.25"/>
      <dgm:constr type="sp" for="des" forName="root" refType="h" refFor="des" refForName="childText" fact="0.25"/>
    </dgm:constrLst>
    <dgm:ruleLst/>
    <dgm:forEach name="Name3" axis="ch">
      <dgm:forEach name="Name4" axis="self" ptType="node" cnt="1">
        <dgm:layoutNode name="root">
          <dgm:choose name="Name5">
            <dgm:if name="Name6" func="var" arg="dir" op="equ" val="norm">
              <dgm:alg type="hierRoot">
                <dgm:param type="hierAlign" val="tL"/>
              </dgm:alg>
            </dgm:if>
            <dgm:else name="Name7">
              <dgm:alg type="hierRoot">
                <dgm:param type="hierAlign" val="tR"/>
              </dgm:alg>
            </dgm:else>
          </dgm:choose>
          <dgm:shape xmlns:r="http://schemas.openxmlformats.org/officeDocument/2006/relationships" r:blip="">
            <dgm:adjLst/>
          </dgm:shape>
          <dgm:presOf/>
          <dgm:constrLst>
            <dgm:constr type="alignOff" val="0.2"/>
          </dgm:constrLst>
          <dgm:ruleLst/>
          <dgm:layoutNode name="rootComposite">
            <dgm:alg type="composite"/>
            <dgm:shape xmlns:r="http://schemas.openxmlformats.org/officeDocument/2006/relationships" r:blip="">
              <dgm:adjLst/>
            </dgm:shape>
            <dgm:presOf axis="self" ptType="node" cnt="1"/>
            <dgm:choose name="Name8">
              <dgm:if name="Name9" func="var" arg="dir" op="equ" val="norm">
                <dgm:constrLst>
                  <dgm:constr type="l" for="ch" forName="rootText"/>
                  <dgm:constr type="t" for="ch" forName="rootText"/>
                  <dgm:constr type="w" for="ch" forName="rootText" refType="w"/>
                  <dgm:constr type="h" for="ch" forName="rootText" refType="h"/>
                  <dgm:constr type="l" for="ch" forName="rootConnector"/>
                  <dgm:constr type="t" for="ch" forName="rootConnector"/>
                  <dgm:constr type="w" for="ch" forName="rootConnector" refType="w" refFor="ch" refForName="rootText" fact="0.2"/>
                  <dgm:constr type="h" for="ch" forName="rootConnector" refType="h" refFor="ch" refForName="rootText"/>
                </dgm:constrLst>
              </dgm:if>
              <dgm:else name="Name10">
                <dgm:constrLst>
                  <dgm:constr type="l" for="ch" forName="rootText"/>
                  <dgm:constr type="t" for="ch" forName="rootText"/>
                  <dgm:constr type="w" for="ch" forName="rootText" refType="w"/>
                  <dgm:constr type="h" for="ch" forName="rootText" refType="h"/>
                  <dgm:constr type="r" for="ch" forName="rootConnector" refType="w"/>
                  <dgm:constr type="t" for="ch" forName="rootConnector"/>
                  <dgm:constr type="w" for="ch" forName="rootConnector" refType="w" refFor="ch" refForName="rootText" fact="0.2"/>
                  <dgm:constr type="h" for="ch" forName="rootConnector" refType="h" refFor="ch" refForName="rootText"/>
                </dgm:constrLst>
              </dgm:else>
            </dgm:choose>
            <dgm:ruleLst/>
            <dgm:layoutNode name="rootText" styleLbl="node1">
              <dgm:alg type="tx"/>
              <dgm:shape xmlns:r="http://schemas.openxmlformats.org/officeDocument/2006/relationships" type="roundRect" r:blip="">
                <dgm:adjLst>
                  <dgm:adj idx="1" val="0.1"/>
                </dgm:adjLst>
              </dgm:shape>
              <dgm:presOf axis="self" ptType="node" cnt="1"/>
              <dgm:constrLst>
                <dgm:constr type="tMarg" refType="primFontSz" fact="0.1"/>
                <dgm:constr type="bMarg" refType="primFontSz" fact="0.1"/>
                <dgm:constr type="lMarg" refType="primFontSz" fact="0.15"/>
                <dgm:constr type="rMarg" refType="primFontSz" fact="0.15"/>
              </dgm:constrLst>
              <dgm:ruleLst>
                <dgm:rule type="primFontSz" val="5" fact="NaN" max="NaN"/>
              </dgm:ruleLst>
            </dgm:layoutNode>
            <dgm:layoutNode name="rootConnector" moveWith="rootText">
              <dgm:alg type="sp"/>
              <dgm:shape xmlns:r="http://schemas.openxmlformats.org/officeDocument/2006/relationships" type="roundRect" r:blip="" hideGeom="1">
                <dgm:adjLst>
                  <dgm:adj idx="1" val="0.1"/>
                </dgm:adjLst>
              </dgm:shape>
              <dgm:presOf axis="self" ptType="node" cnt="1"/>
              <dgm:constrLst/>
              <dgm:ruleLst/>
            </dgm:layoutNode>
          </dgm:layoutNode>
          <dgm:layoutNode name="childShape">
            <dgm:alg type="hierChild">
              <dgm:param type="chAlign" val="l"/>
              <dgm:param type="linDir" val="fromT"/>
            </dgm:alg>
            <dgm:shape xmlns:r="http://schemas.openxmlformats.org/officeDocument/2006/relationships" r:blip="">
              <dgm:adjLst/>
            </dgm:shape>
            <dgm:presOf/>
            <dgm:constrLst/>
            <dgm:ruleLst/>
            <dgm:forEach name="Name11" axis="ch">
              <dgm:forEach name="Name12" axis="self" ptType="parTrans" cnt="1">
                <dgm:layoutNode name="Name13">
                  <dgm:choose name="Name14">
                    <dgm:if name="Name15" func="var" arg="dir" op="equ" val="norm">
                      <dgm:alg type="conn">
                        <dgm:param type="dim" val="1D"/>
                        <dgm:param type="endSty" val="noArr"/>
                        <dgm:param type="connRout" val="bend"/>
                        <dgm:param type="srcNode" val="rootConnector"/>
                        <dgm:param type="begPts" val="bCtr"/>
                        <dgm:param type="endPts" val="midL"/>
                      </dgm:alg>
                    </dgm:if>
                    <dgm:else name="Name16">
                      <dgm:alg type="conn">
                        <dgm:param type="dim" val="1D"/>
                        <dgm:param type="endSty" val="noArr"/>
                        <dgm:param type="connRout" val="bend"/>
                        <dgm:param type="srcNode" val="rootConnector"/>
                        <dgm:param type="begPts" val="bCtr"/>
                        <dgm:param type="endPts" val="midR"/>
                      </dgm:alg>
                    </dgm:else>
                  </dgm:choose>
                  <dgm:shape xmlns:r="http://schemas.openxmlformats.org/officeDocument/2006/relationships" type="conn" r:blip="">
                    <dgm:adjLst/>
                  </dgm:shape>
                  <dgm:presOf axis="self"/>
                  <dgm:constrLst>
                    <dgm:constr type="begPad"/>
                    <dgm:constr type="endPad"/>
                  </dgm:constrLst>
                  <dgm:ruleLst/>
                </dgm:layoutNode>
              </dgm:forEach>
              <dgm:forEach name="Name17" axis="self" ptType="node">
                <dgm:layoutNode name="childText" styleLbl="bgAcc1">
                  <dgm:varLst>
                    <dgm:bulletEnabled val="1"/>
                  </dgm:varLst>
                  <dgm:alg type="tx"/>
                  <dgm:shape xmlns:r="http://schemas.openxmlformats.org/officeDocument/2006/relationships" type="roundRect" r:blip="">
                    <dgm:adjLst>
                      <dgm:adj idx="1" val="0.1"/>
                    </dgm:adjLst>
                  </dgm:shape>
                  <dgm:presOf axis="self desOrSelf" ptType="node node" st="1 1" cnt="1 0"/>
                  <dgm:constrLst>
                    <dgm:constr type="tMarg" refType="primFontSz" fact="0.1"/>
                    <dgm:constr type="bMarg" refType="primFontSz" fact="0.1"/>
                    <dgm:constr type="lMarg" refType="primFontSz" fact="0.15"/>
                    <dgm:constr type="rMarg" refType="primFontSz" fact="0.15"/>
                  </dgm:constrLst>
                  <dgm:ruleLst>
                    <dgm:rule type="primFontSz" val="5" fact="NaN" max="NaN"/>
                  </dgm:ruleLst>
                </dgm:layoutNode>
              </dgm:forEach>
            </dgm:forEach>
          </dgm:layoutNode>
        </dgm:layoutNode>
      </dgm:forEach>
    </dgm:forEach>
  </dgm:layoutNode>
</dgm:layoutDef>
</file>

<file path=ppt/diagrams/layout3.xml><?xml version="1.0" encoding="utf-8"?>
<dgm:layoutDef xmlns:dgm="http://schemas.openxmlformats.org/drawingml/2006/diagram" xmlns:a="http://schemas.openxmlformats.org/drawingml/2006/main" uniqueId="urn:microsoft.com/office/officeart/2005/8/layout/hList1">
  <dgm:title val=""/>
  <dgm:desc val=""/>
  <dgm:catLst>
    <dgm:cat type="list" pri="5000"/>
    <dgm:cat type="convert" pri="5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rSet phldr="1"/>
        </dgm:pt>
        <dgm:pt modelId="2">
          <dgm:prSet phldr="1"/>
        </dgm:pt>
      </dgm:ptLst>
      <dgm:cxnLst>
        <dgm:cxn modelId="3" srcId="0" destId="1" srcOrd="0" destOrd="0"/>
        <dgm:cxn modelId="4" srcId="0" destId="2" srcOrd="1" destOrd="0"/>
      </dgm:cxnLst>
      <dgm:bg/>
      <dgm:whole/>
    </dgm:dataModel>
  </dgm:styleData>
  <dgm:clrData>
    <dgm:dataModel>
      <dgm:ptLst>
        <dgm:pt modelId="0" type="doc"/>
        <dgm:pt modelId="1">
          <dgm:prSet phldr="1"/>
        </dgm:pt>
        <dgm:pt modelId="2">
          <dgm:prSet phldr="1"/>
        </dgm:pt>
        <dgm:pt modelId="3">
          <dgm:prSet phldr="1"/>
        </dgm:pt>
        <dgm:pt modelId="4">
          <dgm:prSet phldr="1"/>
        </dgm:pt>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animLvl val="lvl"/>
      <dgm:resizeHandles val="exact"/>
    </dgm:varLst>
    <dgm:choose name="Name1">
      <dgm:if name="Name2" func="var" arg="dir" op="equ" val="norm">
        <dgm:alg type="lin"/>
      </dgm:if>
      <dgm:else name="Name3">
        <dgm:alg type="lin">
          <dgm:param type="linDir" val="fromR"/>
        </dgm:alg>
      </dgm:else>
    </dgm:choose>
    <dgm:shape xmlns:r="http://schemas.openxmlformats.org/officeDocument/2006/relationships" r:blip="">
      <dgm:adjLst/>
    </dgm:shape>
    <dgm:presOf/>
    <dgm:constrLst>
      <dgm:constr type="h" for="ch" forName="composite" refType="h"/>
      <dgm:constr type="w" for="ch" forName="composite" refType="w"/>
      <dgm:constr type="w" for="des" forName="parTx"/>
      <dgm:constr type="h" for="des" forName="parTx" op="equ"/>
      <dgm:constr type="w" for="des" forName="desTx"/>
      <dgm:constr type="h" for="des" forName="desTx" op="equ"/>
      <dgm:constr type="primFontSz" for="des" forName="parTx" val="65"/>
      <dgm:constr type="secFontSz" for="des" forName="desTx" refType="primFontSz" refFor="des" refForName="parTx" op="equ"/>
      <dgm:constr type="h" for="des" forName="parTx" refType="primFontSz" refFor="des" refForName="parTx" fact="0.8"/>
      <dgm:constr type="h" for="des" forName="desTx" refType="primFontSz" refFor="des" refForName="parTx" fact="1.22"/>
      <dgm:constr type="w" for="ch" forName="space" refType="w" refFor="ch" refForName="composite" op="equ" fact="0.14"/>
    </dgm:constrLst>
    <dgm:ruleLst>
      <dgm:rule type="w" for="ch" forName="composite" val="0" fact="NaN" max="NaN"/>
      <dgm:rule type="primFontSz" for="des" forName="parTx" val="5" fact="NaN" max="NaN"/>
    </dgm:ruleLst>
    <dgm:forEach name="Name4" axis="ch" ptType="node">
      <dgm:layoutNode name="composite">
        <dgm:alg type="composite"/>
        <dgm:shape xmlns:r="http://schemas.openxmlformats.org/officeDocument/2006/relationships" r:blip="">
          <dgm:adjLst/>
        </dgm:shape>
        <dgm:presOf/>
        <dgm:constrLst>
          <dgm:constr type="l" for="ch" forName="parTx"/>
          <dgm:constr type="w" for="ch" forName="parTx" refType="w"/>
          <dgm:constr type="t" for="ch" forName="parTx"/>
          <dgm:constr type="l" for="ch" forName="desTx"/>
          <dgm:constr type="w" for="ch" forName="desTx" refType="w" refFor="ch" refForName="parTx"/>
          <dgm:constr type="t" for="ch" forName="desTx" refType="h" refFor="ch" refForName="parTx"/>
        </dgm:constrLst>
        <dgm:ruleLst>
          <dgm:rule type="h" val="INF" fact="NaN" max="NaN"/>
        </dgm:ruleLst>
        <dgm:layoutNode name="parTx" styleLbl="alignNode1">
          <dgm:varLst>
            <dgm:chMax val="0"/>
            <dgm:chPref val="0"/>
            <dgm:bulletEnabled val="1"/>
          </dgm:varLst>
          <dgm:alg type="tx"/>
          <dgm:shape xmlns:r="http://schemas.openxmlformats.org/officeDocument/2006/relationships" type="rect" r:blip="">
            <dgm:adjLst/>
          </dgm:shape>
          <dgm:presOf axis="self" ptType="node"/>
          <dgm:constrLst>
            <dgm:constr type="h" refType="w" op="lte" fact="0.4"/>
            <dgm:constr type="h"/>
            <dgm:constr type="tMarg" refType="primFontSz" fact="0.32"/>
            <dgm:constr type="bMarg" refType="primFontSz" fact="0.32"/>
          </dgm:constrLst>
          <dgm:ruleLst>
            <dgm:rule type="h" val="INF" fact="NaN" max="NaN"/>
          </dgm:ruleLst>
        </dgm:layoutNode>
        <dgm:layoutNode name="desTx" styleLbl="alignAccFollowNode1">
          <dgm:varLst>
            <dgm:bulletEnabled val="1"/>
          </dgm:varLst>
          <dgm:alg type="tx">
            <dgm:param type="stBulletLvl" val="1"/>
          </dgm:alg>
          <dgm:shape xmlns:r="http://schemas.openxmlformats.org/officeDocument/2006/relationships" type="rect" r:blip="">
            <dgm:adjLst/>
          </dgm:shape>
          <dgm:presOf axis="des" ptType="node"/>
          <dgm:constrLst>
            <dgm:constr type="secFontSz" val="65"/>
            <dgm:constr type="primFontSz" refType="secFontSz"/>
            <dgm:constr type="h"/>
            <dgm:constr type="lMarg" refType="primFontSz" fact="0.42"/>
            <dgm:constr type="tMarg" refType="primFontSz" fact="0.42"/>
            <dgm:constr type="bMarg" refType="primFontSz" fact="0.63"/>
          </dgm:constrLst>
          <dgm:ruleLst>
            <dgm:rule type="h" val="INF" fact="NaN" max="NaN"/>
          </dgm:ruleLst>
        </dgm:layoutNode>
      </dgm:layoutNode>
      <dgm:forEach name="Name5" axis="followSib" ptType="sibTrans" cnt="1">
        <dgm:layoutNode name="space">
          <dgm:alg type="sp"/>
          <dgm:shape xmlns:r="http://schemas.openxmlformats.org/officeDocument/2006/relationships" r:blip="">
            <dgm:adjLst/>
          </dgm:shape>
          <dgm:presOf/>
          <dgm:constrLst/>
          <dgm:ruleLst/>
        </dgm:layoutNode>
      </dgm:forEach>
    </dgm:forEach>
  </dgm:layoutNode>
</dgm:layoutDef>
</file>

<file path=ppt/diagrams/layout4.xml><?xml version="1.0" encoding="utf-8"?>
<dgm:layoutDef xmlns:dgm="http://schemas.openxmlformats.org/drawingml/2006/diagram" xmlns:a="http://schemas.openxmlformats.org/drawingml/2006/main" uniqueId="urn:microsoft.com/office/officeart/2005/8/layout/hierarchy3">
  <dgm:title val=""/>
  <dgm:desc val=""/>
  <dgm:catLst>
    <dgm:cat type="hierarchy" pri="7000"/>
    <dgm:cat type="list" pri="23000"/>
    <dgm:cat type="relationship" pri="15000"/>
    <dgm:cat type="convert" pri="7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Lst>
      <dgm:cxnLst>
        <dgm:cxn modelId="4" srcId="0" destId="1" srcOrd="0" destOrd="0"/>
        <dgm:cxn modelId="5" srcId="1" destId="11" srcOrd="0" destOrd="0"/>
        <dgm:cxn modelId="6" srcId="1" destId="12" srcOrd="1" destOrd="0"/>
        <dgm:cxn modelId="7" srcId="0" destId="2" srcOrd="1" destOrd="0"/>
        <dgm:cxn modelId="8" srcId="2" destId="21" srcOrd="0" destOrd="0"/>
        <dgm:cxn modelId="9" srcId="2" destId="22" srcOrd="1" destOrd="0"/>
      </dgm:cxnLst>
      <dgm:bg/>
      <dgm:whole/>
    </dgm:dataModel>
  </dgm:sampData>
  <dgm:styleData>
    <dgm:dataModel>
      <dgm:ptLst>
        <dgm:pt modelId="0" type="doc"/>
        <dgm:pt modelId="1"/>
        <dgm:pt modelId="11"/>
        <dgm:pt modelId="2"/>
        <dgm:pt modelId="21"/>
      </dgm:ptLst>
      <dgm:cxnLst>
        <dgm:cxn modelId="4" srcId="0" destId="1" srcOrd="0" destOrd="0"/>
        <dgm:cxn modelId="5" srcId="0" destId="2" srcOrd="1" destOrd="0"/>
        <dgm:cxn modelId="13" srcId="1" destId="11" srcOrd="0" destOrd="0"/>
        <dgm:cxn modelId="23" srcId="2" destId="2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diagram">
    <dgm:varLst>
      <dgm:chPref val="1"/>
      <dgm:dir/>
      <dgm:animOne val="branch"/>
      <dgm:animLvl val="lvl"/>
      <dgm:resizeHandles/>
    </dgm:varLst>
    <dgm:choose name="Name0">
      <dgm:if name="Name1" func="var" arg="dir" op="equ" val="norm">
        <dgm:alg type="hierChild">
          <dgm:param type="linDir" val="fromL"/>
        </dgm:alg>
      </dgm:if>
      <dgm:else name="Name2">
        <dgm:alg type="hierChild">
          <dgm:param type="linDir" val="fromR"/>
        </dgm:alg>
      </dgm:else>
    </dgm:choose>
    <dgm:shape xmlns:r="http://schemas.openxmlformats.org/officeDocument/2006/relationships" r:blip="">
      <dgm:adjLst/>
    </dgm:shape>
    <dgm:presOf/>
    <dgm:constrLst>
      <dgm:constr type="primFontSz" for="des" forName="rootText" op="equ" val="65"/>
      <dgm:constr type="primFontSz" for="des" forName="childText" op="equ" val="65"/>
      <dgm:constr type="w" for="des" forName="rootComposite" refType="w"/>
      <dgm:constr type="h" for="des" forName="rootComposite" refType="w" fact="0.5"/>
      <dgm:constr type="w" for="des" forName="childText" refType="w" refFor="des" refForName="rootComposite" fact="0.8"/>
      <dgm:constr type="h" for="des" forName="childText" refType="h" refFor="des" refForName="rootComposite"/>
      <dgm:constr type="sibSp" refType="w" refFor="des" refForName="rootComposite" fact="0.25"/>
      <dgm:constr type="sibSp" for="des" forName="childShape" refType="h" refFor="des" refForName="childText" fact="0.25"/>
      <dgm:constr type="sp" for="des" forName="root" refType="h" refFor="des" refForName="childText" fact="0.25"/>
    </dgm:constrLst>
    <dgm:ruleLst/>
    <dgm:forEach name="Name3" axis="ch">
      <dgm:forEach name="Name4" axis="self" ptType="node" cnt="1">
        <dgm:layoutNode name="root">
          <dgm:choose name="Name5">
            <dgm:if name="Name6" func="var" arg="dir" op="equ" val="norm">
              <dgm:alg type="hierRoot">
                <dgm:param type="hierAlign" val="tL"/>
              </dgm:alg>
            </dgm:if>
            <dgm:else name="Name7">
              <dgm:alg type="hierRoot">
                <dgm:param type="hierAlign" val="tR"/>
              </dgm:alg>
            </dgm:else>
          </dgm:choose>
          <dgm:shape xmlns:r="http://schemas.openxmlformats.org/officeDocument/2006/relationships" r:blip="">
            <dgm:adjLst/>
          </dgm:shape>
          <dgm:presOf/>
          <dgm:constrLst>
            <dgm:constr type="alignOff" val="0.2"/>
          </dgm:constrLst>
          <dgm:ruleLst/>
          <dgm:layoutNode name="rootComposite">
            <dgm:alg type="composite"/>
            <dgm:shape xmlns:r="http://schemas.openxmlformats.org/officeDocument/2006/relationships" r:blip="">
              <dgm:adjLst/>
            </dgm:shape>
            <dgm:presOf axis="self" ptType="node" cnt="1"/>
            <dgm:choose name="Name8">
              <dgm:if name="Name9" func="var" arg="dir" op="equ" val="norm">
                <dgm:constrLst>
                  <dgm:constr type="l" for="ch" forName="rootText"/>
                  <dgm:constr type="t" for="ch" forName="rootText"/>
                  <dgm:constr type="w" for="ch" forName="rootText" refType="w"/>
                  <dgm:constr type="h" for="ch" forName="rootText" refType="h"/>
                  <dgm:constr type="l" for="ch" forName="rootConnector"/>
                  <dgm:constr type="t" for="ch" forName="rootConnector"/>
                  <dgm:constr type="w" for="ch" forName="rootConnector" refType="w" refFor="ch" refForName="rootText" fact="0.2"/>
                  <dgm:constr type="h" for="ch" forName="rootConnector" refType="h" refFor="ch" refForName="rootText"/>
                </dgm:constrLst>
              </dgm:if>
              <dgm:else name="Name10">
                <dgm:constrLst>
                  <dgm:constr type="l" for="ch" forName="rootText"/>
                  <dgm:constr type="t" for="ch" forName="rootText"/>
                  <dgm:constr type="w" for="ch" forName="rootText" refType="w"/>
                  <dgm:constr type="h" for="ch" forName="rootText" refType="h"/>
                  <dgm:constr type="r" for="ch" forName="rootConnector" refType="w"/>
                  <dgm:constr type="t" for="ch" forName="rootConnector"/>
                  <dgm:constr type="w" for="ch" forName="rootConnector" refType="w" refFor="ch" refForName="rootText" fact="0.2"/>
                  <dgm:constr type="h" for="ch" forName="rootConnector" refType="h" refFor="ch" refForName="rootText"/>
                </dgm:constrLst>
              </dgm:else>
            </dgm:choose>
            <dgm:ruleLst/>
            <dgm:layoutNode name="rootText" styleLbl="node1">
              <dgm:alg type="tx"/>
              <dgm:shape xmlns:r="http://schemas.openxmlformats.org/officeDocument/2006/relationships" type="roundRect" r:blip="">
                <dgm:adjLst>
                  <dgm:adj idx="1" val="0.1"/>
                </dgm:adjLst>
              </dgm:shape>
              <dgm:presOf axis="self" ptType="node" cnt="1"/>
              <dgm:constrLst>
                <dgm:constr type="tMarg" refType="primFontSz" fact="0.1"/>
                <dgm:constr type="bMarg" refType="primFontSz" fact="0.1"/>
                <dgm:constr type="lMarg" refType="primFontSz" fact="0.15"/>
                <dgm:constr type="rMarg" refType="primFontSz" fact="0.15"/>
              </dgm:constrLst>
              <dgm:ruleLst>
                <dgm:rule type="primFontSz" val="5" fact="NaN" max="NaN"/>
              </dgm:ruleLst>
            </dgm:layoutNode>
            <dgm:layoutNode name="rootConnector" moveWith="rootText">
              <dgm:alg type="sp"/>
              <dgm:shape xmlns:r="http://schemas.openxmlformats.org/officeDocument/2006/relationships" type="roundRect" r:blip="" hideGeom="1">
                <dgm:adjLst>
                  <dgm:adj idx="1" val="0.1"/>
                </dgm:adjLst>
              </dgm:shape>
              <dgm:presOf axis="self" ptType="node" cnt="1"/>
              <dgm:constrLst/>
              <dgm:ruleLst/>
            </dgm:layoutNode>
          </dgm:layoutNode>
          <dgm:layoutNode name="childShape">
            <dgm:alg type="hierChild">
              <dgm:param type="chAlign" val="l"/>
              <dgm:param type="linDir" val="fromT"/>
            </dgm:alg>
            <dgm:shape xmlns:r="http://schemas.openxmlformats.org/officeDocument/2006/relationships" r:blip="">
              <dgm:adjLst/>
            </dgm:shape>
            <dgm:presOf/>
            <dgm:constrLst/>
            <dgm:ruleLst/>
            <dgm:forEach name="Name11" axis="ch">
              <dgm:forEach name="Name12" axis="self" ptType="parTrans" cnt="1">
                <dgm:layoutNode name="Name13">
                  <dgm:choose name="Name14">
                    <dgm:if name="Name15" func="var" arg="dir" op="equ" val="norm">
                      <dgm:alg type="conn">
                        <dgm:param type="dim" val="1D"/>
                        <dgm:param type="endSty" val="noArr"/>
                        <dgm:param type="connRout" val="bend"/>
                        <dgm:param type="srcNode" val="rootConnector"/>
                        <dgm:param type="begPts" val="bCtr"/>
                        <dgm:param type="endPts" val="midL"/>
                      </dgm:alg>
                    </dgm:if>
                    <dgm:else name="Name16">
                      <dgm:alg type="conn">
                        <dgm:param type="dim" val="1D"/>
                        <dgm:param type="endSty" val="noArr"/>
                        <dgm:param type="connRout" val="bend"/>
                        <dgm:param type="srcNode" val="rootConnector"/>
                        <dgm:param type="begPts" val="bCtr"/>
                        <dgm:param type="endPts" val="midR"/>
                      </dgm:alg>
                    </dgm:else>
                  </dgm:choose>
                  <dgm:shape xmlns:r="http://schemas.openxmlformats.org/officeDocument/2006/relationships" type="conn" r:blip="">
                    <dgm:adjLst/>
                  </dgm:shape>
                  <dgm:presOf axis="self"/>
                  <dgm:constrLst>
                    <dgm:constr type="begPad"/>
                    <dgm:constr type="endPad"/>
                  </dgm:constrLst>
                  <dgm:ruleLst/>
                </dgm:layoutNode>
              </dgm:forEach>
              <dgm:forEach name="Name17" axis="self" ptType="node">
                <dgm:layoutNode name="childText" styleLbl="bgAcc1">
                  <dgm:varLst>
                    <dgm:bulletEnabled val="1"/>
                  </dgm:varLst>
                  <dgm:alg type="tx"/>
                  <dgm:shape xmlns:r="http://schemas.openxmlformats.org/officeDocument/2006/relationships" type="roundRect" r:blip="">
                    <dgm:adjLst>
                      <dgm:adj idx="1" val="0.1"/>
                    </dgm:adjLst>
                  </dgm:shape>
                  <dgm:presOf axis="self desOrSelf" ptType="node node" st="1 1" cnt="1 0"/>
                  <dgm:constrLst>
                    <dgm:constr type="tMarg" refType="primFontSz" fact="0.1"/>
                    <dgm:constr type="bMarg" refType="primFontSz" fact="0.1"/>
                    <dgm:constr type="lMarg" refType="primFontSz" fact="0.15"/>
                    <dgm:constr type="rMarg" refType="primFontSz" fact="0.15"/>
                  </dgm:constrLst>
                  <dgm:ruleLst>
                    <dgm:rule type="primFontSz" val="5" fact="NaN" max="NaN"/>
                  </dgm:ruleLst>
                </dgm:layoutNode>
              </dgm:forEach>
            </dgm:forEach>
          </dgm:layoutNode>
        </dgm:layoutNode>
      </dgm:forEach>
    </dgm:forEach>
  </dgm:layoutNode>
</dgm:layoutDef>
</file>

<file path=ppt/diagrams/layout5.xml><?xml version="1.0" encoding="utf-8"?>
<dgm:layoutDef xmlns:dgm="http://schemas.openxmlformats.org/drawingml/2006/diagram" xmlns:a="http://schemas.openxmlformats.org/drawingml/2006/main" uniqueId="urn:microsoft.com/office/officeart/2005/8/layout/hierarchy3">
  <dgm:title val=""/>
  <dgm:desc val=""/>
  <dgm:catLst>
    <dgm:cat type="hierarchy" pri="7000"/>
    <dgm:cat type="list" pri="23000"/>
    <dgm:cat type="relationship" pri="15000"/>
    <dgm:cat type="convert" pri="7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Lst>
      <dgm:cxnLst>
        <dgm:cxn modelId="4" srcId="0" destId="1" srcOrd="0" destOrd="0"/>
        <dgm:cxn modelId="5" srcId="1" destId="11" srcOrd="0" destOrd="0"/>
        <dgm:cxn modelId="6" srcId="1" destId="12" srcOrd="1" destOrd="0"/>
        <dgm:cxn modelId="7" srcId="0" destId="2" srcOrd="1" destOrd="0"/>
        <dgm:cxn modelId="8" srcId="2" destId="21" srcOrd="0" destOrd="0"/>
        <dgm:cxn modelId="9" srcId="2" destId="22" srcOrd="1" destOrd="0"/>
      </dgm:cxnLst>
      <dgm:bg/>
      <dgm:whole/>
    </dgm:dataModel>
  </dgm:sampData>
  <dgm:styleData>
    <dgm:dataModel>
      <dgm:ptLst>
        <dgm:pt modelId="0" type="doc"/>
        <dgm:pt modelId="1"/>
        <dgm:pt modelId="11"/>
        <dgm:pt modelId="2"/>
        <dgm:pt modelId="21"/>
      </dgm:ptLst>
      <dgm:cxnLst>
        <dgm:cxn modelId="4" srcId="0" destId="1" srcOrd="0" destOrd="0"/>
        <dgm:cxn modelId="5" srcId="0" destId="2" srcOrd="1" destOrd="0"/>
        <dgm:cxn modelId="13" srcId="1" destId="11" srcOrd="0" destOrd="0"/>
        <dgm:cxn modelId="23" srcId="2" destId="2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diagram">
    <dgm:varLst>
      <dgm:chPref val="1"/>
      <dgm:dir/>
      <dgm:animOne val="branch"/>
      <dgm:animLvl val="lvl"/>
      <dgm:resizeHandles/>
    </dgm:varLst>
    <dgm:choose name="Name0">
      <dgm:if name="Name1" func="var" arg="dir" op="equ" val="norm">
        <dgm:alg type="hierChild">
          <dgm:param type="linDir" val="fromL"/>
        </dgm:alg>
      </dgm:if>
      <dgm:else name="Name2">
        <dgm:alg type="hierChild">
          <dgm:param type="linDir" val="fromR"/>
        </dgm:alg>
      </dgm:else>
    </dgm:choose>
    <dgm:shape xmlns:r="http://schemas.openxmlformats.org/officeDocument/2006/relationships" r:blip="">
      <dgm:adjLst/>
    </dgm:shape>
    <dgm:presOf/>
    <dgm:constrLst>
      <dgm:constr type="primFontSz" for="des" forName="rootText" op="equ" val="65"/>
      <dgm:constr type="primFontSz" for="des" forName="childText" op="equ" val="65"/>
      <dgm:constr type="w" for="des" forName="rootComposite" refType="w"/>
      <dgm:constr type="h" for="des" forName="rootComposite" refType="w" fact="0.5"/>
      <dgm:constr type="w" for="des" forName="childText" refType="w" refFor="des" refForName="rootComposite" fact="0.8"/>
      <dgm:constr type="h" for="des" forName="childText" refType="h" refFor="des" refForName="rootComposite"/>
      <dgm:constr type="sibSp" refType="w" refFor="des" refForName="rootComposite" fact="0.25"/>
      <dgm:constr type="sibSp" for="des" forName="childShape" refType="h" refFor="des" refForName="childText" fact="0.25"/>
      <dgm:constr type="sp" for="des" forName="root" refType="h" refFor="des" refForName="childText" fact="0.25"/>
    </dgm:constrLst>
    <dgm:ruleLst/>
    <dgm:forEach name="Name3" axis="ch">
      <dgm:forEach name="Name4" axis="self" ptType="node" cnt="1">
        <dgm:layoutNode name="root">
          <dgm:choose name="Name5">
            <dgm:if name="Name6" func="var" arg="dir" op="equ" val="norm">
              <dgm:alg type="hierRoot">
                <dgm:param type="hierAlign" val="tL"/>
              </dgm:alg>
            </dgm:if>
            <dgm:else name="Name7">
              <dgm:alg type="hierRoot">
                <dgm:param type="hierAlign" val="tR"/>
              </dgm:alg>
            </dgm:else>
          </dgm:choose>
          <dgm:shape xmlns:r="http://schemas.openxmlformats.org/officeDocument/2006/relationships" r:blip="">
            <dgm:adjLst/>
          </dgm:shape>
          <dgm:presOf/>
          <dgm:constrLst>
            <dgm:constr type="alignOff" val="0.2"/>
          </dgm:constrLst>
          <dgm:ruleLst/>
          <dgm:layoutNode name="rootComposite">
            <dgm:alg type="composite"/>
            <dgm:shape xmlns:r="http://schemas.openxmlformats.org/officeDocument/2006/relationships" r:blip="">
              <dgm:adjLst/>
            </dgm:shape>
            <dgm:presOf axis="self" ptType="node" cnt="1"/>
            <dgm:choose name="Name8">
              <dgm:if name="Name9" func="var" arg="dir" op="equ" val="norm">
                <dgm:constrLst>
                  <dgm:constr type="l" for="ch" forName="rootText"/>
                  <dgm:constr type="t" for="ch" forName="rootText"/>
                  <dgm:constr type="w" for="ch" forName="rootText" refType="w"/>
                  <dgm:constr type="h" for="ch" forName="rootText" refType="h"/>
                  <dgm:constr type="l" for="ch" forName="rootConnector"/>
                  <dgm:constr type="t" for="ch" forName="rootConnector"/>
                  <dgm:constr type="w" for="ch" forName="rootConnector" refType="w" refFor="ch" refForName="rootText" fact="0.2"/>
                  <dgm:constr type="h" for="ch" forName="rootConnector" refType="h" refFor="ch" refForName="rootText"/>
                </dgm:constrLst>
              </dgm:if>
              <dgm:else name="Name10">
                <dgm:constrLst>
                  <dgm:constr type="l" for="ch" forName="rootText"/>
                  <dgm:constr type="t" for="ch" forName="rootText"/>
                  <dgm:constr type="w" for="ch" forName="rootText" refType="w"/>
                  <dgm:constr type="h" for="ch" forName="rootText" refType="h"/>
                  <dgm:constr type="r" for="ch" forName="rootConnector" refType="w"/>
                  <dgm:constr type="t" for="ch" forName="rootConnector"/>
                  <dgm:constr type="w" for="ch" forName="rootConnector" refType="w" refFor="ch" refForName="rootText" fact="0.2"/>
                  <dgm:constr type="h" for="ch" forName="rootConnector" refType="h" refFor="ch" refForName="rootText"/>
                </dgm:constrLst>
              </dgm:else>
            </dgm:choose>
            <dgm:ruleLst/>
            <dgm:layoutNode name="rootText" styleLbl="node1">
              <dgm:alg type="tx"/>
              <dgm:shape xmlns:r="http://schemas.openxmlformats.org/officeDocument/2006/relationships" type="roundRect" r:blip="">
                <dgm:adjLst>
                  <dgm:adj idx="1" val="0.1"/>
                </dgm:adjLst>
              </dgm:shape>
              <dgm:presOf axis="self" ptType="node" cnt="1"/>
              <dgm:constrLst>
                <dgm:constr type="tMarg" refType="primFontSz" fact="0.1"/>
                <dgm:constr type="bMarg" refType="primFontSz" fact="0.1"/>
                <dgm:constr type="lMarg" refType="primFontSz" fact="0.15"/>
                <dgm:constr type="rMarg" refType="primFontSz" fact="0.15"/>
              </dgm:constrLst>
              <dgm:ruleLst>
                <dgm:rule type="primFontSz" val="5" fact="NaN" max="NaN"/>
              </dgm:ruleLst>
            </dgm:layoutNode>
            <dgm:layoutNode name="rootConnector" moveWith="rootText">
              <dgm:alg type="sp"/>
              <dgm:shape xmlns:r="http://schemas.openxmlformats.org/officeDocument/2006/relationships" type="roundRect" r:blip="" hideGeom="1">
                <dgm:adjLst>
                  <dgm:adj idx="1" val="0.1"/>
                </dgm:adjLst>
              </dgm:shape>
              <dgm:presOf axis="self" ptType="node" cnt="1"/>
              <dgm:constrLst/>
              <dgm:ruleLst/>
            </dgm:layoutNode>
          </dgm:layoutNode>
          <dgm:layoutNode name="childShape">
            <dgm:alg type="hierChild">
              <dgm:param type="chAlign" val="l"/>
              <dgm:param type="linDir" val="fromT"/>
            </dgm:alg>
            <dgm:shape xmlns:r="http://schemas.openxmlformats.org/officeDocument/2006/relationships" r:blip="">
              <dgm:adjLst/>
            </dgm:shape>
            <dgm:presOf/>
            <dgm:constrLst/>
            <dgm:ruleLst/>
            <dgm:forEach name="Name11" axis="ch">
              <dgm:forEach name="Name12" axis="self" ptType="parTrans" cnt="1">
                <dgm:layoutNode name="Name13">
                  <dgm:choose name="Name14">
                    <dgm:if name="Name15" func="var" arg="dir" op="equ" val="norm">
                      <dgm:alg type="conn">
                        <dgm:param type="dim" val="1D"/>
                        <dgm:param type="endSty" val="noArr"/>
                        <dgm:param type="connRout" val="bend"/>
                        <dgm:param type="srcNode" val="rootConnector"/>
                        <dgm:param type="begPts" val="bCtr"/>
                        <dgm:param type="endPts" val="midL"/>
                      </dgm:alg>
                    </dgm:if>
                    <dgm:else name="Name16">
                      <dgm:alg type="conn">
                        <dgm:param type="dim" val="1D"/>
                        <dgm:param type="endSty" val="noArr"/>
                        <dgm:param type="connRout" val="bend"/>
                        <dgm:param type="srcNode" val="rootConnector"/>
                        <dgm:param type="begPts" val="bCtr"/>
                        <dgm:param type="endPts" val="midR"/>
                      </dgm:alg>
                    </dgm:else>
                  </dgm:choose>
                  <dgm:shape xmlns:r="http://schemas.openxmlformats.org/officeDocument/2006/relationships" type="conn" r:blip="">
                    <dgm:adjLst/>
                  </dgm:shape>
                  <dgm:presOf axis="self"/>
                  <dgm:constrLst>
                    <dgm:constr type="begPad"/>
                    <dgm:constr type="endPad"/>
                  </dgm:constrLst>
                  <dgm:ruleLst/>
                </dgm:layoutNode>
              </dgm:forEach>
              <dgm:forEach name="Name17" axis="self" ptType="node">
                <dgm:layoutNode name="childText" styleLbl="bgAcc1">
                  <dgm:varLst>
                    <dgm:bulletEnabled val="1"/>
                  </dgm:varLst>
                  <dgm:alg type="tx"/>
                  <dgm:shape xmlns:r="http://schemas.openxmlformats.org/officeDocument/2006/relationships" type="roundRect" r:blip="">
                    <dgm:adjLst>
                      <dgm:adj idx="1" val="0.1"/>
                    </dgm:adjLst>
                  </dgm:shape>
                  <dgm:presOf axis="self desOrSelf" ptType="node node" st="1 1" cnt="1 0"/>
                  <dgm:constrLst>
                    <dgm:constr type="tMarg" refType="primFontSz" fact="0.1"/>
                    <dgm:constr type="bMarg" refType="primFontSz" fact="0.1"/>
                    <dgm:constr type="lMarg" refType="primFontSz" fact="0.15"/>
                    <dgm:constr type="rMarg" refType="primFontSz" fact="0.15"/>
                  </dgm:constrLst>
                  <dgm:ruleLst>
                    <dgm:rule type="primFontSz" val="5" fact="NaN" max="NaN"/>
                  </dgm:ruleLst>
                </dgm:layoutNode>
              </dgm:forEach>
            </dgm:forEach>
          </dgm:layoutNode>
        </dgm:layoutNode>
      </dgm:forEach>
    </dgm:forEach>
  </dgm:layoutNode>
</dgm:layoutDef>
</file>

<file path=ppt/diagrams/layout6.xml><?xml version="1.0" encoding="utf-8"?>
<dgm:layoutDef xmlns:dgm="http://schemas.openxmlformats.org/drawingml/2006/diagram" xmlns:a="http://schemas.openxmlformats.org/drawingml/2006/main" uniqueId="urn:microsoft.com/office/officeart/2005/8/layout/hierarchy3">
  <dgm:title val=""/>
  <dgm:desc val=""/>
  <dgm:catLst>
    <dgm:cat type="hierarchy" pri="7000"/>
    <dgm:cat type="list" pri="23000"/>
    <dgm:cat type="relationship" pri="15000"/>
    <dgm:cat type="convert" pri="7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Lst>
      <dgm:cxnLst>
        <dgm:cxn modelId="4" srcId="0" destId="1" srcOrd="0" destOrd="0"/>
        <dgm:cxn modelId="5" srcId="1" destId="11" srcOrd="0" destOrd="0"/>
        <dgm:cxn modelId="6" srcId="1" destId="12" srcOrd="1" destOrd="0"/>
        <dgm:cxn modelId="7" srcId="0" destId="2" srcOrd="1" destOrd="0"/>
        <dgm:cxn modelId="8" srcId="2" destId="21" srcOrd="0" destOrd="0"/>
        <dgm:cxn modelId="9" srcId="2" destId="22" srcOrd="1" destOrd="0"/>
      </dgm:cxnLst>
      <dgm:bg/>
      <dgm:whole/>
    </dgm:dataModel>
  </dgm:sampData>
  <dgm:styleData>
    <dgm:dataModel>
      <dgm:ptLst>
        <dgm:pt modelId="0" type="doc"/>
        <dgm:pt modelId="1"/>
        <dgm:pt modelId="11"/>
        <dgm:pt modelId="2"/>
        <dgm:pt modelId="21"/>
      </dgm:ptLst>
      <dgm:cxnLst>
        <dgm:cxn modelId="4" srcId="0" destId="1" srcOrd="0" destOrd="0"/>
        <dgm:cxn modelId="5" srcId="0" destId="2" srcOrd="1" destOrd="0"/>
        <dgm:cxn modelId="13" srcId="1" destId="11" srcOrd="0" destOrd="0"/>
        <dgm:cxn modelId="23" srcId="2" destId="2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diagram">
    <dgm:varLst>
      <dgm:chPref val="1"/>
      <dgm:dir/>
      <dgm:animOne val="branch"/>
      <dgm:animLvl val="lvl"/>
      <dgm:resizeHandles/>
    </dgm:varLst>
    <dgm:choose name="Name0">
      <dgm:if name="Name1" func="var" arg="dir" op="equ" val="norm">
        <dgm:alg type="hierChild">
          <dgm:param type="linDir" val="fromL"/>
        </dgm:alg>
      </dgm:if>
      <dgm:else name="Name2">
        <dgm:alg type="hierChild">
          <dgm:param type="linDir" val="fromR"/>
        </dgm:alg>
      </dgm:else>
    </dgm:choose>
    <dgm:shape xmlns:r="http://schemas.openxmlformats.org/officeDocument/2006/relationships" r:blip="">
      <dgm:adjLst/>
    </dgm:shape>
    <dgm:presOf/>
    <dgm:constrLst>
      <dgm:constr type="primFontSz" for="des" forName="rootText" op="equ" val="65"/>
      <dgm:constr type="primFontSz" for="des" forName="childText" op="equ" val="65"/>
      <dgm:constr type="w" for="des" forName="rootComposite" refType="w"/>
      <dgm:constr type="h" for="des" forName="rootComposite" refType="w" fact="0.5"/>
      <dgm:constr type="w" for="des" forName="childText" refType="w" refFor="des" refForName="rootComposite" fact="0.8"/>
      <dgm:constr type="h" for="des" forName="childText" refType="h" refFor="des" refForName="rootComposite"/>
      <dgm:constr type="sibSp" refType="w" refFor="des" refForName="rootComposite" fact="0.25"/>
      <dgm:constr type="sibSp" for="des" forName="childShape" refType="h" refFor="des" refForName="childText" fact="0.25"/>
      <dgm:constr type="sp" for="des" forName="root" refType="h" refFor="des" refForName="childText" fact="0.25"/>
    </dgm:constrLst>
    <dgm:ruleLst/>
    <dgm:forEach name="Name3" axis="ch">
      <dgm:forEach name="Name4" axis="self" ptType="node" cnt="1">
        <dgm:layoutNode name="root">
          <dgm:choose name="Name5">
            <dgm:if name="Name6" func="var" arg="dir" op="equ" val="norm">
              <dgm:alg type="hierRoot">
                <dgm:param type="hierAlign" val="tL"/>
              </dgm:alg>
            </dgm:if>
            <dgm:else name="Name7">
              <dgm:alg type="hierRoot">
                <dgm:param type="hierAlign" val="tR"/>
              </dgm:alg>
            </dgm:else>
          </dgm:choose>
          <dgm:shape xmlns:r="http://schemas.openxmlformats.org/officeDocument/2006/relationships" r:blip="">
            <dgm:adjLst/>
          </dgm:shape>
          <dgm:presOf/>
          <dgm:constrLst>
            <dgm:constr type="alignOff" val="0.2"/>
          </dgm:constrLst>
          <dgm:ruleLst/>
          <dgm:layoutNode name="rootComposite">
            <dgm:alg type="composite"/>
            <dgm:shape xmlns:r="http://schemas.openxmlformats.org/officeDocument/2006/relationships" r:blip="">
              <dgm:adjLst/>
            </dgm:shape>
            <dgm:presOf axis="self" ptType="node" cnt="1"/>
            <dgm:choose name="Name8">
              <dgm:if name="Name9" func="var" arg="dir" op="equ" val="norm">
                <dgm:constrLst>
                  <dgm:constr type="l" for="ch" forName="rootText"/>
                  <dgm:constr type="t" for="ch" forName="rootText"/>
                  <dgm:constr type="w" for="ch" forName="rootText" refType="w"/>
                  <dgm:constr type="h" for="ch" forName="rootText" refType="h"/>
                  <dgm:constr type="l" for="ch" forName="rootConnector"/>
                  <dgm:constr type="t" for="ch" forName="rootConnector"/>
                  <dgm:constr type="w" for="ch" forName="rootConnector" refType="w" refFor="ch" refForName="rootText" fact="0.2"/>
                  <dgm:constr type="h" for="ch" forName="rootConnector" refType="h" refFor="ch" refForName="rootText"/>
                </dgm:constrLst>
              </dgm:if>
              <dgm:else name="Name10">
                <dgm:constrLst>
                  <dgm:constr type="l" for="ch" forName="rootText"/>
                  <dgm:constr type="t" for="ch" forName="rootText"/>
                  <dgm:constr type="w" for="ch" forName="rootText" refType="w"/>
                  <dgm:constr type="h" for="ch" forName="rootText" refType="h"/>
                  <dgm:constr type="r" for="ch" forName="rootConnector" refType="w"/>
                  <dgm:constr type="t" for="ch" forName="rootConnector"/>
                  <dgm:constr type="w" for="ch" forName="rootConnector" refType="w" refFor="ch" refForName="rootText" fact="0.2"/>
                  <dgm:constr type="h" for="ch" forName="rootConnector" refType="h" refFor="ch" refForName="rootText"/>
                </dgm:constrLst>
              </dgm:else>
            </dgm:choose>
            <dgm:ruleLst/>
            <dgm:layoutNode name="rootText" styleLbl="node1">
              <dgm:alg type="tx"/>
              <dgm:shape xmlns:r="http://schemas.openxmlformats.org/officeDocument/2006/relationships" type="roundRect" r:blip="">
                <dgm:adjLst>
                  <dgm:adj idx="1" val="0.1"/>
                </dgm:adjLst>
              </dgm:shape>
              <dgm:presOf axis="self" ptType="node" cnt="1"/>
              <dgm:constrLst>
                <dgm:constr type="tMarg" refType="primFontSz" fact="0.1"/>
                <dgm:constr type="bMarg" refType="primFontSz" fact="0.1"/>
                <dgm:constr type="lMarg" refType="primFontSz" fact="0.15"/>
                <dgm:constr type="rMarg" refType="primFontSz" fact="0.15"/>
              </dgm:constrLst>
              <dgm:ruleLst>
                <dgm:rule type="primFontSz" val="5" fact="NaN" max="NaN"/>
              </dgm:ruleLst>
            </dgm:layoutNode>
            <dgm:layoutNode name="rootConnector" moveWith="rootText">
              <dgm:alg type="sp"/>
              <dgm:shape xmlns:r="http://schemas.openxmlformats.org/officeDocument/2006/relationships" type="roundRect" r:blip="" hideGeom="1">
                <dgm:adjLst>
                  <dgm:adj idx="1" val="0.1"/>
                </dgm:adjLst>
              </dgm:shape>
              <dgm:presOf axis="self" ptType="node" cnt="1"/>
              <dgm:constrLst/>
              <dgm:ruleLst/>
            </dgm:layoutNode>
          </dgm:layoutNode>
          <dgm:layoutNode name="childShape">
            <dgm:alg type="hierChild">
              <dgm:param type="chAlign" val="l"/>
              <dgm:param type="linDir" val="fromT"/>
            </dgm:alg>
            <dgm:shape xmlns:r="http://schemas.openxmlformats.org/officeDocument/2006/relationships" r:blip="">
              <dgm:adjLst/>
            </dgm:shape>
            <dgm:presOf/>
            <dgm:constrLst/>
            <dgm:ruleLst/>
            <dgm:forEach name="Name11" axis="ch">
              <dgm:forEach name="Name12" axis="self" ptType="parTrans" cnt="1">
                <dgm:layoutNode name="Name13">
                  <dgm:choose name="Name14">
                    <dgm:if name="Name15" func="var" arg="dir" op="equ" val="norm">
                      <dgm:alg type="conn">
                        <dgm:param type="dim" val="1D"/>
                        <dgm:param type="endSty" val="noArr"/>
                        <dgm:param type="connRout" val="bend"/>
                        <dgm:param type="srcNode" val="rootConnector"/>
                        <dgm:param type="begPts" val="bCtr"/>
                        <dgm:param type="endPts" val="midL"/>
                      </dgm:alg>
                    </dgm:if>
                    <dgm:else name="Name16">
                      <dgm:alg type="conn">
                        <dgm:param type="dim" val="1D"/>
                        <dgm:param type="endSty" val="noArr"/>
                        <dgm:param type="connRout" val="bend"/>
                        <dgm:param type="srcNode" val="rootConnector"/>
                        <dgm:param type="begPts" val="bCtr"/>
                        <dgm:param type="endPts" val="midR"/>
                      </dgm:alg>
                    </dgm:else>
                  </dgm:choose>
                  <dgm:shape xmlns:r="http://schemas.openxmlformats.org/officeDocument/2006/relationships" type="conn" r:blip="">
                    <dgm:adjLst/>
                  </dgm:shape>
                  <dgm:presOf axis="self"/>
                  <dgm:constrLst>
                    <dgm:constr type="begPad"/>
                    <dgm:constr type="endPad"/>
                  </dgm:constrLst>
                  <dgm:ruleLst/>
                </dgm:layoutNode>
              </dgm:forEach>
              <dgm:forEach name="Name17" axis="self" ptType="node">
                <dgm:layoutNode name="childText" styleLbl="bgAcc1">
                  <dgm:varLst>
                    <dgm:bulletEnabled val="1"/>
                  </dgm:varLst>
                  <dgm:alg type="tx"/>
                  <dgm:shape xmlns:r="http://schemas.openxmlformats.org/officeDocument/2006/relationships" type="roundRect" r:blip="">
                    <dgm:adjLst>
                      <dgm:adj idx="1" val="0.1"/>
                    </dgm:adjLst>
                  </dgm:shape>
                  <dgm:presOf axis="self desOrSelf" ptType="node node" st="1 1" cnt="1 0"/>
                  <dgm:constrLst>
                    <dgm:constr type="tMarg" refType="primFontSz" fact="0.1"/>
                    <dgm:constr type="bMarg" refType="primFontSz" fact="0.1"/>
                    <dgm:constr type="lMarg" refType="primFontSz" fact="0.15"/>
                    <dgm:constr type="rMarg" refType="primFontSz" fact="0.15"/>
                  </dgm:constrLst>
                  <dgm:ruleLst>
                    <dgm:rule type="primFontSz" val="5" fact="NaN" max="NaN"/>
                  </dgm:ruleLst>
                </dgm:layoutNode>
              </dgm:forEach>
            </dgm:forEach>
          </dgm:layoutNode>
        </dgm:layoutNode>
      </dgm:forEach>
    </dgm:forEach>
  </dgm:layoutNode>
</dgm:layoutDef>
</file>

<file path=ppt/diagrams/layout7.xml><?xml version="1.0" encoding="utf-8"?>
<dgm:layoutDef xmlns:dgm="http://schemas.openxmlformats.org/drawingml/2006/diagram" xmlns:a="http://schemas.openxmlformats.org/drawingml/2006/main" uniqueId="urn:microsoft.com/office/officeart/2005/8/layout/hierarchy3">
  <dgm:title val=""/>
  <dgm:desc val=""/>
  <dgm:catLst>
    <dgm:cat type="hierarchy" pri="7000"/>
    <dgm:cat type="list" pri="23000"/>
    <dgm:cat type="relationship" pri="15000"/>
    <dgm:cat type="convert" pri="7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Lst>
      <dgm:cxnLst>
        <dgm:cxn modelId="4" srcId="0" destId="1" srcOrd="0" destOrd="0"/>
        <dgm:cxn modelId="5" srcId="1" destId="11" srcOrd="0" destOrd="0"/>
        <dgm:cxn modelId="6" srcId="1" destId="12" srcOrd="1" destOrd="0"/>
        <dgm:cxn modelId="7" srcId="0" destId="2" srcOrd="1" destOrd="0"/>
        <dgm:cxn modelId="8" srcId="2" destId="21" srcOrd="0" destOrd="0"/>
        <dgm:cxn modelId="9" srcId="2" destId="22" srcOrd="1" destOrd="0"/>
      </dgm:cxnLst>
      <dgm:bg/>
      <dgm:whole/>
    </dgm:dataModel>
  </dgm:sampData>
  <dgm:styleData>
    <dgm:dataModel>
      <dgm:ptLst>
        <dgm:pt modelId="0" type="doc"/>
        <dgm:pt modelId="1"/>
        <dgm:pt modelId="11"/>
        <dgm:pt modelId="2"/>
        <dgm:pt modelId="21"/>
      </dgm:ptLst>
      <dgm:cxnLst>
        <dgm:cxn modelId="4" srcId="0" destId="1" srcOrd="0" destOrd="0"/>
        <dgm:cxn modelId="5" srcId="0" destId="2" srcOrd="1" destOrd="0"/>
        <dgm:cxn modelId="13" srcId="1" destId="11" srcOrd="0" destOrd="0"/>
        <dgm:cxn modelId="23" srcId="2" destId="2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diagram">
    <dgm:varLst>
      <dgm:chPref val="1"/>
      <dgm:dir/>
      <dgm:animOne val="branch"/>
      <dgm:animLvl val="lvl"/>
      <dgm:resizeHandles/>
    </dgm:varLst>
    <dgm:choose name="Name0">
      <dgm:if name="Name1" func="var" arg="dir" op="equ" val="norm">
        <dgm:alg type="hierChild">
          <dgm:param type="linDir" val="fromL"/>
        </dgm:alg>
      </dgm:if>
      <dgm:else name="Name2">
        <dgm:alg type="hierChild">
          <dgm:param type="linDir" val="fromR"/>
        </dgm:alg>
      </dgm:else>
    </dgm:choose>
    <dgm:shape xmlns:r="http://schemas.openxmlformats.org/officeDocument/2006/relationships" r:blip="">
      <dgm:adjLst/>
    </dgm:shape>
    <dgm:presOf/>
    <dgm:constrLst>
      <dgm:constr type="primFontSz" for="des" forName="rootText" op="equ" val="65"/>
      <dgm:constr type="primFontSz" for="des" forName="childText" op="equ" val="65"/>
      <dgm:constr type="w" for="des" forName="rootComposite" refType="w"/>
      <dgm:constr type="h" for="des" forName="rootComposite" refType="w" fact="0.5"/>
      <dgm:constr type="w" for="des" forName="childText" refType="w" refFor="des" refForName="rootComposite" fact="0.8"/>
      <dgm:constr type="h" for="des" forName="childText" refType="h" refFor="des" refForName="rootComposite"/>
      <dgm:constr type="sibSp" refType="w" refFor="des" refForName="rootComposite" fact="0.25"/>
      <dgm:constr type="sibSp" for="des" forName="childShape" refType="h" refFor="des" refForName="childText" fact="0.25"/>
      <dgm:constr type="sp" for="des" forName="root" refType="h" refFor="des" refForName="childText" fact="0.25"/>
    </dgm:constrLst>
    <dgm:ruleLst/>
    <dgm:forEach name="Name3" axis="ch">
      <dgm:forEach name="Name4" axis="self" ptType="node" cnt="1">
        <dgm:layoutNode name="root">
          <dgm:choose name="Name5">
            <dgm:if name="Name6" func="var" arg="dir" op="equ" val="norm">
              <dgm:alg type="hierRoot">
                <dgm:param type="hierAlign" val="tL"/>
              </dgm:alg>
            </dgm:if>
            <dgm:else name="Name7">
              <dgm:alg type="hierRoot">
                <dgm:param type="hierAlign" val="tR"/>
              </dgm:alg>
            </dgm:else>
          </dgm:choose>
          <dgm:shape xmlns:r="http://schemas.openxmlformats.org/officeDocument/2006/relationships" r:blip="">
            <dgm:adjLst/>
          </dgm:shape>
          <dgm:presOf/>
          <dgm:constrLst>
            <dgm:constr type="alignOff" val="0.2"/>
          </dgm:constrLst>
          <dgm:ruleLst/>
          <dgm:layoutNode name="rootComposite">
            <dgm:alg type="composite"/>
            <dgm:shape xmlns:r="http://schemas.openxmlformats.org/officeDocument/2006/relationships" r:blip="">
              <dgm:adjLst/>
            </dgm:shape>
            <dgm:presOf axis="self" ptType="node" cnt="1"/>
            <dgm:choose name="Name8">
              <dgm:if name="Name9" func="var" arg="dir" op="equ" val="norm">
                <dgm:constrLst>
                  <dgm:constr type="l" for="ch" forName="rootText"/>
                  <dgm:constr type="t" for="ch" forName="rootText"/>
                  <dgm:constr type="w" for="ch" forName="rootText" refType="w"/>
                  <dgm:constr type="h" for="ch" forName="rootText" refType="h"/>
                  <dgm:constr type="l" for="ch" forName="rootConnector"/>
                  <dgm:constr type="t" for="ch" forName="rootConnector"/>
                  <dgm:constr type="w" for="ch" forName="rootConnector" refType="w" refFor="ch" refForName="rootText" fact="0.2"/>
                  <dgm:constr type="h" for="ch" forName="rootConnector" refType="h" refFor="ch" refForName="rootText"/>
                </dgm:constrLst>
              </dgm:if>
              <dgm:else name="Name10">
                <dgm:constrLst>
                  <dgm:constr type="l" for="ch" forName="rootText"/>
                  <dgm:constr type="t" for="ch" forName="rootText"/>
                  <dgm:constr type="w" for="ch" forName="rootText" refType="w"/>
                  <dgm:constr type="h" for="ch" forName="rootText" refType="h"/>
                  <dgm:constr type="r" for="ch" forName="rootConnector" refType="w"/>
                  <dgm:constr type="t" for="ch" forName="rootConnector"/>
                  <dgm:constr type="w" for="ch" forName="rootConnector" refType="w" refFor="ch" refForName="rootText" fact="0.2"/>
                  <dgm:constr type="h" for="ch" forName="rootConnector" refType="h" refFor="ch" refForName="rootText"/>
                </dgm:constrLst>
              </dgm:else>
            </dgm:choose>
            <dgm:ruleLst/>
            <dgm:layoutNode name="rootText" styleLbl="node1">
              <dgm:alg type="tx"/>
              <dgm:shape xmlns:r="http://schemas.openxmlformats.org/officeDocument/2006/relationships" type="roundRect" r:blip="">
                <dgm:adjLst>
                  <dgm:adj idx="1" val="0.1"/>
                </dgm:adjLst>
              </dgm:shape>
              <dgm:presOf axis="self" ptType="node" cnt="1"/>
              <dgm:constrLst>
                <dgm:constr type="tMarg" refType="primFontSz" fact="0.1"/>
                <dgm:constr type="bMarg" refType="primFontSz" fact="0.1"/>
                <dgm:constr type="lMarg" refType="primFontSz" fact="0.15"/>
                <dgm:constr type="rMarg" refType="primFontSz" fact="0.15"/>
              </dgm:constrLst>
              <dgm:ruleLst>
                <dgm:rule type="primFontSz" val="5" fact="NaN" max="NaN"/>
              </dgm:ruleLst>
            </dgm:layoutNode>
            <dgm:layoutNode name="rootConnector" moveWith="rootText">
              <dgm:alg type="sp"/>
              <dgm:shape xmlns:r="http://schemas.openxmlformats.org/officeDocument/2006/relationships" type="roundRect" r:blip="" hideGeom="1">
                <dgm:adjLst>
                  <dgm:adj idx="1" val="0.1"/>
                </dgm:adjLst>
              </dgm:shape>
              <dgm:presOf axis="self" ptType="node" cnt="1"/>
              <dgm:constrLst/>
              <dgm:ruleLst/>
            </dgm:layoutNode>
          </dgm:layoutNode>
          <dgm:layoutNode name="childShape">
            <dgm:alg type="hierChild">
              <dgm:param type="chAlign" val="l"/>
              <dgm:param type="linDir" val="fromT"/>
            </dgm:alg>
            <dgm:shape xmlns:r="http://schemas.openxmlformats.org/officeDocument/2006/relationships" r:blip="">
              <dgm:adjLst/>
            </dgm:shape>
            <dgm:presOf/>
            <dgm:constrLst/>
            <dgm:ruleLst/>
            <dgm:forEach name="Name11" axis="ch">
              <dgm:forEach name="Name12" axis="self" ptType="parTrans" cnt="1">
                <dgm:layoutNode name="Name13">
                  <dgm:choose name="Name14">
                    <dgm:if name="Name15" func="var" arg="dir" op="equ" val="norm">
                      <dgm:alg type="conn">
                        <dgm:param type="dim" val="1D"/>
                        <dgm:param type="endSty" val="noArr"/>
                        <dgm:param type="connRout" val="bend"/>
                        <dgm:param type="srcNode" val="rootConnector"/>
                        <dgm:param type="begPts" val="bCtr"/>
                        <dgm:param type="endPts" val="midL"/>
                      </dgm:alg>
                    </dgm:if>
                    <dgm:else name="Name16">
                      <dgm:alg type="conn">
                        <dgm:param type="dim" val="1D"/>
                        <dgm:param type="endSty" val="noArr"/>
                        <dgm:param type="connRout" val="bend"/>
                        <dgm:param type="srcNode" val="rootConnector"/>
                        <dgm:param type="begPts" val="bCtr"/>
                        <dgm:param type="endPts" val="midR"/>
                      </dgm:alg>
                    </dgm:else>
                  </dgm:choose>
                  <dgm:shape xmlns:r="http://schemas.openxmlformats.org/officeDocument/2006/relationships" type="conn" r:blip="">
                    <dgm:adjLst/>
                  </dgm:shape>
                  <dgm:presOf axis="self"/>
                  <dgm:constrLst>
                    <dgm:constr type="begPad"/>
                    <dgm:constr type="endPad"/>
                  </dgm:constrLst>
                  <dgm:ruleLst/>
                </dgm:layoutNode>
              </dgm:forEach>
              <dgm:forEach name="Name17" axis="self" ptType="node">
                <dgm:layoutNode name="childText" styleLbl="bgAcc1">
                  <dgm:varLst>
                    <dgm:bulletEnabled val="1"/>
                  </dgm:varLst>
                  <dgm:alg type="tx"/>
                  <dgm:shape xmlns:r="http://schemas.openxmlformats.org/officeDocument/2006/relationships" type="roundRect" r:blip="">
                    <dgm:adjLst>
                      <dgm:adj idx="1" val="0.1"/>
                    </dgm:adjLst>
                  </dgm:shape>
                  <dgm:presOf axis="self desOrSelf" ptType="node node" st="1 1" cnt="1 0"/>
                  <dgm:constrLst>
                    <dgm:constr type="tMarg" refType="primFontSz" fact="0.1"/>
                    <dgm:constr type="bMarg" refType="primFontSz" fact="0.1"/>
                    <dgm:constr type="lMarg" refType="primFontSz" fact="0.15"/>
                    <dgm:constr type="rMarg" refType="primFontSz" fact="0.15"/>
                  </dgm:constrLst>
                  <dgm:ruleLst>
                    <dgm:rule type="primFontSz" val="5" fact="NaN" max="NaN"/>
                  </dgm:ruleLst>
                </dgm:layoutNode>
              </dgm:forEach>
            </dgm:forEach>
          </dgm:layoutNode>
        </dgm:layoutNode>
      </dgm:forEach>
    </dgm:forEach>
  </dgm:layoutNode>
</dgm:layoutDef>
</file>

<file path=ppt/diagrams/layout8.xml><?xml version="1.0" encoding="utf-8"?>
<dgm:layoutDef xmlns:dgm="http://schemas.openxmlformats.org/drawingml/2006/diagram" xmlns:a="http://schemas.openxmlformats.org/drawingml/2006/main" uniqueId="urn:microsoft.com/office/officeart/2005/8/layout/hierarchy3">
  <dgm:title val=""/>
  <dgm:desc val=""/>
  <dgm:catLst>
    <dgm:cat type="hierarchy" pri="7000"/>
    <dgm:cat type="list" pri="23000"/>
    <dgm:cat type="relationship" pri="15000"/>
    <dgm:cat type="convert" pri="7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Lst>
      <dgm:cxnLst>
        <dgm:cxn modelId="4" srcId="0" destId="1" srcOrd="0" destOrd="0"/>
        <dgm:cxn modelId="5" srcId="1" destId="11" srcOrd="0" destOrd="0"/>
        <dgm:cxn modelId="6" srcId="1" destId="12" srcOrd="1" destOrd="0"/>
        <dgm:cxn modelId="7" srcId="0" destId="2" srcOrd="1" destOrd="0"/>
        <dgm:cxn modelId="8" srcId="2" destId="21" srcOrd="0" destOrd="0"/>
        <dgm:cxn modelId="9" srcId="2" destId="22" srcOrd="1" destOrd="0"/>
      </dgm:cxnLst>
      <dgm:bg/>
      <dgm:whole/>
    </dgm:dataModel>
  </dgm:sampData>
  <dgm:styleData>
    <dgm:dataModel>
      <dgm:ptLst>
        <dgm:pt modelId="0" type="doc"/>
        <dgm:pt modelId="1"/>
        <dgm:pt modelId="11"/>
        <dgm:pt modelId="2"/>
        <dgm:pt modelId="21"/>
      </dgm:ptLst>
      <dgm:cxnLst>
        <dgm:cxn modelId="4" srcId="0" destId="1" srcOrd="0" destOrd="0"/>
        <dgm:cxn modelId="5" srcId="0" destId="2" srcOrd="1" destOrd="0"/>
        <dgm:cxn modelId="13" srcId="1" destId="11" srcOrd="0" destOrd="0"/>
        <dgm:cxn modelId="23" srcId="2" destId="2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diagram">
    <dgm:varLst>
      <dgm:chPref val="1"/>
      <dgm:dir/>
      <dgm:animOne val="branch"/>
      <dgm:animLvl val="lvl"/>
      <dgm:resizeHandles/>
    </dgm:varLst>
    <dgm:choose name="Name0">
      <dgm:if name="Name1" func="var" arg="dir" op="equ" val="norm">
        <dgm:alg type="hierChild">
          <dgm:param type="linDir" val="fromL"/>
        </dgm:alg>
      </dgm:if>
      <dgm:else name="Name2">
        <dgm:alg type="hierChild">
          <dgm:param type="linDir" val="fromR"/>
        </dgm:alg>
      </dgm:else>
    </dgm:choose>
    <dgm:shape xmlns:r="http://schemas.openxmlformats.org/officeDocument/2006/relationships" r:blip="">
      <dgm:adjLst/>
    </dgm:shape>
    <dgm:presOf/>
    <dgm:constrLst>
      <dgm:constr type="primFontSz" for="des" forName="rootText" op="equ" val="65"/>
      <dgm:constr type="primFontSz" for="des" forName="childText" op="equ" val="65"/>
      <dgm:constr type="w" for="des" forName="rootComposite" refType="w"/>
      <dgm:constr type="h" for="des" forName="rootComposite" refType="w" fact="0.5"/>
      <dgm:constr type="w" for="des" forName="childText" refType="w" refFor="des" refForName="rootComposite" fact="0.8"/>
      <dgm:constr type="h" for="des" forName="childText" refType="h" refFor="des" refForName="rootComposite"/>
      <dgm:constr type="sibSp" refType="w" refFor="des" refForName="rootComposite" fact="0.25"/>
      <dgm:constr type="sibSp" for="des" forName="childShape" refType="h" refFor="des" refForName="childText" fact="0.25"/>
      <dgm:constr type="sp" for="des" forName="root" refType="h" refFor="des" refForName="childText" fact="0.25"/>
    </dgm:constrLst>
    <dgm:ruleLst/>
    <dgm:forEach name="Name3" axis="ch">
      <dgm:forEach name="Name4" axis="self" ptType="node" cnt="1">
        <dgm:layoutNode name="root">
          <dgm:choose name="Name5">
            <dgm:if name="Name6" func="var" arg="dir" op="equ" val="norm">
              <dgm:alg type="hierRoot">
                <dgm:param type="hierAlign" val="tL"/>
              </dgm:alg>
            </dgm:if>
            <dgm:else name="Name7">
              <dgm:alg type="hierRoot">
                <dgm:param type="hierAlign" val="tR"/>
              </dgm:alg>
            </dgm:else>
          </dgm:choose>
          <dgm:shape xmlns:r="http://schemas.openxmlformats.org/officeDocument/2006/relationships" r:blip="">
            <dgm:adjLst/>
          </dgm:shape>
          <dgm:presOf/>
          <dgm:constrLst>
            <dgm:constr type="alignOff" val="0.2"/>
          </dgm:constrLst>
          <dgm:ruleLst/>
          <dgm:layoutNode name="rootComposite">
            <dgm:alg type="composite"/>
            <dgm:shape xmlns:r="http://schemas.openxmlformats.org/officeDocument/2006/relationships" r:blip="">
              <dgm:adjLst/>
            </dgm:shape>
            <dgm:presOf axis="self" ptType="node" cnt="1"/>
            <dgm:choose name="Name8">
              <dgm:if name="Name9" func="var" arg="dir" op="equ" val="norm">
                <dgm:constrLst>
                  <dgm:constr type="l" for="ch" forName="rootText"/>
                  <dgm:constr type="t" for="ch" forName="rootText"/>
                  <dgm:constr type="w" for="ch" forName="rootText" refType="w"/>
                  <dgm:constr type="h" for="ch" forName="rootText" refType="h"/>
                  <dgm:constr type="l" for="ch" forName="rootConnector"/>
                  <dgm:constr type="t" for="ch" forName="rootConnector"/>
                  <dgm:constr type="w" for="ch" forName="rootConnector" refType="w" refFor="ch" refForName="rootText" fact="0.2"/>
                  <dgm:constr type="h" for="ch" forName="rootConnector" refType="h" refFor="ch" refForName="rootText"/>
                </dgm:constrLst>
              </dgm:if>
              <dgm:else name="Name10">
                <dgm:constrLst>
                  <dgm:constr type="l" for="ch" forName="rootText"/>
                  <dgm:constr type="t" for="ch" forName="rootText"/>
                  <dgm:constr type="w" for="ch" forName="rootText" refType="w"/>
                  <dgm:constr type="h" for="ch" forName="rootText" refType="h"/>
                  <dgm:constr type="r" for="ch" forName="rootConnector" refType="w"/>
                  <dgm:constr type="t" for="ch" forName="rootConnector"/>
                  <dgm:constr type="w" for="ch" forName="rootConnector" refType="w" refFor="ch" refForName="rootText" fact="0.2"/>
                  <dgm:constr type="h" for="ch" forName="rootConnector" refType="h" refFor="ch" refForName="rootText"/>
                </dgm:constrLst>
              </dgm:else>
            </dgm:choose>
            <dgm:ruleLst/>
            <dgm:layoutNode name="rootText" styleLbl="node1">
              <dgm:alg type="tx"/>
              <dgm:shape xmlns:r="http://schemas.openxmlformats.org/officeDocument/2006/relationships" type="roundRect" r:blip="">
                <dgm:adjLst>
                  <dgm:adj idx="1" val="0.1"/>
                </dgm:adjLst>
              </dgm:shape>
              <dgm:presOf axis="self" ptType="node" cnt="1"/>
              <dgm:constrLst>
                <dgm:constr type="tMarg" refType="primFontSz" fact="0.1"/>
                <dgm:constr type="bMarg" refType="primFontSz" fact="0.1"/>
                <dgm:constr type="lMarg" refType="primFontSz" fact="0.15"/>
                <dgm:constr type="rMarg" refType="primFontSz" fact="0.15"/>
              </dgm:constrLst>
              <dgm:ruleLst>
                <dgm:rule type="primFontSz" val="5" fact="NaN" max="NaN"/>
              </dgm:ruleLst>
            </dgm:layoutNode>
            <dgm:layoutNode name="rootConnector" moveWith="rootText">
              <dgm:alg type="sp"/>
              <dgm:shape xmlns:r="http://schemas.openxmlformats.org/officeDocument/2006/relationships" type="roundRect" r:blip="" hideGeom="1">
                <dgm:adjLst>
                  <dgm:adj idx="1" val="0.1"/>
                </dgm:adjLst>
              </dgm:shape>
              <dgm:presOf axis="self" ptType="node" cnt="1"/>
              <dgm:constrLst/>
              <dgm:ruleLst/>
            </dgm:layoutNode>
          </dgm:layoutNode>
          <dgm:layoutNode name="childShape">
            <dgm:alg type="hierChild">
              <dgm:param type="chAlign" val="l"/>
              <dgm:param type="linDir" val="fromT"/>
            </dgm:alg>
            <dgm:shape xmlns:r="http://schemas.openxmlformats.org/officeDocument/2006/relationships" r:blip="">
              <dgm:adjLst/>
            </dgm:shape>
            <dgm:presOf/>
            <dgm:constrLst/>
            <dgm:ruleLst/>
            <dgm:forEach name="Name11" axis="ch">
              <dgm:forEach name="Name12" axis="self" ptType="parTrans" cnt="1">
                <dgm:layoutNode name="Name13">
                  <dgm:choose name="Name14">
                    <dgm:if name="Name15" func="var" arg="dir" op="equ" val="norm">
                      <dgm:alg type="conn">
                        <dgm:param type="dim" val="1D"/>
                        <dgm:param type="endSty" val="noArr"/>
                        <dgm:param type="connRout" val="bend"/>
                        <dgm:param type="srcNode" val="rootConnector"/>
                        <dgm:param type="begPts" val="bCtr"/>
                        <dgm:param type="endPts" val="midL"/>
                      </dgm:alg>
                    </dgm:if>
                    <dgm:else name="Name16">
                      <dgm:alg type="conn">
                        <dgm:param type="dim" val="1D"/>
                        <dgm:param type="endSty" val="noArr"/>
                        <dgm:param type="connRout" val="bend"/>
                        <dgm:param type="srcNode" val="rootConnector"/>
                        <dgm:param type="begPts" val="bCtr"/>
                        <dgm:param type="endPts" val="midR"/>
                      </dgm:alg>
                    </dgm:else>
                  </dgm:choose>
                  <dgm:shape xmlns:r="http://schemas.openxmlformats.org/officeDocument/2006/relationships" type="conn" r:blip="">
                    <dgm:adjLst/>
                  </dgm:shape>
                  <dgm:presOf axis="self"/>
                  <dgm:constrLst>
                    <dgm:constr type="begPad"/>
                    <dgm:constr type="endPad"/>
                  </dgm:constrLst>
                  <dgm:ruleLst/>
                </dgm:layoutNode>
              </dgm:forEach>
              <dgm:forEach name="Name17" axis="self" ptType="node">
                <dgm:layoutNode name="childText" styleLbl="bgAcc1">
                  <dgm:varLst>
                    <dgm:bulletEnabled val="1"/>
                  </dgm:varLst>
                  <dgm:alg type="tx"/>
                  <dgm:shape xmlns:r="http://schemas.openxmlformats.org/officeDocument/2006/relationships" type="roundRect" r:blip="">
                    <dgm:adjLst>
                      <dgm:adj idx="1" val="0.1"/>
                    </dgm:adjLst>
                  </dgm:shape>
                  <dgm:presOf axis="self desOrSelf" ptType="node node" st="1 1" cnt="1 0"/>
                  <dgm:constrLst>
                    <dgm:constr type="tMarg" refType="primFontSz" fact="0.1"/>
                    <dgm:constr type="bMarg" refType="primFontSz" fact="0.1"/>
                    <dgm:constr type="lMarg" refType="primFontSz" fact="0.15"/>
                    <dgm:constr type="rMarg" refType="primFontSz" fact="0.15"/>
                  </dgm:constrLst>
                  <dgm:ruleLst>
                    <dgm:rule type="primFontSz" val="5" fact="NaN" max="NaN"/>
                  </dgm:ruleLst>
                </dgm:layoutNode>
              </dgm:forEach>
            </dgm:forEach>
          </dgm:layoutNode>
        </dgm:layoutNode>
      </dgm:forEach>
    </dgm:forEach>
  </dgm:layoutNode>
</dgm:layoutDef>
</file>

<file path=ppt/diagrams/layout9.xml><?xml version="1.0" encoding="utf-8"?>
<dgm:layoutDef xmlns:dgm="http://schemas.openxmlformats.org/drawingml/2006/diagram" xmlns:a="http://schemas.openxmlformats.org/drawingml/2006/main" uniqueId="urn:microsoft.com/office/officeart/2018/2/layout/IconVerticalSolidList">
  <dgm:title val="Icon Vertical Solid List"/>
  <dgm:desc val="Use to show a series of visuals from top to bottom with Level 1 or Level 1 and Level 2 text grouped in a shape. Works best with icons or small pictures with lengthier descriptions."/>
  <dgm:catLst>
    <dgm:cat type="icon" pri="500"/>
  </dgm:catLst>
  <dgm:sampData useDef="1">
    <dgm:dataModel>
      <dgm:ptLst/>
      <dgm:bg/>
      <dgm:whole/>
    </dgm:dataModel>
  </dgm:sampData>
  <dgm:styleData useDef="1">
    <dgm:dataModel>
      <dgm:ptLst/>
      <dgm:bg/>
      <dgm:whole/>
    </dgm:dataModel>
  </dgm:styleData>
  <dgm:clrData useDef="1">
    <dgm:dataModel>
      <dgm:ptLst/>
      <dgm:bg/>
      <dgm:whole/>
    </dgm:dataModel>
  </dgm:clrData>
  <dgm:layoutNode name="root">
    <dgm:varLst>
      <dgm:dir/>
      <dgm:resizeHandles val="exact"/>
    </dgm:varLst>
    <dgm:choose name="Name0">
      <dgm:if name="Name1" axis="self" func="var" arg="dir" op="equ" val="norm">
        <dgm:alg type="lin">
          <dgm:param type="linDir" val="fromT"/>
          <dgm:param type="nodeHorzAlign" val="l"/>
        </dgm:alg>
      </dgm:if>
      <dgm:else name="Name2">
        <dgm:alg type="lin">
          <dgm:param type="linDir" val="fromT"/>
          <dgm:param type="nodeHorzAlign" val="r"/>
        </dgm:alg>
      </dgm:else>
    </dgm:choose>
    <dgm:shape xmlns:r="http://schemas.openxmlformats.org/officeDocument/2006/relationships" r:blip="">
      <dgm:adjLst/>
    </dgm:shape>
    <dgm:presOf/>
    <dgm:choose name="Name3">
      <dgm:if name="Name4" axis="ch" ptType="node" func="cnt" op="lte" val="3">
        <dgm:constrLst>
          <dgm:constr type="h" for="ch" forName="compNode" refType="h" fact="0.3"/>
          <dgm:constr type="w" for="ch" forName="compNode" refType="w"/>
          <dgm:constr type="h" for="ch" forName="sibTrans" refType="h" refFor="ch" refForName="compNode" fact="0.25"/>
          <dgm:constr type="primFontSz" for="des" forName="parTx" val="25"/>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if name="Name5" axis="ch" ptType="node" func="cnt" op="lte" val="4">
        <dgm:constrLst>
          <dgm:constr type="h" for="ch" forName="compNode" refType="h" fact="0.3"/>
          <dgm:constr type="w" for="ch" forName="compNode" refType="w"/>
          <dgm:constr type="h" for="ch" forName="sibTrans" refType="h" refFor="ch" refForName="compNode" fact="0.25"/>
          <dgm:constr type="primFontSz" for="des" forName="parTx" val="22"/>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if name="Name6" axis="ch" ptType="node" func="cnt" op="lte" val="6">
        <dgm:constrLst>
          <dgm:constr type="h" for="ch" forName="compNode" refType="h" fact="0.3"/>
          <dgm:constr type="w" for="ch" forName="compNode" refType="w"/>
          <dgm:constr type="h" for="ch" forName="sibTrans" refType="h" refFor="ch" refForName="compNode" fact="0.25"/>
          <dgm:constr type="primFontSz" for="des" forName="parTx" val="19"/>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else name="Name7">
        <dgm:constrLst>
          <dgm:constr type="h" for="ch" forName="compNode" refType="h" fact="0.3"/>
          <dgm:constr type="w" for="ch" forName="compNode" refType="w"/>
          <dgm:constr type="h" for="ch" forName="sibTrans" refType="h" refFor="ch" refForName="compNode" fact="0.25"/>
          <dgm:constr type="primFontSz" for="des" forName="parTx" val="16"/>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else>
    </dgm:choose>
    <dgm:ruleLst>
      <dgm:rule type="h" for="ch" forName="compNode" val="0" fact="NaN" max="NaN"/>
    </dgm:ruleLst>
    <dgm:forEach name="Name8" axis="ch" ptType="node">
      <dgm:layoutNode name="compNode">
        <dgm:alg type="composite"/>
        <dgm:shape xmlns:r="http://schemas.openxmlformats.org/officeDocument/2006/relationships" r:blip="">
          <dgm:adjLst/>
        </dgm:shape>
        <dgm:presOf axis="self"/>
        <dgm:choose name="Name9">
          <dgm:if name="Name10" axis="ch" ptType="node" func="cnt" op="gte" val="1">
            <dgm:constrLst>
              <dgm:constr type="w" for="ch" forName="bgRect" refType="w"/>
              <dgm:constr type="h" for="ch" forName="bgRect" refType="h"/>
              <dgm:constr type="l" for="ch" forName="bgRect"/>
              <dgm:constr type="t" for="ch" forName="bgRect"/>
              <dgm:constr type="h" for="ch" forName="iconRect" refType="h" fact="0.55"/>
              <dgm:constr type="w" for="ch" forName="iconRect" refType="h" refFor="ch" refForName="iconRect"/>
              <dgm:constr type="l" for="ch" forName="iconRect" refType="h" refFor="ch" refForName="iconRect" fact="0.55"/>
              <dgm:constr type="ctrY" for="ch" forName="iconRect" refType="ctrY" refFor="ch" refForName="bgRect"/>
              <dgm:constr type="w" for="ch" forName="spaceRect" refType="l" refFor="ch" refForName="iconRect"/>
              <dgm:constr type="h" for="ch" forName="spaceRect" refType="h"/>
              <dgm:constr type="l" for="ch" forName="spaceRect" refType="r" refFor="ch" refForName="iconRect"/>
              <dgm:constr type="t" for="ch" forName="spaceRect"/>
              <dgm:constr type="w" for="ch" forName="parTx" refType="w" fact="0.45"/>
              <dgm:constr type="h" for="ch" forName="parTx" refType="h"/>
              <dgm:constr type="l" for="ch" forName="parTx" refType="r" refFor="ch" refForName="spaceRect"/>
              <dgm:constr type="t" for="ch" forName="parTx"/>
              <dgm:constr type="h" for="ch" forName="desTx" refType="h"/>
              <dgm:constr type="l" for="ch" forName="desTx" refType="r" refFor="ch" refForName="parTx"/>
              <dgm:constr type="t" for="ch" forName="desTx"/>
            </dgm:constrLst>
          </dgm:if>
          <dgm:else name="Name11">
            <dgm:constrLst>
              <dgm:constr type="w" for="ch" forName="bgRect" refType="w"/>
              <dgm:constr type="h" for="ch" forName="bgRect" refType="h"/>
              <dgm:constr type="l" for="ch" forName="bgRect"/>
              <dgm:constr type="t" for="ch" forName="bgRect"/>
              <dgm:constr type="h" for="ch" forName="iconRect" refType="h" fact="0.55"/>
              <dgm:constr type="w" for="ch" forName="iconRect" refType="h" refFor="ch" refForName="iconRect"/>
              <dgm:constr type="l" for="ch" forName="iconRect" refType="h" refFor="ch" refForName="iconRect" fact="0.55"/>
              <dgm:constr type="ctrY" for="ch" forName="iconRect" refType="ctrY" refFor="ch" refForName="bgRect"/>
              <dgm:constr type="w" for="ch" forName="spaceRect" refType="l" refFor="ch" refForName="iconRect"/>
              <dgm:constr type="h" for="ch" forName="spaceRect" refType="h"/>
              <dgm:constr type="l" for="ch" forName="spaceRect" refType="r" refFor="ch" refForName="iconRect"/>
              <dgm:constr type="t" for="ch" forName="spaceRect"/>
              <dgm:constr type="h" for="ch" forName="parTx" refType="h"/>
              <dgm:constr type="l" for="ch" forName="parTx" refType="r" refFor="ch" refForName="spaceRect"/>
              <dgm:constr type="t" for="ch" forName="parTx"/>
            </dgm:constrLst>
          </dgm:else>
        </dgm:choose>
        <dgm:ruleLst>
          <dgm:rule type="h" val="INF" fact="NaN" max="NaN"/>
        </dgm:ruleLst>
        <dgm:layoutNode name="bgRect" styleLbl="bgShp">
          <dgm:alg type="sp"/>
          <dgm:shape xmlns:r="http://schemas.openxmlformats.org/officeDocument/2006/relationships" type="roundRect" r:blip="">
            <dgm:adjLst>
              <dgm:adj idx="1" val="0.1"/>
            </dgm:adjLst>
          </dgm:shape>
          <dgm:presOf/>
          <dgm:constrLst/>
          <dgm:ruleLst/>
        </dgm:layoutNode>
        <dgm:layoutNode name="iconRect" styleLbl="node1">
          <dgm:alg type="sp"/>
          <dgm:shape xmlns:r="http://schemas.openxmlformats.org/officeDocument/2006/relationships" type="rect" r:blip="" blipPhldr="1">
            <dgm:adjLst/>
          </dgm:shape>
          <dgm:presOf/>
          <dgm:constrLst/>
          <dgm:ruleLst/>
        </dgm:layoutNode>
        <dgm:layoutNode name="spaceRect">
          <dgm:alg type="sp"/>
          <dgm:shape xmlns:r="http://schemas.openxmlformats.org/officeDocument/2006/relationships" r:blip="">
            <dgm:adjLst/>
          </dgm:shape>
          <dgm:presOf/>
          <dgm:constrLst/>
          <dgm:ruleLst/>
        </dgm:layoutNode>
        <dgm:layoutNode name="parTx" styleLbl="revTx">
          <dgm:varLst>
            <dgm:chMax val="0"/>
            <dgm:chPref val="0"/>
          </dgm:varLst>
          <dgm:alg type="tx">
            <dgm:param type="txAnchorVert" val="mid"/>
            <dgm:param type="parTxLTRAlign" val="l"/>
            <dgm:param type="shpTxLTRAlignCh" val="l"/>
            <dgm:param type="parTxRTLAlign" val="r"/>
            <dgm:param type="shpTxRTLAlignCh" val="r"/>
          </dgm:alg>
          <dgm:shape xmlns:r="http://schemas.openxmlformats.org/officeDocument/2006/relationships" type="rect" r:blip="">
            <dgm:adjLst/>
          </dgm:shape>
          <dgm:presOf axis="self" ptType="node"/>
          <dgm:constrLst>
            <dgm:constr type="lMarg" refType="h" fact="0.3"/>
            <dgm:constr type="rMarg" refType="h" fact="0.3"/>
            <dgm:constr type="tMarg" refType="h" fact="0.3"/>
            <dgm:constr type="bMarg" refType="h" fact="0.3"/>
          </dgm:constrLst>
          <dgm:ruleLst>
            <dgm:rule type="primFontSz" val="14" fact="NaN" max="NaN"/>
            <dgm:rule type="h" val="INF" fact="NaN" max="NaN"/>
          </dgm:ruleLst>
        </dgm:layoutNode>
        <dgm:choose name="Name12">
          <dgm:if name="Name13" axis="ch" ptType="node" func="cnt" op="gte" val="1">
            <dgm:layoutNode name="desTx" styleLbl="revTx">
              <dgm:varLst/>
              <dgm:alg type="tx">
                <dgm:param type="txAnchorVertCh" val="mid"/>
                <dgm:param type="parTxLTRAlign" val="l"/>
                <dgm:param type="shpTxLTRAlignCh" val="l"/>
                <dgm:param type="parTxRTLAlign" val="r"/>
                <dgm:param type="shpTxRTLAlignCh" val="r"/>
                <dgm:param type="stBulletLvl" val="0"/>
              </dgm:alg>
              <dgm:shape xmlns:r="http://schemas.openxmlformats.org/officeDocument/2006/relationships" type="rect" r:blip="">
                <dgm:adjLst/>
              </dgm:shape>
              <dgm:presOf axis="des" ptType="node"/>
              <dgm:constrLst>
                <dgm:constr type="primFontSz" val="18"/>
                <dgm:constr type="secFontSz" refType="primFontSz"/>
                <dgm:constr type="lMarg" refType="h" fact="0.3"/>
                <dgm:constr type="rMarg" refType="h" fact="0.3"/>
                <dgm:constr type="tMarg" refType="h" fact="0.3"/>
                <dgm:constr type="bMarg" refType="h" fact="0.3"/>
              </dgm:constrLst>
              <dgm:ruleLst>
                <dgm:rule type="primFontSz" val="11" fact="NaN" max="NaN"/>
              </dgm:ruleLst>
            </dgm:layoutNode>
          </dgm:if>
          <dgm:else name="Name14"/>
        </dgm:choose>
      </dgm:layoutNode>
      <dgm:forEach name="Name15" axis="followSib" ptType="sibTrans" cnt="1">
        <dgm:layoutNode name="sibTrans">
          <dgm:alg type="sp"/>
          <dgm:shape xmlns:r="http://schemas.openxmlformats.org/officeDocument/2006/relationships" r:blip="">
            <dgm:adjLst/>
          </dgm:shape>
          <dgm:presOf axis="self"/>
          <dgm:constrLst/>
          <dgm:ruleLst/>
        </dgm:layoutNode>
      </dgm:forEach>
    </dgm:forEach>
  </dgm:layoutNode>
  <dgm:extLst>
    <a:ext uri="{68A01E43-0DF5-4B5B-8FA6-DAF915123BFB}">
      <dgm1612:lstStyle xmlns:dgm1612="http://schemas.microsoft.com/office/drawing/2016/12/diagram">
        <a:lvl1pPr>
          <a:lnSpc>
            <a:spcPct val="100000"/>
          </a:lnSpc>
        </a:lvl1pPr>
        <a:lvl2pPr>
          <a:lnSpc>
            <a:spcPct val="100000"/>
          </a:lnSpc>
        </a:lvl2pPr>
      </dgm1612:lstStyle>
    </a:ext>
  </dgm:extLst>
</dgm:layoutDef>
</file>

<file path=ppt/diagrams/layout10.xml><?xml version="1.0" encoding="utf-8"?>
<dgm:layoutDef xmlns:dgm="http://schemas.openxmlformats.org/drawingml/2006/diagram" xmlns:a="http://schemas.openxmlformats.org/drawingml/2006/main" uniqueId="urn:microsoft.com/office/officeart/2024/layout/HorizontalActionList">
  <dgm:title val=""/>
  <dgm:desc val=""/>
  <dgm:catLst>
    <dgm:cat type="textcard" pri="200"/>
  </dgm:catLst>
  <dgm:sampData>
    <dgm:dataModel>
      <dgm:ptLst>
        <dgm:pt modelId="0" type="doc"/>
        <dgm:pt modelId="1">
          <dgm:prSet phldr="1"/>
        </dgm:pt>
        <dgm:pt modelId="11">
          <dgm:prSet phldr="1"/>
        </dgm:pt>
        <dgm:pt modelId="2">
          <dgm:prSet phldr="1"/>
        </dgm:pt>
        <dgm:pt modelId="21">
          <dgm:prSet phldr="1"/>
        </dgm:pt>
        <dgm:pt modelId="3">
          <dgm:prSet phldr="1"/>
        </dgm:pt>
        <dgm:pt modelId="31">
          <dgm:prSet phldr="1"/>
        </dgm:pt>
      </dgm:ptLst>
      <dgm:cxnLst>
        <dgm:cxn modelId="4" srcId="0" destId="1" srcOrd="0" destOrd="0"/>
        <dgm:cxn modelId="5" srcId="0" destId="2" srcOrd="1" destOrd="0"/>
        <dgm:cxn modelId="6" srcId="0" destId="3" srcOrd="2" destOrd="0"/>
        <dgm:cxn modelId="13" srcId="1" destId="11" srcOrd="0" destOrd="0"/>
        <dgm:cxn modelId="23" srcId="2" destId="21" srcOrd="0" destOrd="0"/>
        <dgm:cxn modelId="33" srcId="3" destId="3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animLvl val="lvl"/>
      <dgm:resizeHandles val="exact"/>
    </dgm:varLst>
    <dgm:choose name="Name1">
      <dgm:if name="Name2" func="var" arg="dir" op="equ" val="norm">
        <dgm:alg type="lin"/>
      </dgm:if>
      <dgm:else name="Name3">
        <dgm:alg type="lin">
          <dgm:param type="linDir" val="fromR"/>
        </dgm:alg>
      </dgm:else>
    </dgm:choose>
    <dgm:shape xmlns:r="http://schemas.openxmlformats.org/officeDocument/2006/relationships" r:blip="">
      <dgm:adjLst/>
    </dgm:shape>
    <dgm:presOf/>
    <dgm:constrLst>
      <dgm:constr type="h" for="ch" forName="composite" refType="h" fact="0.95"/>
      <dgm:constr type="h" for="des" forName="composite" op="equ"/>
      <dgm:constr type="w" for="ch" forName="composite" refType="w"/>
      <dgm:constr type="w" for="des" forName="parTx"/>
      <dgm:constr type="h" for="des" forName="parTx" op="equ"/>
      <dgm:constr type="w" for="des" forName="bgOutline"/>
      <dgm:constr type="primFontSz" for="des" forName="parTx" val="54"/>
      <dgm:constr type="primFontSz" for="des" forName="bgOutline" refType="primFontSz" refFor="des" refForName="parTx" op="lte" fact="0.75"/>
      <dgm:constr type="h" for="des" forName="bgOutline" op="equ"/>
      <dgm:constr type="w" for="ch" forName="space" op="equ" val="3"/>
    </dgm:constrLst>
    <dgm:ruleLst>
      <dgm:rule type="w" for="ch" forName="composite" val="0" fact="NaN" max="NaN"/>
    </dgm:ruleLst>
    <dgm:forEach name="Name6" axis="ch" ptType="node">
      <dgm:layoutNode name="composite">
        <dgm:alg type="composite"/>
        <dgm:shape xmlns:r="http://schemas.openxmlformats.org/officeDocument/2006/relationships" r:blip="">
          <dgm:adjLst/>
        </dgm:shape>
        <dgm:presOf/>
        <dgm:constrLst>
          <dgm:constr type="l" for="ch" forName="parTx"/>
          <dgm:constr type="w" for="ch" forName="parTx" refType="w"/>
          <dgm:constr type="t" for="ch" forName="parTx"/>
          <dgm:constr type="l" for="ch" forName="bgOutline"/>
          <dgm:constr type="t" for="ch" forName="bgOutline" refType="h" refFor="ch" refForName="parTx" fact="0.97"/>
          <dgm:constr type="w" for="ch" forName="bgOutline" refType="w"/>
          <dgm:constr type="h" for="ch" forName="bgOutline" refType="h" fact="0.75"/>
        </dgm:constrLst>
        <dgm:ruleLst/>
        <dgm:layoutNode name="parTx" styleLbl="alignNode1">
          <dgm:varLst>
            <dgm:chMax val="0"/>
            <dgm:chPref val="0"/>
          </dgm:varLst>
          <dgm:alg type="tx">
            <dgm:param type="parTxLTRAlign" val="l"/>
            <dgm:param type="parTxRTLAlign" val="r"/>
          </dgm:alg>
          <dgm:shape xmlns:r="http://schemas.openxmlformats.org/officeDocument/2006/relationships" type="round2SameRect" r:blip="" zOrderOff="3">
            <dgm:adjLst>
              <dgm:adj idx="1" val="0.45"/>
            </dgm:adjLst>
          </dgm:shape>
          <dgm:presOf axis="self" ptType="node"/>
          <dgm:constrLst>
            <dgm:constr type="h" refType="w" op="lte" fact="0.3"/>
            <dgm:constr type="h"/>
            <dgm:constr type="tMarg" refType="w" fact="0.224"/>
            <dgm:constr type="bMarg" refType="w" fact="0.224"/>
            <dgm:constr type="lMarg" refType="w" fact="0.224"/>
            <dgm:constr type="rMarg" refType="w" fact="0.224"/>
          </dgm:constrLst>
          <dgm:ruleLst>
            <dgm:rule type="primFontSz" val="14" fact="NaN" max="NaN"/>
          </dgm:ruleLst>
        </dgm:layoutNode>
        <dgm:layoutNode name="bgOutline" styleLbl="fgAcc1">
          <dgm:varLst>
            <dgm:bulletEnabled/>
          </dgm:varLst>
          <dgm:alg type="tx">
            <dgm:param type="stBulletLvl" val="0"/>
            <dgm:param type="txAnchorVert" val="t"/>
            <dgm:param type="parTxLTRAlign" val="l"/>
            <dgm:param type="shpTxLTRAlignCh" val="l"/>
            <dgm:param type="parTxRTLAlign" val="r"/>
            <dgm:param type="shpTxRTLAlignCh" val="r"/>
          </dgm:alg>
          <dgm:shape xmlns:r="http://schemas.openxmlformats.org/officeDocument/2006/relationships" rot="180" type="round2SameRect" r:blip="">
            <dgm:adjLst>
              <dgm:adj idx="1" val="0.15"/>
              <dgm:adj idx="2" val="0"/>
            </dgm:adjLst>
          </dgm:shape>
          <dgm:presOf axis="des" ptType="node"/>
          <dgm:constrLst>
            <dgm:constr type="primFontSz" val="28"/>
            <dgm:constr type="tMarg" refType="w" fact="0.12"/>
            <dgm:constr type="bMarg" refType="w" fact="0.12"/>
            <dgm:constr type="lMarg" refType="w" fact="0.12"/>
            <dgm:constr type="rMarg" refType="w" fact="0.12"/>
          </dgm:constrLst>
          <dgm:ruleLst>
            <dgm:rule type="primFontSz" val="11" fact="NaN" max="NaN"/>
          </dgm:ruleLst>
        </dgm:layoutNode>
      </dgm:layoutNode>
      <dgm:forEach name="Name19" axis="followSib" ptType="sibTrans" cnt="1">
        <dgm:layoutNode name="space">
          <dgm:alg type="sp"/>
          <dgm:shape xmlns:r="http://schemas.openxmlformats.org/officeDocument/2006/relationships" r:blip="">
            <dgm:adjLst/>
          </dgm:shape>
          <dgm:presOf/>
          <dgm:constrLst/>
          <dgm:ruleLst/>
        </dgm:layoutNode>
      </dgm:forEach>
    </dgm:forEach>
  </dgm:layoutNode>
</dgm:layoutDef>
</file>

<file path=ppt/diagrams/layout11.xml><?xml version="1.0" encoding="utf-8"?>
<dgm:layoutDef xmlns:dgm="http://schemas.openxmlformats.org/drawingml/2006/diagram" xmlns:a="http://schemas.openxmlformats.org/drawingml/2006/main" uniqueId="urn:diagrams.loki3.com/BracketList">
  <dgm:title val="Vertical Bracket List"/>
  <dgm:desc val="Use to show grouped blocks of information.  Works well with large amounts of Level 2 text."/>
  <dgm:catLst>
    <dgm:cat type="list" pri="4110"/>
    <dgm:cat type="officeonline" pri="3000"/>
  </dgm:catLst>
  <dgm:sampData>
    <dgm:dataModel>
      <dgm:ptLst>
        <dgm:pt modelId="0" type="doc"/>
        <dgm:pt modelId="1">
          <dgm:prSet phldr="1"/>
        </dgm:pt>
        <dgm:pt modelId="11">
          <dgm:prSet phldr="1"/>
        </dgm:pt>
        <dgm:pt modelId="2">
          <dgm:prSet phldr="1"/>
        </dgm:pt>
        <dgm:pt modelId="21">
          <dgm:prSet phldr="1"/>
        </dgm:pt>
      </dgm:ptLst>
      <dgm:cxnLst>
        <dgm:cxn modelId="3" srcId="0" destId="1" srcOrd="0" destOrd="0"/>
        <dgm:cxn modelId="4" srcId="1" destId="11" srcOrd="0" destOrd="0"/>
        <dgm:cxn modelId="5" srcId="0" destId="2" srcOrd="0" destOrd="0"/>
        <dgm:cxn modelId="6" srcId="2" destId="21" srcOrd="0" destOrd="0"/>
      </dgm:cxnLst>
      <dgm:bg/>
      <dgm:whole/>
    </dgm:dataModel>
  </dgm:sampData>
  <dgm:styleData useDef="1">
    <dgm:dataModel>
      <dgm:ptLst/>
      <dgm:bg/>
      <dgm:whole/>
    </dgm:dataModel>
  </dgm:styleData>
  <dgm:clrData useDef="1">
    <dgm:dataModel>
      <dgm:ptLst/>
      <dgm:bg/>
      <dgm:whole/>
    </dgm:dataModel>
  </dgm:clrData>
  <dgm:layoutNode name="Name0">
    <dgm:varLst>
      <dgm:dir/>
      <dgm:animLvl val="lvl"/>
      <dgm:resizeHandles val="exact"/>
    </dgm:varLst>
    <dgm:choose name="Name1">
      <dgm:if name="Name2" func="var" arg="dir" op="equ" val="norm">
        <dgm:alg type="lin">
          <dgm:param type="linDir" val="fromT"/>
          <dgm:param type="nodeHorzAlign" val="l"/>
        </dgm:alg>
      </dgm:if>
      <dgm:else name="Name3">
        <dgm:alg type="lin">
          <dgm:param type="linDir" val="fromT"/>
          <dgm:param type="nodeHorzAlign" val="r"/>
        </dgm:alg>
      </dgm:else>
    </dgm:choose>
    <dgm:shape xmlns:r="http://schemas.openxmlformats.org/officeDocument/2006/relationships" r:blip="">
      <dgm:adjLst/>
    </dgm:shape>
    <dgm:presOf/>
    <dgm:constrLst>
      <dgm:constr type="h" for="ch" forName="linNode" refType="h"/>
      <dgm:constr type="w" for="ch" forName="linNode" refType="w"/>
      <dgm:constr type="h" for="ch" forName="spV" refType="primFontSz" refFor="des" refForName="parTx" fact="0.1"/>
      <dgm:constr type="primFontSz" for="des" forName="parTx" val="65"/>
      <dgm:constr type="primFontSz" for="des" forName="desTx" refType="primFontSz" refFor="des" refForName="parTx"/>
      <dgm:constr type="h" for="des" forName="parTx" refType="primFontSz" refFor="des" refForName="parTx" fact="0.55"/>
      <dgm:constr type="h" for="des" forName="bracket" refType="primFontSz" refFor="des" refForName="parTx" fact="0.55"/>
      <dgm:constr type="h" for="des" forName="desTx" refType="primFontSz" refFor="des" refForName="parTx" fact="0.55"/>
    </dgm:constrLst>
    <dgm:ruleLst>
      <dgm:rule type="primFontSz" for="des" forName="parTx" val="5" fact="NaN" max="NaN"/>
    </dgm:ruleLst>
    <dgm:forEach name="Name4" axis="ch" ptType="node">
      <dgm:layoutNode name="linNode">
        <dgm:choose name="Name5">
          <dgm:if name="Name6" func="var" arg="dir" op="equ" val="norm">
            <dgm:alg type="lin">
              <dgm:param type="linDir" val="fromL"/>
            </dgm:alg>
          </dgm:if>
          <dgm:else name="Name7">
            <dgm:alg type="lin">
              <dgm:param type="linDir" val="fromR"/>
            </dgm:alg>
          </dgm:else>
        </dgm:choose>
        <dgm:shape xmlns:r="http://schemas.openxmlformats.org/officeDocument/2006/relationships" r:blip="">
          <dgm:adjLst/>
        </dgm:shape>
        <dgm:presOf/>
        <dgm:constrLst>
          <dgm:constr type="w" for="ch" forName="parTx" refType="w" fact="0.25"/>
          <dgm:constr type="w" for="ch" forName="bracket" refType="w" fact="0.05"/>
          <dgm:constr type="w" for="ch" forName="spH" refType="w" fact="0.02"/>
          <dgm:constr type="w" for="ch" forName="desTx" refType="w" fact="0.68"/>
          <dgm:constr type="h" for="ch" forName="bracket" refType="h" refFor="ch" refForName="desTx" op="gte"/>
          <dgm:constr type="h" for="ch" forName="bracket" refType="h" refFor="ch" refForName="parTx" op="gte"/>
          <dgm:constr type="h" for="ch" forName="desTx" refType="h" refFor="ch" refForName="parTx" op="gte"/>
        </dgm:constrLst>
        <dgm:ruleLst/>
        <dgm:layoutNode name="parTx" styleLbl="revTx">
          <dgm:varLst>
            <dgm:chMax val="1"/>
            <dgm:bulletEnabled val="1"/>
          </dgm:varLst>
          <dgm:choose name="Name8">
            <dgm:if name="Name9" func="var" arg="dir" op="equ" val="norm">
              <dgm:alg type="tx">
                <dgm:param type="parTxLTRAlign" val="r"/>
              </dgm:alg>
            </dgm:if>
            <dgm:else name="Name10">
              <dgm:alg type="tx">
                <dgm:param type="parTxLTRAlign" val="l"/>
              </dgm:alg>
            </dgm:else>
          </dgm:choose>
          <dgm:shape xmlns:r="http://schemas.openxmlformats.org/officeDocument/2006/relationships" type="rect" r:blip="">
            <dgm:adjLst/>
          </dgm:shape>
          <dgm:presOf axis="self" ptType="node"/>
          <dgm:constrLst>
            <dgm:constr type="tMarg" refType="primFontSz" fact="0.2"/>
            <dgm:constr type="bMarg" refType="primFontSz" fact="0.2"/>
          </dgm:constrLst>
          <dgm:ruleLst>
            <dgm:rule type="h" val="INF" fact="NaN" max="NaN"/>
          </dgm:ruleLst>
        </dgm:layoutNode>
        <dgm:layoutNode name="bracket" styleLbl="parChTrans1D1">
          <dgm:alg type="sp"/>
          <dgm:choose name="Name11">
            <dgm:if name="Name12" func="var" arg="dir" op="equ" val="norm">
              <dgm:shape xmlns:r="http://schemas.openxmlformats.org/officeDocument/2006/relationships" type="leftBrace" r:blip="">
                <dgm:adjLst>
                  <dgm:adj idx="1" val="0.35"/>
                </dgm:adjLst>
              </dgm:shape>
            </dgm:if>
            <dgm:else name="Name13">
              <dgm:shape xmlns:r="http://schemas.openxmlformats.org/officeDocument/2006/relationships" rot="180" type="leftBrace" r:blip="">
                <dgm:adjLst>
                  <dgm:adj idx="1" val="0.35"/>
                </dgm:adjLst>
              </dgm:shape>
            </dgm:else>
          </dgm:choose>
          <dgm:presOf/>
        </dgm:layoutNode>
        <dgm:layoutNode name="spH">
          <dgm:alg type="sp"/>
        </dgm:layoutNode>
        <dgm:choose name="Name14">
          <dgm:if name="Name15" axis="ch" ptType="node" func="cnt" op="gte" val="1">
            <dgm:layoutNode name="desTx" styleLbl="node1">
              <dgm:varLst>
                <dgm:bulletEnabled val="1"/>
              </dgm:varLst>
              <dgm:alg type="tx">
                <dgm:param type="stBulletLvl" val="1"/>
                <dgm:param type="txAnchorVertCh" val="mid"/>
              </dgm:alg>
              <dgm:shape xmlns:r="http://schemas.openxmlformats.org/officeDocument/2006/relationships" type="rect" r:blip="">
                <dgm:adjLst/>
              </dgm:shape>
              <dgm:presOf axis="des" ptType="node"/>
              <dgm:constrLst>
                <dgm:constr type="secFontSz" refType="primFontSz"/>
                <dgm:constr type="tMarg" refType="primFontSz" fact="0.3"/>
                <dgm:constr type="bMarg" refType="primFontSz" fact="0.3"/>
                <dgm:constr type="lMarg" refType="primFontSz" fact="0.3"/>
                <dgm:constr type="rMarg" refType="primFontSz" fact="0.3"/>
              </dgm:constrLst>
              <dgm:ruleLst>
                <dgm:rule type="h" val="INF" fact="NaN" max="NaN"/>
              </dgm:ruleLst>
            </dgm:layoutNode>
          </dgm:if>
          <dgm:else name="Name16"/>
        </dgm:choose>
      </dgm:layoutNode>
      <dgm:forEach name="Name17" axis="followSib" ptType="sibTrans" cnt="1">
        <dgm:layoutNode name="spV">
          <dgm:alg type="sp"/>
        </dgm:layoutNode>
      </dgm:forEach>
    </dgm:forEach>
  </dgm:layoutNode>
</dgm:layoutDef>
</file>

<file path=ppt/diagrams/layout12.xml><?xml version="1.0" encoding="utf-8"?>
<dgm:layoutDef xmlns:dgm="http://schemas.openxmlformats.org/drawingml/2006/diagram" xmlns:a="http://schemas.openxmlformats.org/drawingml/2006/main" uniqueId="urn:microsoft.com/office/officeart/2005/8/layout/pyramid1">
  <dgm:title val=""/>
  <dgm:desc val=""/>
  <dgm:catLst>
    <dgm:cat type="pyramid" pri="1000"/>
  </dgm:catLst>
  <dgm:sampData useDef="1">
    <dgm:dataModel>
      <dgm:pt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animLvl val="lvl"/>
      <dgm:resizeHandles val="exact"/>
    </dgm:varLst>
    <dgm:choose name="Name1">
      <dgm:if name="Name2" func="var" arg="dir" op="equ" val="norm">
        <dgm:alg type="pyra">
          <dgm:param type="linDir" val="fromB"/>
          <dgm:param type="txDir" val="fromT"/>
          <dgm:param type="pyraAcctPos" val="aft"/>
          <dgm:param type="pyraAcctTxMar" val="step"/>
          <dgm:param type="pyraAcctBkgdNode" val="acctBkgd"/>
          <dgm:param type="pyraAcctTxNode" val="acctTx"/>
          <dgm:param type="pyraLvlNode" val="level"/>
        </dgm:alg>
      </dgm:if>
      <dgm:else name="Name3">
        <dgm:alg type="pyra">
          <dgm:param type="linDir" val="fromB"/>
          <dgm:param type="txDir" val="fromT"/>
          <dgm:param type="pyraAcctPos" val="bef"/>
          <dgm:param type="pyraAcctTxMar" val="step"/>
          <dgm:param type="pyraAcctBkgdNode" val="acctBkgd"/>
          <dgm:param type="pyraAcctTxNode" val="acctTx"/>
          <dgm:param type="pyraLvlNode" val="level"/>
        </dgm:alg>
      </dgm:else>
    </dgm:choose>
    <dgm:shape xmlns:r="http://schemas.openxmlformats.org/officeDocument/2006/relationships" r:blip="">
      <dgm:adjLst/>
    </dgm:shape>
    <dgm:presOf/>
    <dgm:choose name="Name4">
      <dgm:if name="Name5" axis="root des" ptType="all node" func="maxDepth" op="gte" val="2">
        <dgm:constrLst>
          <dgm:constr type="primFontSz" for="des" forName="levelTx" op="equ"/>
          <dgm:constr type="secFontSz" for="des" forName="acctTx" op="equ"/>
          <dgm:constr type="pyraAcctRatio" val="0.32"/>
        </dgm:constrLst>
      </dgm:if>
      <dgm:else name="Name6">
        <dgm:constrLst>
          <dgm:constr type="primFontSz" for="des" forName="levelTx" op="equ"/>
          <dgm:constr type="secFontSz" for="des" forName="acctTx" op="equ"/>
          <dgm:constr type="pyraAcctRatio"/>
        </dgm:constrLst>
      </dgm:else>
    </dgm:choose>
    <dgm:ruleLst/>
    <dgm:forEach name="Name7" axis="ch" ptType="node">
      <dgm:layoutNode name="Name8">
        <dgm:alg type="composite">
          <dgm:param type="horzAlign" val="none"/>
        </dgm:alg>
        <dgm:shape xmlns:r="http://schemas.openxmlformats.org/officeDocument/2006/relationships" r:blip="">
          <dgm:adjLst/>
        </dgm:shape>
        <dgm:presOf/>
        <dgm:choose name="Name9">
          <dgm:if name="Name10" axis="self" ptType="node" func="pos" op="equ" val="1">
            <dgm:constrLst>
              <dgm:constr type="ctrX" for="ch" forName="acctBkgd" val="1"/>
              <dgm:constr type="ctrY" for="ch" forName="acctBkgd" val="1"/>
              <dgm:constr type="w" for="ch" forName="acctBkgd" val="1"/>
              <dgm:constr type="h" for="ch" forName="acctBkgd" val="1"/>
              <dgm:constr type="ctrX" for="ch" forName="acctTx" val="1"/>
              <dgm:constr type="ctrY" for="ch" forName="acctTx" val="1"/>
              <dgm:constr type="w" for="ch" forName="acctTx" val="1"/>
              <dgm:constr type="h" for="ch" forName="acctTx" val="1"/>
              <dgm:constr type="ctrX" for="ch" forName="level" val="1"/>
              <dgm:constr type="ctrY" for="ch" forName="level" val="1"/>
              <dgm:constr type="w" for="ch" forName="level" val="1"/>
              <dgm:constr type="h" for="ch" forName="level" val="1"/>
              <dgm:constr type="ctrX" for="ch" forName="levelTx" refType="ctrX" refFor="ch" refForName="level"/>
              <dgm:constr type="ctrY" for="ch" forName="levelTx" refType="ctrY" refFor="ch" refForName="level"/>
              <dgm:constr type="w" for="ch" forName="levelTx" refType="w" refFor="ch" refForName="level"/>
              <dgm:constr type="h" for="ch" forName="levelTx" refType="h" refFor="ch" refForName="level"/>
            </dgm:constrLst>
          </dgm:if>
          <dgm:else name="Name11">
            <dgm:constrLst>
              <dgm:constr type="ctrX" for="ch" forName="acctBkgd" val="1"/>
              <dgm:constr type="ctrY" for="ch" forName="acctBkgd" val="1"/>
              <dgm:constr type="w" for="ch" forName="acctBkgd" val="1"/>
              <dgm:constr type="h" for="ch" forName="acctBkgd" val="1"/>
              <dgm:constr type="ctrX" for="ch" forName="acctTx" val="1"/>
              <dgm:constr type="ctrY" for="ch" forName="acctTx" val="1"/>
              <dgm:constr type="w" for="ch" forName="acctTx" val="1"/>
              <dgm:constr type="h" for="ch" forName="acctTx" val="1"/>
              <dgm:constr type="ctrX" for="ch" forName="level" val="1"/>
              <dgm:constr type="ctrY" for="ch" forName="level" val="1"/>
              <dgm:constr type="w" for="ch" forName="level" val="1"/>
              <dgm:constr type="h" for="ch" forName="level" val="1"/>
              <dgm:constr type="ctrX" for="ch" forName="levelTx" refType="ctrX" refFor="ch" refForName="level"/>
              <dgm:constr type="ctrY" for="ch" forName="levelTx" refType="ctrY" refFor="ch" refForName="level"/>
              <dgm:constr type="w" for="ch" forName="levelTx" refType="w" refFor="ch" refForName="level" fact="0.65"/>
              <dgm:constr type="h" for="ch" forName="levelTx" refType="h" refFor="ch" refForName="level"/>
            </dgm:constrLst>
          </dgm:else>
        </dgm:choose>
        <dgm:ruleLst/>
        <dgm:choose name="Name12">
          <dgm:if name="Name13" axis="ch" ptType="node" func="cnt" op="gte" val="1">
            <dgm:layoutNode name="acctBkgd" styleLbl="alignAcc1">
              <dgm:alg type="sp"/>
              <dgm:shape xmlns:r="http://schemas.openxmlformats.org/officeDocument/2006/relationships" type="nonIsoscelesTrapezoid" r:blip="">
                <dgm:adjLst/>
              </dgm:shape>
              <dgm:presOf axis="des" ptType="node"/>
              <dgm:constrLst/>
              <dgm:ruleLst/>
            </dgm:layoutNode>
            <dgm:layoutNode name="acctTx" styleLbl="alignAcc1">
              <dgm:varLst>
                <dgm:bulletEnabled val="1"/>
              </dgm:varLst>
              <dgm:alg type="tx">
                <dgm:param type="stBulletLvl" val="1"/>
                <dgm:param type="txAnchorVertCh" val="mid"/>
              </dgm:alg>
              <dgm:shape xmlns:r="http://schemas.openxmlformats.org/officeDocument/2006/relationships" type="nonIsoscelesTrapezoid" r:blip="" hideGeom="1">
                <dgm:adjLst/>
              </dgm:shape>
              <dgm:presOf axis="des" ptType="node"/>
              <dgm:constrLst>
                <dgm:constr type="secFontSz" val="65"/>
                <dgm:constr type="primFontSz" refType="secFontSz"/>
                <dgm:constr type="tMarg" refType="secFontSz" fact="0.3"/>
                <dgm:constr type="bMarg" refType="secFontSz" fact="0.3"/>
                <dgm:constr type="lMarg" refType="secFontSz" fact="0.3"/>
                <dgm:constr type="rMarg" refType="secFontSz" fact="0.3"/>
              </dgm:constrLst>
              <dgm:ruleLst>
                <dgm:rule type="secFontSz" val="5" fact="NaN" max="NaN"/>
              </dgm:ruleLst>
            </dgm:layoutNode>
          </dgm:if>
          <dgm:else name="Name14"/>
        </dgm:choose>
        <dgm:layoutNode name="level">
          <dgm:varLst>
            <dgm:chMax val="1"/>
            <dgm:bulletEnabled val="1"/>
          </dgm:varLst>
          <dgm:alg type="sp"/>
          <dgm:shape xmlns:r="http://schemas.openxmlformats.org/officeDocument/2006/relationships" type="trapezoid" r:blip="">
            <dgm:adjLst/>
          </dgm:shape>
          <dgm:presOf axis="self"/>
          <dgm:constrLst>
            <dgm:constr type="h" val="500"/>
            <dgm:constr type="w" val="1"/>
          </dgm:constrLst>
          <dgm:ruleLst/>
        </dgm:layoutNode>
        <dgm:layoutNode name="levelTx" styleLbl="revTx">
          <dgm:varLst>
            <dgm:chMax val="1"/>
            <dgm:bulletEnabled val="1"/>
          </dgm:varLst>
          <dgm:alg type="tx"/>
          <dgm:shape xmlns:r="http://schemas.openxmlformats.org/officeDocument/2006/relationships" type="rect" r:blip="" hideGeom="1">
            <dgm:adjLst/>
          </dgm:shape>
          <dgm:presOf axis="self"/>
          <dgm:constrLst>
            <dgm:constr type="tMarg" refType="primFontSz" fact="0.1"/>
            <dgm:constr type="bMarg" refType="primFontSz" fact="0.1"/>
            <dgm:constr type="lMarg" refType="primFontSz" fact="0.1"/>
            <dgm:constr type="rMarg" refType="primFontSz" fact="0.1"/>
            <dgm:constr type="primFontSz" val="65"/>
          </dgm:constrLst>
          <dgm:ruleLst>
            <dgm:rule type="primFontSz" val="5" fact="NaN" max="NaN"/>
          </dgm:ruleLst>
        </dgm:layoutNode>
      </dgm:layoutNode>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1#2">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xml><?xml version="1.0" encoding="utf-8"?>
<dgm:styleDef xmlns:dgm="http://schemas.openxmlformats.org/drawingml/2006/diagram" xmlns:a="http://schemas.openxmlformats.org/drawingml/2006/main" uniqueId="urn:microsoft.com/office/officeart/2005/8/quickstyle/simple1#3">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xml><?xml version="1.0" encoding="utf-8"?>
<dgm:styleDef xmlns:dgm="http://schemas.openxmlformats.org/drawingml/2006/diagram" xmlns:a="http://schemas.openxmlformats.org/drawingml/2006/main" uniqueId="urn:microsoft.com/office/officeart/2005/8/quickstyle/simple1#4">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xml><?xml version="1.0" encoding="utf-8"?>
<dgm:styleDef xmlns:dgm="http://schemas.openxmlformats.org/drawingml/2006/diagram" xmlns:a="http://schemas.openxmlformats.org/drawingml/2006/main" uniqueId="urn:microsoft.com/office/officeart/2005/8/quickstyle/simple1#5">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xml><?xml version="1.0" encoding="utf-8"?>
<dgm:styleDef xmlns:dgm="http://schemas.openxmlformats.org/drawingml/2006/diagram" xmlns:a="http://schemas.openxmlformats.org/drawingml/2006/main" uniqueId="urn:microsoft.com/office/officeart/2005/8/quickstyle/simple1#6">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xml><?xml version="1.0" encoding="utf-8"?>
<dgm:styleDef xmlns:dgm="http://schemas.openxmlformats.org/drawingml/2006/diagram" xmlns:a="http://schemas.openxmlformats.org/drawingml/2006/main" uniqueId="urn:microsoft.com/office/officeart/2005/8/quickstyle/simple1#7">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8.xml><?xml version="1.0" encoding="utf-8"?>
<dgm:styleDef xmlns:dgm="http://schemas.openxmlformats.org/drawingml/2006/diagram" xmlns:a="http://schemas.openxmlformats.org/drawingml/2006/main" uniqueId="urn:microsoft.com/office/officeart/2005/8/quickstyle/simple1#8">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9.xml><?xml version="1.0" encoding="utf-8"?>
<dgm:styleDef xmlns:dgm="http://schemas.openxmlformats.org/drawingml/2006/diagram" xmlns:a="http://schemas.openxmlformats.org/drawingml/2006/main" uniqueId="urn:microsoft.com/office/officeart/2005/8/quickstyle/simple1#9">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0.xml><?xml version="1.0" encoding="utf-8"?>
<dgm:styleDef xmlns:dgm="http://schemas.openxmlformats.org/drawingml/2006/diagram" xmlns:a="http://schemas.openxmlformats.org/drawingml/2006/main" uniqueId="urn:microsoft.com/office/officeart/2005/8/quickstyle/simple1#10">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1.xml><?xml version="1.0" encoding="utf-8"?>
<dgm:styleDef xmlns:dgm="http://schemas.openxmlformats.org/drawingml/2006/diagram" xmlns:a="http://schemas.openxmlformats.org/drawingml/2006/main" uniqueId="urn:microsoft.com/office/officeart/2005/8/quickstyle/simple1#1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2.xml><?xml version="1.0" encoding="utf-8"?>
<dgm:styleDef xmlns:dgm="http://schemas.openxmlformats.org/drawingml/2006/diagram" xmlns:a="http://schemas.openxmlformats.org/drawingml/2006/main" uniqueId="urn:microsoft.com/office/officeart/2005/8/quickstyle/simple1#12">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ink/ink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5-02-20T17:18:49.300"/>
    </inkml:context>
    <inkml:brush xml:id="br0">
      <inkml:brushProperty name="width" value="0.05" units="cm"/>
      <inkml:brushProperty name="height" value="0.05" units="cm"/>
      <inkml:brushProperty name="color" value="#008C3A"/>
    </inkml:brush>
  </inkml:definitions>
  <inkml:trace contextRef="#ctx0" brushRef="#br0">1 1 24575,'0'0'-8191</inkml:trace>
</inkml:ink>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6626" name="Rectangle 2"/>
          <p:cNvSpPr>
            <a:spLocks noGrp="1" noChangeArrowheads="1"/>
          </p:cNvSpPr>
          <p:nvPr>
            <p:ph type="hdr" sz="quarter"/>
          </p:nvPr>
        </p:nvSpPr>
        <p:spPr bwMode="auto">
          <a:xfrm>
            <a:off x="0" y="0"/>
            <a:ext cx="3170238" cy="479425"/>
          </a:xfrm>
          <a:prstGeom prst="rect">
            <a:avLst/>
          </a:prstGeom>
          <a:noFill/>
          <a:ln w="9525">
            <a:noFill/>
            <a:miter lim="800000"/>
            <a:headEnd/>
            <a:tailEnd/>
          </a:ln>
          <a:effectLst/>
        </p:spPr>
        <p:txBody>
          <a:bodyPr vert="horz" wrap="square" lIns="96661" tIns="48331" rIns="96661" bIns="48331" numCol="1" anchor="t" anchorCtr="0" compatLnSpc="1">
            <a:prstTxWarp prst="textNoShape">
              <a:avLst/>
            </a:prstTxWarp>
          </a:bodyPr>
          <a:lstStyle>
            <a:lvl1pPr algn="l" defTabSz="966788">
              <a:spcBef>
                <a:spcPct val="0"/>
              </a:spcBef>
              <a:defRPr sz="1300" b="0">
                <a:solidFill>
                  <a:schemeClr val="bg1"/>
                </a:solidFill>
                <a:latin typeface="Calibri" panose="020F0502020204030204" pitchFamily="34" charset="0"/>
              </a:defRPr>
            </a:lvl1pPr>
          </a:lstStyle>
          <a:p>
            <a:pPr>
              <a:defRPr/>
            </a:pPr>
            <a:endParaRPr lang="en-US" dirty="0"/>
          </a:p>
        </p:txBody>
      </p:sp>
      <p:sp>
        <p:nvSpPr>
          <p:cNvPr id="26627" name="Rectangle 3"/>
          <p:cNvSpPr>
            <a:spLocks noGrp="1" noChangeArrowheads="1"/>
          </p:cNvSpPr>
          <p:nvPr>
            <p:ph type="dt" idx="1"/>
          </p:nvPr>
        </p:nvSpPr>
        <p:spPr bwMode="auto">
          <a:xfrm>
            <a:off x="4144963" y="0"/>
            <a:ext cx="3170237" cy="479425"/>
          </a:xfrm>
          <a:prstGeom prst="rect">
            <a:avLst/>
          </a:prstGeom>
          <a:noFill/>
          <a:ln w="9525">
            <a:noFill/>
            <a:miter lim="800000"/>
            <a:headEnd/>
            <a:tailEnd/>
          </a:ln>
          <a:effectLst/>
        </p:spPr>
        <p:txBody>
          <a:bodyPr vert="horz" wrap="square" lIns="96661" tIns="48331" rIns="96661" bIns="48331" numCol="1" anchor="t" anchorCtr="0" compatLnSpc="1">
            <a:prstTxWarp prst="textNoShape">
              <a:avLst/>
            </a:prstTxWarp>
          </a:bodyPr>
          <a:lstStyle>
            <a:lvl1pPr algn="r" defTabSz="966788">
              <a:spcBef>
                <a:spcPct val="0"/>
              </a:spcBef>
              <a:defRPr sz="1300" b="0">
                <a:solidFill>
                  <a:schemeClr val="bg1"/>
                </a:solidFill>
                <a:latin typeface="Calibri" panose="020F0502020204030204" pitchFamily="34" charset="0"/>
              </a:defRPr>
            </a:lvl1pPr>
          </a:lstStyle>
          <a:p>
            <a:pPr>
              <a:defRPr/>
            </a:pPr>
            <a:endParaRPr lang="en-US" dirty="0"/>
          </a:p>
        </p:txBody>
      </p:sp>
      <p:sp>
        <p:nvSpPr>
          <p:cNvPr id="28676" name="Rectangle 4"/>
          <p:cNvSpPr>
            <a:spLocks noGrp="1" noRot="1" noChangeAspect="1" noChangeArrowheads="1" noTextEdit="1"/>
          </p:cNvSpPr>
          <p:nvPr>
            <p:ph type="sldImg" idx="2"/>
          </p:nvPr>
        </p:nvSpPr>
        <p:spPr bwMode="auto">
          <a:xfrm>
            <a:off x="1257300" y="720725"/>
            <a:ext cx="4800600" cy="3600450"/>
          </a:xfrm>
          <a:prstGeom prst="rect">
            <a:avLst/>
          </a:prstGeom>
          <a:noFill/>
          <a:ln w="9525">
            <a:solidFill>
              <a:srgbClr val="000000"/>
            </a:solidFill>
            <a:miter lim="800000"/>
            <a:headEnd/>
            <a:tailEnd/>
          </a:ln>
        </p:spPr>
      </p:sp>
      <p:sp>
        <p:nvSpPr>
          <p:cNvPr id="26629" name="Rectangle 5"/>
          <p:cNvSpPr>
            <a:spLocks noGrp="1" noChangeArrowheads="1"/>
          </p:cNvSpPr>
          <p:nvPr>
            <p:ph type="body" sz="quarter" idx="3"/>
          </p:nvPr>
        </p:nvSpPr>
        <p:spPr bwMode="auto">
          <a:xfrm>
            <a:off x="974725" y="4560888"/>
            <a:ext cx="5365750" cy="4319587"/>
          </a:xfrm>
          <a:prstGeom prst="rect">
            <a:avLst/>
          </a:prstGeom>
          <a:noFill/>
          <a:ln w="9525">
            <a:noFill/>
            <a:miter lim="800000"/>
            <a:headEnd/>
            <a:tailEnd/>
          </a:ln>
          <a:effectLst/>
        </p:spPr>
        <p:txBody>
          <a:bodyPr vert="horz" wrap="square" lIns="96661" tIns="48331" rIns="96661" bIns="48331" numCol="1" anchor="t" anchorCtr="0" compatLnSpc="1">
            <a:prstTxWarp prst="textNoShape">
              <a:avLst/>
            </a:prstTxWarp>
          </a:bodyPr>
          <a:lstStyle/>
          <a:p>
            <a:pPr lvl="0"/>
            <a:r>
              <a:rPr lang="en-US" noProof="0" dirty="0"/>
              <a:t>Click to edit Master text styles</a:t>
            </a:r>
          </a:p>
          <a:p>
            <a:pPr lvl="1"/>
            <a:r>
              <a:rPr lang="en-US" noProof="0" dirty="0"/>
              <a:t>Second level</a:t>
            </a:r>
          </a:p>
          <a:p>
            <a:pPr lvl="2"/>
            <a:r>
              <a:rPr lang="en-US" noProof="0" dirty="0"/>
              <a:t>Third level</a:t>
            </a:r>
          </a:p>
          <a:p>
            <a:pPr lvl="3"/>
            <a:r>
              <a:rPr lang="en-US" noProof="0" dirty="0"/>
              <a:t>Fourth level</a:t>
            </a:r>
          </a:p>
          <a:p>
            <a:pPr lvl="4"/>
            <a:r>
              <a:rPr lang="en-US" noProof="0" dirty="0"/>
              <a:t>Fifth level</a:t>
            </a:r>
          </a:p>
        </p:txBody>
      </p:sp>
      <p:sp>
        <p:nvSpPr>
          <p:cNvPr id="26630" name="Rectangle 6"/>
          <p:cNvSpPr>
            <a:spLocks noGrp="1" noChangeArrowheads="1"/>
          </p:cNvSpPr>
          <p:nvPr>
            <p:ph type="ftr" sz="quarter" idx="4"/>
          </p:nvPr>
        </p:nvSpPr>
        <p:spPr bwMode="auto">
          <a:xfrm>
            <a:off x="0" y="9121775"/>
            <a:ext cx="3170238" cy="479425"/>
          </a:xfrm>
          <a:prstGeom prst="rect">
            <a:avLst/>
          </a:prstGeom>
          <a:noFill/>
          <a:ln w="9525">
            <a:noFill/>
            <a:miter lim="800000"/>
            <a:headEnd/>
            <a:tailEnd/>
          </a:ln>
          <a:effectLst/>
        </p:spPr>
        <p:txBody>
          <a:bodyPr vert="horz" wrap="square" lIns="96661" tIns="48331" rIns="96661" bIns="48331" numCol="1" anchor="b" anchorCtr="0" compatLnSpc="1">
            <a:prstTxWarp prst="textNoShape">
              <a:avLst/>
            </a:prstTxWarp>
          </a:bodyPr>
          <a:lstStyle>
            <a:lvl1pPr algn="l" defTabSz="966788">
              <a:spcBef>
                <a:spcPct val="0"/>
              </a:spcBef>
              <a:defRPr sz="1300" b="0">
                <a:solidFill>
                  <a:schemeClr val="bg1"/>
                </a:solidFill>
                <a:latin typeface="Calibri" panose="020F0502020204030204" pitchFamily="34" charset="0"/>
              </a:defRPr>
            </a:lvl1pPr>
          </a:lstStyle>
          <a:p>
            <a:pPr>
              <a:defRPr/>
            </a:pPr>
            <a:endParaRPr lang="en-US" dirty="0"/>
          </a:p>
        </p:txBody>
      </p:sp>
      <p:sp>
        <p:nvSpPr>
          <p:cNvPr id="26631" name="Rectangle 7"/>
          <p:cNvSpPr>
            <a:spLocks noGrp="1" noChangeArrowheads="1"/>
          </p:cNvSpPr>
          <p:nvPr>
            <p:ph type="sldNum" sz="quarter" idx="5"/>
          </p:nvPr>
        </p:nvSpPr>
        <p:spPr bwMode="auto">
          <a:xfrm>
            <a:off x="4144963" y="9121775"/>
            <a:ext cx="3170237" cy="479425"/>
          </a:xfrm>
          <a:prstGeom prst="rect">
            <a:avLst/>
          </a:prstGeom>
          <a:noFill/>
          <a:ln w="9525">
            <a:noFill/>
            <a:miter lim="800000"/>
            <a:headEnd/>
            <a:tailEnd/>
          </a:ln>
          <a:effectLst/>
        </p:spPr>
        <p:txBody>
          <a:bodyPr vert="horz" wrap="square" lIns="96661" tIns="48331" rIns="96661" bIns="48331" numCol="1" anchor="b" anchorCtr="0" compatLnSpc="1">
            <a:prstTxWarp prst="textNoShape">
              <a:avLst/>
            </a:prstTxWarp>
          </a:bodyPr>
          <a:lstStyle>
            <a:lvl1pPr algn="r" defTabSz="966788">
              <a:spcBef>
                <a:spcPct val="0"/>
              </a:spcBef>
              <a:defRPr sz="1300" b="0">
                <a:solidFill>
                  <a:schemeClr val="bg1"/>
                </a:solidFill>
                <a:latin typeface="Calibri" panose="020F0502020204030204" pitchFamily="34" charset="0"/>
              </a:defRPr>
            </a:lvl1pPr>
          </a:lstStyle>
          <a:p>
            <a:pPr>
              <a:defRPr/>
            </a:pPr>
            <a:fld id="{767FC3A7-0F7B-44C6-ACD4-A5FC741D946B}" type="slidenum">
              <a:rPr lang="en-US" smtClean="0"/>
              <a:pPr>
                <a:defRPr/>
              </a:pPr>
              <a:t>‹#›</a:t>
            </a:fld>
            <a:endParaRPr lang="en-US" dirty="0"/>
          </a:p>
        </p:txBody>
      </p:sp>
    </p:spTree>
  </p:cSld>
  <p:clrMap bg1="lt1" tx1="dk1" bg2="lt2" tx2="dk2" accent1="accent1" accent2="accent2" accent3="accent3" accent4="accent4" accent5="accent5" accent6="accent6" hlink="hlink" folHlink="folHlink"/>
  <p:notesStyle>
    <a:lvl1pPr algn="l" rtl="0" eaLnBrk="0" fontAlgn="base" hangingPunct="0">
      <a:spcBef>
        <a:spcPct val="30000"/>
      </a:spcBef>
      <a:spcAft>
        <a:spcPct val="0"/>
      </a:spcAft>
      <a:defRPr sz="1200" kern="1200">
        <a:solidFill>
          <a:schemeClr val="tx1"/>
        </a:solidFill>
        <a:latin typeface="Calibri" panose="020F0502020204030204" pitchFamily="34" charset="0"/>
        <a:ea typeface="+mn-ea"/>
        <a:cs typeface="+mn-cs"/>
      </a:defRPr>
    </a:lvl1pPr>
    <a:lvl2pPr marL="457200" algn="l" rtl="0" eaLnBrk="0" fontAlgn="base" hangingPunct="0">
      <a:spcBef>
        <a:spcPct val="30000"/>
      </a:spcBef>
      <a:spcAft>
        <a:spcPct val="0"/>
      </a:spcAft>
      <a:defRPr sz="1200" kern="1200">
        <a:solidFill>
          <a:schemeClr val="tx1"/>
        </a:solidFill>
        <a:latin typeface="Calibri" panose="020F0502020204030204" pitchFamily="34" charset="0"/>
        <a:ea typeface="+mn-ea"/>
        <a:cs typeface="+mn-cs"/>
      </a:defRPr>
    </a:lvl2pPr>
    <a:lvl3pPr marL="914400" algn="l" rtl="0" eaLnBrk="0" fontAlgn="base" hangingPunct="0">
      <a:spcBef>
        <a:spcPct val="30000"/>
      </a:spcBef>
      <a:spcAft>
        <a:spcPct val="0"/>
      </a:spcAft>
      <a:defRPr sz="1200" kern="1200">
        <a:solidFill>
          <a:schemeClr val="tx1"/>
        </a:solidFill>
        <a:latin typeface="Calibri" panose="020F0502020204030204" pitchFamily="34" charset="0"/>
        <a:ea typeface="+mn-ea"/>
        <a:cs typeface="+mn-cs"/>
      </a:defRPr>
    </a:lvl3pPr>
    <a:lvl4pPr marL="1371600" algn="l" rtl="0" eaLnBrk="0" fontAlgn="base" hangingPunct="0">
      <a:spcBef>
        <a:spcPct val="30000"/>
      </a:spcBef>
      <a:spcAft>
        <a:spcPct val="0"/>
      </a:spcAft>
      <a:defRPr sz="1200" kern="1200">
        <a:solidFill>
          <a:schemeClr val="tx1"/>
        </a:solidFill>
        <a:latin typeface="Calibri" panose="020F0502020204030204" pitchFamily="34" charset="0"/>
        <a:ea typeface="+mn-ea"/>
        <a:cs typeface="+mn-cs"/>
      </a:defRPr>
    </a:lvl4pPr>
    <a:lvl5pPr marL="1828800" algn="l" rtl="0" eaLnBrk="0" fontAlgn="base" hangingPunct="0">
      <a:spcBef>
        <a:spcPct val="30000"/>
      </a:spcBef>
      <a:spcAft>
        <a:spcPct val="0"/>
      </a:spcAft>
      <a:defRPr sz="1200" kern="1200">
        <a:solidFill>
          <a:schemeClr val="tx1"/>
        </a:solidFill>
        <a:latin typeface="Calibri" panose="020F0502020204030204" pitchFamily="34" charset="0"/>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9698" name="Slide Image Placeholder 1"/>
          <p:cNvSpPr>
            <a:spLocks noGrp="1" noRot="1" noChangeAspect="1" noTextEdit="1"/>
          </p:cNvSpPr>
          <p:nvPr>
            <p:ph type="sldImg"/>
          </p:nvPr>
        </p:nvSpPr>
        <p:spPr>
          <a:xfrm>
            <a:off x="1257300" y="720725"/>
            <a:ext cx="4800600" cy="3600450"/>
          </a:xfrm>
          <a:ln/>
        </p:spPr>
      </p:sp>
      <p:sp>
        <p:nvSpPr>
          <p:cNvPr id="29699" name="Notes Placeholder 2"/>
          <p:cNvSpPr>
            <a:spLocks noGrp="1"/>
          </p:cNvSpPr>
          <p:nvPr>
            <p:ph type="body" idx="1"/>
          </p:nvPr>
        </p:nvSpPr>
        <p:spPr>
          <a:noFill/>
          <a:ln/>
        </p:spPr>
        <p:txBody>
          <a:bodyPr/>
          <a:lstStyle/>
          <a:p>
            <a:endParaRPr lang="en-US" dirty="0"/>
          </a:p>
        </p:txBody>
      </p:sp>
      <p:sp>
        <p:nvSpPr>
          <p:cNvPr id="29700" name="Slide Number Placeholder 3"/>
          <p:cNvSpPr>
            <a:spLocks noGrp="1"/>
          </p:cNvSpPr>
          <p:nvPr>
            <p:ph type="sldNum" sz="quarter" idx="5"/>
          </p:nvPr>
        </p:nvSpPr>
        <p:spPr>
          <a:noFill/>
        </p:spPr>
        <p:txBody>
          <a:bodyPr/>
          <a:lstStyle/>
          <a:p>
            <a:fld id="{25AD7B03-BE14-45DB-B0F7-17EB6D027DC3}" type="slidenum">
              <a:rPr lang="en-US" smtClean="0"/>
              <a:pPr/>
              <a:t>1</a:t>
            </a:fld>
            <a:endParaRPr lang="en-US" dirty="0"/>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5842" name="Slide Image Placeholder 1"/>
          <p:cNvSpPr>
            <a:spLocks noGrp="1" noRot="1" noChangeAspect="1" noTextEdit="1"/>
          </p:cNvSpPr>
          <p:nvPr>
            <p:ph type="sldImg"/>
          </p:nvPr>
        </p:nvSpPr>
        <p:spPr>
          <a:xfrm>
            <a:off x="1257300" y="720725"/>
            <a:ext cx="4800600" cy="3600450"/>
          </a:xfrm>
          <a:ln/>
        </p:spPr>
      </p:sp>
      <p:sp>
        <p:nvSpPr>
          <p:cNvPr id="35843" name="Notes Placeholder 2"/>
          <p:cNvSpPr>
            <a:spLocks noGrp="1"/>
          </p:cNvSpPr>
          <p:nvPr>
            <p:ph type="body" idx="1"/>
          </p:nvPr>
        </p:nvSpPr>
        <p:spPr>
          <a:noFill/>
          <a:ln/>
        </p:spPr>
        <p:txBody>
          <a:bodyPr/>
          <a:lstStyle/>
          <a:p>
            <a:endParaRPr lang="en-US"/>
          </a:p>
        </p:txBody>
      </p:sp>
      <p:sp>
        <p:nvSpPr>
          <p:cNvPr id="35844" name="Slide Number Placeholder 3"/>
          <p:cNvSpPr>
            <a:spLocks noGrp="1"/>
          </p:cNvSpPr>
          <p:nvPr>
            <p:ph type="sldNum" sz="quarter" idx="5"/>
          </p:nvPr>
        </p:nvSpPr>
        <p:spPr>
          <a:noFill/>
        </p:spPr>
        <p:txBody>
          <a:bodyPr/>
          <a:lstStyle/>
          <a:p>
            <a:fld id="{C8FB721F-31C6-4B60-861A-A0998B2E02B0}" type="slidenum">
              <a:rPr lang="en-US" smtClean="0"/>
              <a:pPr/>
              <a:t>5</a:t>
            </a:fld>
            <a:endParaRPr lang="en-US" dirty="0"/>
          </a:p>
        </p:txBody>
      </p:sp>
    </p:spTree>
    <p:extLst>
      <p:ext uri="{BB962C8B-B14F-4D97-AF65-F5344CB8AC3E}">
        <p14:creationId xmlns:p14="http://schemas.microsoft.com/office/powerpoint/2010/main" val="239889737"/>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6866" name="Slide Image Placeholder 1"/>
          <p:cNvSpPr>
            <a:spLocks noGrp="1" noRot="1" noChangeAspect="1" noTextEdit="1"/>
          </p:cNvSpPr>
          <p:nvPr>
            <p:ph type="sldImg"/>
          </p:nvPr>
        </p:nvSpPr>
        <p:spPr>
          <a:xfrm>
            <a:off x="1257300" y="720725"/>
            <a:ext cx="4800600" cy="3600450"/>
          </a:xfrm>
          <a:ln/>
        </p:spPr>
      </p:sp>
      <p:sp>
        <p:nvSpPr>
          <p:cNvPr id="36867" name="Notes Placeholder 2"/>
          <p:cNvSpPr>
            <a:spLocks noGrp="1"/>
          </p:cNvSpPr>
          <p:nvPr>
            <p:ph type="body" idx="1"/>
          </p:nvPr>
        </p:nvSpPr>
        <p:spPr>
          <a:noFill/>
          <a:ln/>
        </p:spPr>
        <p:txBody>
          <a:bodyPr/>
          <a:lstStyle/>
          <a:p>
            <a:endParaRPr lang="en-US"/>
          </a:p>
        </p:txBody>
      </p:sp>
      <p:sp>
        <p:nvSpPr>
          <p:cNvPr id="36868" name="Slide Number Placeholder 3"/>
          <p:cNvSpPr>
            <a:spLocks noGrp="1"/>
          </p:cNvSpPr>
          <p:nvPr>
            <p:ph type="sldNum" sz="quarter" idx="5"/>
          </p:nvPr>
        </p:nvSpPr>
        <p:spPr>
          <a:noFill/>
        </p:spPr>
        <p:txBody>
          <a:bodyPr/>
          <a:lstStyle/>
          <a:p>
            <a:fld id="{080424BB-542F-432C-8987-2FEC1AB3AB05}" type="slidenum">
              <a:rPr lang="en-US" smtClean="0"/>
              <a:pPr/>
              <a:t>6</a:t>
            </a:fld>
            <a:endParaRPr lang="en-US" dirty="0"/>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7890" name="Slide Image Placeholder 1"/>
          <p:cNvSpPr>
            <a:spLocks noGrp="1" noRot="1" noChangeAspect="1" noTextEdit="1"/>
          </p:cNvSpPr>
          <p:nvPr>
            <p:ph type="sldImg"/>
          </p:nvPr>
        </p:nvSpPr>
        <p:spPr>
          <a:xfrm>
            <a:off x="1257300" y="720725"/>
            <a:ext cx="4800600" cy="3600450"/>
          </a:xfrm>
          <a:ln/>
        </p:spPr>
      </p:sp>
      <p:sp>
        <p:nvSpPr>
          <p:cNvPr id="37891" name="Notes Placeholder 2"/>
          <p:cNvSpPr>
            <a:spLocks noGrp="1"/>
          </p:cNvSpPr>
          <p:nvPr>
            <p:ph type="body" idx="1"/>
          </p:nvPr>
        </p:nvSpPr>
        <p:spPr>
          <a:noFill/>
          <a:ln/>
        </p:spPr>
        <p:txBody>
          <a:bodyPr/>
          <a:lstStyle/>
          <a:p>
            <a:endParaRPr lang="en-US"/>
          </a:p>
        </p:txBody>
      </p:sp>
      <p:sp>
        <p:nvSpPr>
          <p:cNvPr id="37892" name="Slide Number Placeholder 3"/>
          <p:cNvSpPr>
            <a:spLocks noGrp="1"/>
          </p:cNvSpPr>
          <p:nvPr>
            <p:ph type="sldNum" sz="quarter" idx="5"/>
          </p:nvPr>
        </p:nvSpPr>
        <p:spPr>
          <a:noFill/>
        </p:spPr>
        <p:txBody>
          <a:bodyPr/>
          <a:lstStyle/>
          <a:p>
            <a:fld id="{B98A5923-1D79-48C0-BAB4-81F673DB35DD}" type="slidenum">
              <a:rPr lang="en-US" smtClean="0"/>
              <a:pPr/>
              <a:t>7</a:t>
            </a:fld>
            <a:endParaRPr lang="en-US" dirty="0"/>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8914" name="Slide Image Placeholder 1"/>
          <p:cNvSpPr>
            <a:spLocks noGrp="1" noRot="1" noChangeAspect="1" noTextEdit="1"/>
          </p:cNvSpPr>
          <p:nvPr>
            <p:ph type="sldImg"/>
          </p:nvPr>
        </p:nvSpPr>
        <p:spPr>
          <a:xfrm>
            <a:off x="1257300" y="720725"/>
            <a:ext cx="4800600" cy="3600450"/>
          </a:xfrm>
          <a:ln/>
        </p:spPr>
      </p:sp>
      <p:sp>
        <p:nvSpPr>
          <p:cNvPr id="38915" name="Notes Placeholder 2"/>
          <p:cNvSpPr>
            <a:spLocks noGrp="1"/>
          </p:cNvSpPr>
          <p:nvPr>
            <p:ph type="body" idx="1"/>
          </p:nvPr>
        </p:nvSpPr>
        <p:spPr>
          <a:noFill/>
          <a:ln/>
        </p:spPr>
        <p:txBody>
          <a:bodyPr/>
          <a:lstStyle/>
          <a:p>
            <a:endParaRPr lang="en-US"/>
          </a:p>
        </p:txBody>
      </p:sp>
      <p:sp>
        <p:nvSpPr>
          <p:cNvPr id="38916" name="Slide Number Placeholder 3"/>
          <p:cNvSpPr>
            <a:spLocks noGrp="1"/>
          </p:cNvSpPr>
          <p:nvPr>
            <p:ph type="sldNum" sz="quarter" idx="5"/>
          </p:nvPr>
        </p:nvSpPr>
        <p:spPr>
          <a:noFill/>
        </p:spPr>
        <p:txBody>
          <a:bodyPr/>
          <a:lstStyle/>
          <a:p>
            <a:fld id="{E6437020-ABE3-4089-A7B9-E1FE78834896}" type="slidenum">
              <a:rPr lang="en-US" smtClean="0"/>
              <a:pPr/>
              <a:t>8</a:t>
            </a:fld>
            <a:endParaRPr lang="en-US" dirty="0"/>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9938" name="Slide Image Placeholder 1"/>
          <p:cNvSpPr>
            <a:spLocks noGrp="1" noRot="1" noChangeAspect="1" noTextEdit="1"/>
          </p:cNvSpPr>
          <p:nvPr>
            <p:ph type="sldImg"/>
          </p:nvPr>
        </p:nvSpPr>
        <p:spPr>
          <a:xfrm>
            <a:off x="1257300" y="720725"/>
            <a:ext cx="4800600" cy="3600450"/>
          </a:xfrm>
          <a:ln/>
        </p:spPr>
      </p:sp>
      <p:sp>
        <p:nvSpPr>
          <p:cNvPr id="39939" name="Notes Placeholder 2"/>
          <p:cNvSpPr>
            <a:spLocks noGrp="1"/>
          </p:cNvSpPr>
          <p:nvPr>
            <p:ph type="body" idx="1"/>
          </p:nvPr>
        </p:nvSpPr>
        <p:spPr>
          <a:noFill/>
          <a:ln/>
        </p:spPr>
        <p:txBody>
          <a:bodyPr/>
          <a:lstStyle/>
          <a:p>
            <a:endParaRPr lang="en-US"/>
          </a:p>
        </p:txBody>
      </p:sp>
      <p:sp>
        <p:nvSpPr>
          <p:cNvPr id="39940" name="Slide Number Placeholder 3"/>
          <p:cNvSpPr>
            <a:spLocks noGrp="1"/>
          </p:cNvSpPr>
          <p:nvPr>
            <p:ph type="sldNum" sz="quarter" idx="5"/>
          </p:nvPr>
        </p:nvSpPr>
        <p:spPr>
          <a:noFill/>
        </p:spPr>
        <p:txBody>
          <a:bodyPr/>
          <a:lstStyle/>
          <a:p>
            <a:fld id="{79269AC5-6E01-4B62-B863-4B789F07BED7}" type="slidenum">
              <a:rPr lang="en-US" smtClean="0"/>
              <a:pPr/>
              <a:t>9</a:t>
            </a:fld>
            <a:endParaRPr lang="en-US" dirty="0"/>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0962" name="Slide Image Placeholder 1"/>
          <p:cNvSpPr>
            <a:spLocks noGrp="1" noRot="1" noChangeAspect="1" noTextEdit="1"/>
          </p:cNvSpPr>
          <p:nvPr>
            <p:ph type="sldImg"/>
          </p:nvPr>
        </p:nvSpPr>
        <p:spPr>
          <a:xfrm>
            <a:off x="1257300" y="720725"/>
            <a:ext cx="4800600" cy="3600450"/>
          </a:xfrm>
          <a:ln/>
        </p:spPr>
      </p:sp>
      <p:sp>
        <p:nvSpPr>
          <p:cNvPr id="40963" name="Notes Placeholder 2"/>
          <p:cNvSpPr>
            <a:spLocks noGrp="1"/>
          </p:cNvSpPr>
          <p:nvPr>
            <p:ph type="body" idx="1"/>
          </p:nvPr>
        </p:nvSpPr>
        <p:spPr>
          <a:noFill/>
          <a:ln/>
        </p:spPr>
        <p:txBody>
          <a:bodyPr/>
          <a:lstStyle/>
          <a:p>
            <a:endParaRPr lang="en-US"/>
          </a:p>
        </p:txBody>
      </p:sp>
      <p:sp>
        <p:nvSpPr>
          <p:cNvPr id="40964" name="Slide Number Placeholder 3"/>
          <p:cNvSpPr>
            <a:spLocks noGrp="1"/>
          </p:cNvSpPr>
          <p:nvPr>
            <p:ph type="sldNum" sz="quarter" idx="5"/>
          </p:nvPr>
        </p:nvSpPr>
        <p:spPr>
          <a:noFill/>
        </p:spPr>
        <p:txBody>
          <a:bodyPr/>
          <a:lstStyle/>
          <a:p>
            <a:fld id="{CA846566-71AB-4018-8E0E-12F77AFED267}" type="slidenum">
              <a:rPr lang="en-US" smtClean="0"/>
              <a:pPr/>
              <a:t>10</a:t>
            </a:fld>
            <a:endParaRPr lang="en-US" dirty="0"/>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5842" name="Slide Image Placeholder 1"/>
          <p:cNvSpPr>
            <a:spLocks noGrp="1" noRot="1" noChangeAspect="1" noTextEdit="1"/>
          </p:cNvSpPr>
          <p:nvPr>
            <p:ph type="sldImg"/>
          </p:nvPr>
        </p:nvSpPr>
        <p:spPr>
          <a:xfrm>
            <a:off x="1257300" y="720725"/>
            <a:ext cx="4800600" cy="3600450"/>
          </a:xfrm>
          <a:ln/>
        </p:spPr>
      </p:sp>
      <p:sp>
        <p:nvSpPr>
          <p:cNvPr id="35843" name="Notes Placeholder 2"/>
          <p:cNvSpPr>
            <a:spLocks noGrp="1"/>
          </p:cNvSpPr>
          <p:nvPr>
            <p:ph type="body" idx="1"/>
          </p:nvPr>
        </p:nvSpPr>
        <p:spPr>
          <a:noFill/>
          <a:ln/>
        </p:spPr>
        <p:txBody>
          <a:bodyPr/>
          <a:lstStyle/>
          <a:p>
            <a:endParaRPr lang="en-US"/>
          </a:p>
        </p:txBody>
      </p:sp>
      <p:sp>
        <p:nvSpPr>
          <p:cNvPr id="35844" name="Slide Number Placeholder 3"/>
          <p:cNvSpPr>
            <a:spLocks noGrp="1"/>
          </p:cNvSpPr>
          <p:nvPr>
            <p:ph type="sldNum" sz="quarter" idx="5"/>
          </p:nvPr>
        </p:nvSpPr>
        <p:spPr>
          <a:noFill/>
        </p:spPr>
        <p:txBody>
          <a:bodyPr/>
          <a:lstStyle/>
          <a:p>
            <a:fld id="{C8FB721F-31C6-4B60-861A-A0998B2E02B0}" type="slidenum">
              <a:rPr lang="en-US" smtClean="0"/>
              <a:pPr/>
              <a:t>11</a:t>
            </a:fld>
            <a:endParaRPr lang="en-US" dirty="0"/>
          </a:p>
        </p:txBody>
      </p:sp>
    </p:spTree>
    <p:extLst>
      <p:ext uri="{BB962C8B-B14F-4D97-AF65-F5344CB8AC3E}">
        <p14:creationId xmlns:p14="http://schemas.microsoft.com/office/powerpoint/2010/main" val="56533734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5842" name="Slide Image Placeholder 1"/>
          <p:cNvSpPr>
            <a:spLocks noGrp="1" noRot="1" noChangeAspect="1" noTextEdit="1"/>
          </p:cNvSpPr>
          <p:nvPr>
            <p:ph type="sldImg"/>
          </p:nvPr>
        </p:nvSpPr>
        <p:spPr>
          <a:xfrm>
            <a:off x="1257300" y="720725"/>
            <a:ext cx="4800600" cy="3600450"/>
          </a:xfrm>
          <a:ln/>
        </p:spPr>
      </p:sp>
      <p:sp>
        <p:nvSpPr>
          <p:cNvPr id="35843" name="Notes Placeholder 2"/>
          <p:cNvSpPr>
            <a:spLocks noGrp="1"/>
          </p:cNvSpPr>
          <p:nvPr>
            <p:ph type="body" idx="1"/>
          </p:nvPr>
        </p:nvSpPr>
        <p:spPr>
          <a:noFill/>
          <a:ln/>
        </p:spPr>
        <p:txBody>
          <a:bodyPr/>
          <a:lstStyle/>
          <a:p>
            <a:endParaRPr lang="en-US"/>
          </a:p>
        </p:txBody>
      </p:sp>
      <p:sp>
        <p:nvSpPr>
          <p:cNvPr id="35844" name="Slide Number Placeholder 3"/>
          <p:cNvSpPr>
            <a:spLocks noGrp="1"/>
          </p:cNvSpPr>
          <p:nvPr>
            <p:ph type="sldNum" sz="quarter" idx="5"/>
          </p:nvPr>
        </p:nvSpPr>
        <p:spPr>
          <a:noFill/>
        </p:spPr>
        <p:txBody>
          <a:bodyPr/>
          <a:lstStyle/>
          <a:p>
            <a:fld id="{C8FB721F-31C6-4B60-861A-A0998B2E02B0}" type="slidenum">
              <a:rPr lang="en-US" smtClean="0"/>
              <a:pPr/>
              <a:t>13</a:t>
            </a:fld>
            <a:endParaRPr lang="en-US" dirty="0"/>
          </a:p>
        </p:txBody>
      </p:sp>
    </p:spTree>
    <p:extLst>
      <p:ext uri="{BB962C8B-B14F-4D97-AF65-F5344CB8AC3E}">
        <p14:creationId xmlns:p14="http://schemas.microsoft.com/office/powerpoint/2010/main" val="51646086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pPr>
              <a:defRPr/>
            </a:pPr>
            <a:fld id="{767FC3A7-0F7B-44C6-ACD4-A5FC741D946B}" type="slidenum">
              <a:rPr lang="en-US" smtClean="0"/>
              <a:pPr>
                <a:defRPr/>
              </a:pPr>
              <a:t>15</a:t>
            </a:fld>
            <a:endParaRPr lang="en-US"/>
          </a:p>
        </p:txBody>
      </p:sp>
    </p:spTree>
    <p:extLst>
      <p:ext uri="{BB962C8B-B14F-4D97-AF65-F5344CB8AC3E}">
        <p14:creationId xmlns:p14="http://schemas.microsoft.com/office/powerpoint/2010/main" val="3477020823"/>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pPr>
              <a:defRPr/>
            </a:pPr>
            <a:fld id="{767FC3A7-0F7B-44C6-ACD4-A5FC741D946B}" type="slidenum">
              <a:rPr lang="en-US" smtClean="0"/>
              <a:pPr>
                <a:defRPr/>
              </a:pPr>
              <a:t>16</a:t>
            </a:fld>
            <a:endParaRPr lang="en-US"/>
          </a:p>
        </p:txBody>
      </p:sp>
    </p:spTree>
    <p:extLst>
      <p:ext uri="{BB962C8B-B14F-4D97-AF65-F5344CB8AC3E}">
        <p14:creationId xmlns:p14="http://schemas.microsoft.com/office/powerpoint/2010/main" val="3639598869"/>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257300" y="720725"/>
            <a:ext cx="4800600" cy="3600450"/>
          </a:xfrm>
        </p:spPr>
      </p:sp>
      <p:sp>
        <p:nvSpPr>
          <p:cNvPr id="3" name="Notes Placeholder 2"/>
          <p:cNvSpPr>
            <a:spLocks noGrp="1"/>
          </p:cNvSpPr>
          <p:nvPr>
            <p:ph type="body" idx="1"/>
          </p:nvPr>
        </p:nvSpPr>
        <p:spPr/>
        <p:txBody>
          <a:bodyPr>
            <a:normAutofit/>
          </a:bodyPr>
          <a:lstStyle/>
          <a:p>
            <a:endParaRPr lang="en-US"/>
          </a:p>
        </p:txBody>
      </p:sp>
      <p:sp>
        <p:nvSpPr>
          <p:cNvPr id="4" name="Slide Number Placeholder 3"/>
          <p:cNvSpPr>
            <a:spLocks noGrp="1"/>
          </p:cNvSpPr>
          <p:nvPr>
            <p:ph type="sldNum" sz="quarter" idx="10"/>
          </p:nvPr>
        </p:nvSpPr>
        <p:spPr/>
        <p:txBody>
          <a:bodyPr/>
          <a:lstStyle/>
          <a:p>
            <a:pPr>
              <a:defRPr/>
            </a:pPr>
            <a:fld id="{FC3052CD-1CA6-4627-843B-5157C53BE131}" type="slidenum">
              <a:rPr lang="en-US" smtClean="0"/>
              <a:pPr>
                <a:defRPr/>
              </a:pPr>
              <a:t>20</a:t>
            </a:fld>
            <a:endParaRPr lang="en-US"/>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257300" y="720725"/>
            <a:ext cx="4800600" cy="3600450"/>
          </a:xfrm>
        </p:spPr>
      </p:sp>
      <p:sp>
        <p:nvSpPr>
          <p:cNvPr id="3" name="Notes Placeholder 2"/>
          <p:cNvSpPr>
            <a:spLocks noGrp="1"/>
          </p:cNvSpPr>
          <p:nvPr>
            <p:ph type="body" idx="1"/>
          </p:nvPr>
        </p:nvSpPr>
        <p:spPr/>
        <p:txBody>
          <a:bodyPr>
            <a:normAutofit/>
          </a:bodyPr>
          <a:lstStyle/>
          <a:p>
            <a:endParaRPr lang="en-US" dirty="0"/>
          </a:p>
        </p:txBody>
      </p:sp>
      <p:sp>
        <p:nvSpPr>
          <p:cNvPr id="4" name="Slide Number Placeholder 3"/>
          <p:cNvSpPr>
            <a:spLocks noGrp="1"/>
          </p:cNvSpPr>
          <p:nvPr>
            <p:ph type="sldNum" sz="quarter" idx="10"/>
          </p:nvPr>
        </p:nvSpPr>
        <p:spPr/>
        <p:txBody>
          <a:bodyPr/>
          <a:lstStyle/>
          <a:p>
            <a:pPr>
              <a:defRPr/>
            </a:pPr>
            <a:fld id="{FC3052CD-1CA6-4627-843B-5157C53BE131}" type="slidenum">
              <a:rPr lang="en-US" smtClean="0"/>
              <a:pPr>
                <a:defRPr/>
              </a:pPr>
              <a:t>21</a:t>
            </a:fld>
            <a:endParaRPr lang="en-US"/>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257300" y="720725"/>
            <a:ext cx="4800600" cy="3600450"/>
          </a:xfrm>
        </p:spPr>
      </p:sp>
      <p:sp>
        <p:nvSpPr>
          <p:cNvPr id="3" name="Notes Placeholder 2"/>
          <p:cNvSpPr>
            <a:spLocks noGrp="1"/>
          </p:cNvSpPr>
          <p:nvPr>
            <p:ph type="body" idx="1"/>
          </p:nvPr>
        </p:nvSpPr>
        <p:spPr/>
        <p:txBody>
          <a:bodyPr>
            <a:normAutofit/>
          </a:bodyPr>
          <a:lstStyle/>
          <a:p>
            <a:endParaRPr lang="en-US" dirty="0"/>
          </a:p>
        </p:txBody>
      </p:sp>
      <p:sp>
        <p:nvSpPr>
          <p:cNvPr id="4" name="Slide Number Placeholder 3"/>
          <p:cNvSpPr>
            <a:spLocks noGrp="1"/>
          </p:cNvSpPr>
          <p:nvPr>
            <p:ph type="sldNum" sz="quarter" idx="10"/>
          </p:nvPr>
        </p:nvSpPr>
        <p:spPr/>
        <p:txBody>
          <a:bodyPr/>
          <a:lstStyle/>
          <a:p>
            <a:pPr>
              <a:defRPr/>
            </a:pPr>
            <a:fld id="{FC3052CD-1CA6-4627-843B-5157C53BE131}" type="slidenum">
              <a:rPr lang="en-US" smtClean="0"/>
              <a:pPr>
                <a:defRPr/>
              </a:pPr>
              <a:t>22</a:t>
            </a:fld>
            <a:endParaRPr lang="en-US"/>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1202" name="Slide Image Placeholder 1"/>
          <p:cNvSpPr>
            <a:spLocks noGrp="1" noRot="1" noChangeAspect="1" noTextEdit="1"/>
          </p:cNvSpPr>
          <p:nvPr>
            <p:ph type="sldImg"/>
          </p:nvPr>
        </p:nvSpPr>
        <p:spPr>
          <a:xfrm>
            <a:off x="1257300" y="720725"/>
            <a:ext cx="4800600" cy="3600450"/>
          </a:xfrm>
          <a:ln/>
        </p:spPr>
      </p:sp>
      <p:sp>
        <p:nvSpPr>
          <p:cNvPr id="51203" name="Notes Placeholder 2"/>
          <p:cNvSpPr>
            <a:spLocks noGrp="1"/>
          </p:cNvSpPr>
          <p:nvPr>
            <p:ph type="body" idx="1"/>
          </p:nvPr>
        </p:nvSpPr>
        <p:spPr>
          <a:noFill/>
          <a:ln/>
        </p:spPr>
        <p:txBody>
          <a:bodyPr/>
          <a:lstStyle/>
          <a:p>
            <a:endParaRPr lang="en-US" dirty="0"/>
          </a:p>
        </p:txBody>
      </p:sp>
      <p:sp>
        <p:nvSpPr>
          <p:cNvPr id="51204" name="Slide Number Placeholder 3"/>
          <p:cNvSpPr>
            <a:spLocks noGrp="1"/>
          </p:cNvSpPr>
          <p:nvPr>
            <p:ph type="sldNum" sz="quarter" idx="5"/>
          </p:nvPr>
        </p:nvSpPr>
        <p:spPr>
          <a:noFill/>
        </p:spPr>
        <p:txBody>
          <a:bodyPr/>
          <a:lstStyle/>
          <a:p>
            <a:fld id="{F6914E40-AC29-42C3-8555-9EA329777EF1}" type="slidenum">
              <a:rPr lang="en-US" smtClean="0"/>
              <a:pPr/>
              <a:t>24</a:t>
            </a:fld>
            <a:endParaRPr lang="en-US" dirty="0"/>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7106" name="Slide Image Placeholder 1"/>
          <p:cNvSpPr>
            <a:spLocks noGrp="1" noRot="1" noChangeAspect="1" noTextEdit="1"/>
          </p:cNvSpPr>
          <p:nvPr>
            <p:ph type="sldImg"/>
          </p:nvPr>
        </p:nvSpPr>
        <p:spPr>
          <a:xfrm>
            <a:off x="1257300" y="720725"/>
            <a:ext cx="4800600" cy="3600450"/>
          </a:xfrm>
          <a:ln/>
        </p:spPr>
      </p:sp>
      <p:sp>
        <p:nvSpPr>
          <p:cNvPr id="47107" name="Notes Placeholder 2"/>
          <p:cNvSpPr>
            <a:spLocks noGrp="1"/>
          </p:cNvSpPr>
          <p:nvPr>
            <p:ph type="body" idx="1"/>
          </p:nvPr>
        </p:nvSpPr>
        <p:spPr>
          <a:noFill/>
          <a:ln/>
        </p:spPr>
        <p:txBody>
          <a:bodyPr/>
          <a:lstStyle/>
          <a:p>
            <a:endParaRPr lang="en-US" dirty="0"/>
          </a:p>
        </p:txBody>
      </p:sp>
      <p:sp>
        <p:nvSpPr>
          <p:cNvPr id="47108" name="Slide Number Placeholder 3"/>
          <p:cNvSpPr>
            <a:spLocks noGrp="1"/>
          </p:cNvSpPr>
          <p:nvPr>
            <p:ph type="sldNum" sz="quarter" idx="5"/>
          </p:nvPr>
        </p:nvSpPr>
        <p:spPr>
          <a:noFill/>
        </p:spPr>
        <p:txBody>
          <a:bodyPr/>
          <a:lstStyle/>
          <a:p>
            <a:fld id="{A687E8A5-776B-42C8-821D-233A9950CDEE}" type="slidenum">
              <a:rPr lang="en-US" smtClean="0"/>
              <a:pPr/>
              <a:t>25</a:t>
            </a:fld>
            <a:endParaRPr lang="en-US" dirty="0"/>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2226" name="Slide Image Placeholder 1"/>
          <p:cNvSpPr>
            <a:spLocks noGrp="1" noRot="1" noChangeAspect="1" noTextEdit="1"/>
          </p:cNvSpPr>
          <p:nvPr>
            <p:ph type="sldImg"/>
          </p:nvPr>
        </p:nvSpPr>
        <p:spPr>
          <a:xfrm>
            <a:off x="1257300" y="720725"/>
            <a:ext cx="4800600" cy="3600450"/>
          </a:xfrm>
          <a:ln/>
        </p:spPr>
      </p:sp>
      <p:sp>
        <p:nvSpPr>
          <p:cNvPr id="52227" name="Notes Placeholder 2"/>
          <p:cNvSpPr>
            <a:spLocks noGrp="1"/>
          </p:cNvSpPr>
          <p:nvPr>
            <p:ph type="body" idx="1"/>
          </p:nvPr>
        </p:nvSpPr>
        <p:spPr>
          <a:noFill/>
          <a:ln/>
        </p:spPr>
        <p:txBody>
          <a:bodyPr/>
          <a:lstStyle/>
          <a:p>
            <a:endParaRPr lang="en-US"/>
          </a:p>
        </p:txBody>
      </p:sp>
      <p:sp>
        <p:nvSpPr>
          <p:cNvPr id="52228" name="Slide Number Placeholder 3"/>
          <p:cNvSpPr>
            <a:spLocks noGrp="1"/>
          </p:cNvSpPr>
          <p:nvPr>
            <p:ph type="sldNum" sz="quarter" idx="5"/>
          </p:nvPr>
        </p:nvSpPr>
        <p:spPr>
          <a:noFill/>
        </p:spPr>
        <p:txBody>
          <a:bodyPr/>
          <a:lstStyle/>
          <a:p>
            <a:fld id="{321F3201-8425-4AFC-B629-22028E4AF458}" type="slidenum">
              <a:rPr lang="en-US" smtClean="0"/>
              <a:pPr/>
              <a:t>26</a:t>
            </a:fld>
            <a:endParaRPr lang="en-US" dirty="0"/>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pPr>
              <a:defRPr/>
            </a:pPr>
            <a:fld id="{767FC3A7-0F7B-44C6-ACD4-A5FC741D946B}" type="slidenum">
              <a:rPr lang="en-US" smtClean="0"/>
              <a:pPr>
                <a:defRPr/>
              </a:pPr>
              <a:t>30</a:t>
            </a:fld>
            <a:endParaRPr lang="en-US"/>
          </a:p>
        </p:txBody>
      </p:sp>
    </p:spTree>
    <p:extLst>
      <p:ext uri="{BB962C8B-B14F-4D97-AF65-F5344CB8AC3E}">
        <p14:creationId xmlns:p14="http://schemas.microsoft.com/office/powerpoint/2010/main" val="186386356"/>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pPr>
              <a:defRPr/>
            </a:pPr>
            <a:fld id="{767FC3A7-0F7B-44C6-ACD4-A5FC741D946B}" type="slidenum">
              <a:rPr lang="en-US" smtClean="0"/>
              <a:pPr>
                <a:defRPr/>
              </a:pPr>
              <a:t>40</a:t>
            </a:fld>
            <a:endParaRPr lang="en-US"/>
          </a:p>
        </p:txBody>
      </p:sp>
    </p:spTree>
    <p:extLst>
      <p:ext uri="{BB962C8B-B14F-4D97-AF65-F5344CB8AC3E}">
        <p14:creationId xmlns:p14="http://schemas.microsoft.com/office/powerpoint/2010/main" val="1085463958"/>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pPr>
              <a:defRPr/>
            </a:pPr>
            <a:fld id="{767FC3A7-0F7B-44C6-ACD4-A5FC741D946B}" type="slidenum">
              <a:rPr lang="en-US" smtClean="0"/>
              <a:pPr>
                <a:defRPr/>
              </a:pPr>
              <a:t>41</a:t>
            </a:fld>
            <a:endParaRPr lang="en-US"/>
          </a:p>
        </p:txBody>
      </p:sp>
    </p:spTree>
    <p:extLst>
      <p:ext uri="{BB962C8B-B14F-4D97-AF65-F5344CB8AC3E}">
        <p14:creationId xmlns:p14="http://schemas.microsoft.com/office/powerpoint/2010/main" val="640234889"/>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122363"/>
            <a:ext cx="7772400" cy="2387600"/>
          </a:xfrm>
        </p:spPr>
        <p:txBody>
          <a:bodyPr anchor="b"/>
          <a:lstStyle>
            <a:lvl1pPr algn="ctr">
              <a:defRPr sz="6000"/>
            </a:lvl1pPr>
          </a:lstStyle>
          <a:p>
            <a:r>
              <a:rPr lang="en-US"/>
              <a:t>Click to edit Master title style</a:t>
            </a:r>
            <a:endParaRPr lang="en-US" dirty="0"/>
          </a:p>
        </p:txBody>
      </p:sp>
      <p:sp>
        <p:nvSpPr>
          <p:cNvPr id="3" name="Subtitle 2"/>
          <p:cNvSpPr>
            <a:spLocks noGrp="1"/>
          </p:cNvSpPr>
          <p:nvPr>
            <p:ph type="subTitle" idx="1"/>
          </p:nvPr>
        </p:nvSpPr>
        <p:spPr>
          <a:xfrm>
            <a:off x="1143000" y="3602038"/>
            <a:ext cx="6858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pPr>
              <a:defRPr/>
            </a:pPr>
            <a:endParaRPr lang="en-US"/>
          </a:p>
        </p:txBody>
      </p:sp>
      <p:sp>
        <p:nvSpPr>
          <p:cNvPr id="5" name="Footer Placeholder 4"/>
          <p:cNvSpPr>
            <a:spLocks noGrp="1"/>
          </p:cNvSpPr>
          <p:nvPr>
            <p:ph type="ftr" sz="quarter" idx="11"/>
          </p:nvPr>
        </p:nvSpPr>
        <p:spPr/>
        <p:txBody>
          <a:bodyPr/>
          <a:lstStyle/>
          <a:p>
            <a:pPr>
              <a:defRPr/>
            </a:pPr>
            <a:endParaRPr lang="en-US"/>
          </a:p>
        </p:txBody>
      </p:sp>
      <p:sp>
        <p:nvSpPr>
          <p:cNvPr id="6" name="Slide Number Placeholder 5"/>
          <p:cNvSpPr>
            <a:spLocks noGrp="1"/>
          </p:cNvSpPr>
          <p:nvPr>
            <p:ph type="sldNum" sz="quarter" idx="12"/>
          </p:nvPr>
        </p:nvSpPr>
        <p:spPr/>
        <p:txBody>
          <a:bodyPr/>
          <a:lstStyle/>
          <a:p>
            <a:pPr>
              <a:defRPr/>
            </a:pPr>
            <a:fld id="{FBAC3F58-2633-43B5-944D-9A29CA4A9EC1}" type="slidenum">
              <a:rPr lang="en-US" smtClean="0"/>
              <a:pPr>
                <a:defRPr/>
              </a:pPr>
              <a:t>‹#›</a:t>
            </a:fld>
            <a:endParaRPr lang="en-US"/>
          </a:p>
        </p:txBody>
      </p:sp>
    </p:spTree>
    <p:extLst>
      <p:ext uri="{BB962C8B-B14F-4D97-AF65-F5344CB8AC3E}">
        <p14:creationId xmlns:p14="http://schemas.microsoft.com/office/powerpoint/2010/main" val="7343923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pPr>
              <a:defRPr/>
            </a:pPr>
            <a:endParaRPr lang="en-US"/>
          </a:p>
        </p:txBody>
      </p:sp>
      <p:sp>
        <p:nvSpPr>
          <p:cNvPr id="5" name="Footer Placeholder 4"/>
          <p:cNvSpPr>
            <a:spLocks noGrp="1"/>
          </p:cNvSpPr>
          <p:nvPr>
            <p:ph type="ftr" sz="quarter" idx="11"/>
          </p:nvPr>
        </p:nvSpPr>
        <p:spPr/>
        <p:txBody>
          <a:bodyPr/>
          <a:lstStyle/>
          <a:p>
            <a:pPr>
              <a:defRPr/>
            </a:pPr>
            <a:endParaRPr lang="en-US"/>
          </a:p>
        </p:txBody>
      </p:sp>
      <p:sp>
        <p:nvSpPr>
          <p:cNvPr id="6" name="Slide Number Placeholder 5"/>
          <p:cNvSpPr>
            <a:spLocks noGrp="1"/>
          </p:cNvSpPr>
          <p:nvPr>
            <p:ph type="sldNum" sz="quarter" idx="12"/>
          </p:nvPr>
        </p:nvSpPr>
        <p:spPr/>
        <p:txBody>
          <a:bodyPr/>
          <a:lstStyle/>
          <a:p>
            <a:pPr>
              <a:defRPr/>
            </a:pPr>
            <a:fld id="{80C49721-C3A1-4425-99EF-30C57743CC15}" type="slidenum">
              <a:rPr lang="en-US" smtClean="0"/>
              <a:pPr>
                <a:defRPr/>
              </a:pPr>
              <a:t>‹#›</a:t>
            </a:fld>
            <a:endParaRPr lang="en-US"/>
          </a:p>
        </p:txBody>
      </p:sp>
    </p:spTree>
    <p:extLst>
      <p:ext uri="{BB962C8B-B14F-4D97-AF65-F5344CB8AC3E}">
        <p14:creationId xmlns:p14="http://schemas.microsoft.com/office/powerpoint/2010/main" val="390366856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623888" y="1709739"/>
            <a:ext cx="7886700" cy="2852737"/>
          </a:xfrm>
        </p:spPr>
        <p:txBody>
          <a:bodyPr anchor="b"/>
          <a:lstStyle>
            <a:lvl1pPr>
              <a:defRPr sz="6000"/>
            </a:lvl1pPr>
          </a:lstStyle>
          <a:p>
            <a:r>
              <a:rPr lang="en-US"/>
              <a:t>Click to edit Master title style</a:t>
            </a:r>
            <a:endParaRPr lang="en-US" dirty="0"/>
          </a:p>
        </p:txBody>
      </p:sp>
      <p:sp>
        <p:nvSpPr>
          <p:cNvPr id="3" name="Text Placeholder 2"/>
          <p:cNvSpPr>
            <a:spLocks noGrp="1"/>
          </p:cNvSpPr>
          <p:nvPr>
            <p:ph type="body" idx="1"/>
          </p:nvPr>
        </p:nvSpPr>
        <p:spPr>
          <a:xfrm>
            <a:off x="623888" y="4589464"/>
            <a:ext cx="7886700" cy="1500187"/>
          </a:xfrm>
        </p:spPr>
        <p:txBody>
          <a:bodyPr/>
          <a:lstStyle>
            <a:lvl1pPr marL="0" indent="0">
              <a:buNone/>
              <a:defRPr sz="2400">
                <a:solidFill>
                  <a:schemeClr val="tx1"/>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pPr>
              <a:defRPr/>
            </a:pPr>
            <a:endParaRPr lang="en-US"/>
          </a:p>
        </p:txBody>
      </p:sp>
      <p:sp>
        <p:nvSpPr>
          <p:cNvPr id="5" name="Footer Placeholder 4"/>
          <p:cNvSpPr>
            <a:spLocks noGrp="1"/>
          </p:cNvSpPr>
          <p:nvPr>
            <p:ph type="ftr" sz="quarter" idx="11"/>
          </p:nvPr>
        </p:nvSpPr>
        <p:spPr/>
        <p:txBody>
          <a:bodyPr/>
          <a:lstStyle/>
          <a:p>
            <a:pPr>
              <a:defRPr/>
            </a:pPr>
            <a:endParaRPr lang="en-US"/>
          </a:p>
        </p:txBody>
      </p:sp>
      <p:sp>
        <p:nvSpPr>
          <p:cNvPr id="6" name="Slide Number Placeholder 5"/>
          <p:cNvSpPr>
            <a:spLocks noGrp="1"/>
          </p:cNvSpPr>
          <p:nvPr>
            <p:ph type="sldNum" sz="quarter" idx="12"/>
          </p:nvPr>
        </p:nvSpPr>
        <p:spPr/>
        <p:txBody>
          <a:bodyPr/>
          <a:lstStyle/>
          <a:p>
            <a:pPr>
              <a:defRPr/>
            </a:pPr>
            <a:fld id="{1876BB52-192B-4E7D-9E15-B5945998B30B}" type="slidenum">
              <a:rPr lang="en-US" smtClean="0"/>
              <a:pPr>
                <a:defRPr/>
              </a:pPr>
              <a:t>‹#›</a:t>
            </a:fld>
            <a:endParaRPr lang="en-US"/>
          </a:p>
        </p:txBody>
      </p:sp>
    </p:spTree>
    <p:extLst>
      <p:ext uri="{BB962C8B-B14F-4D97-AF65-F5344CB8AC3E}">
        <p14:creationId xmlns:p14="http://schemas.microsoft.com/office/powerpoint/2010/main" val="157046662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628650" y="1825625"/>
            <a:ext cx="38862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4629150" y="1825625"/>
            <a:ext cx="38862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pPr>
              <a:defRPr/>
            </a:pPr>
            <a:endParaRPr lang="en-US"/>
          </a:p>
        </p:txBody>
      </p:sp>
      <p:sp>
        <p:nvSpPr>
          <p:cNvPr id="6" name="Footer Placeholder 5"/>
          <p:cNvSpPr>
            <a:spLocks noGrp="1"/>
          </p:cNvSpPr>
          <p:nvPr>
            <p:ph type="ftr" sz="quarter" idx="11"/>
          </p:nvPr>
        </p:nvSpPr>
        <p:spPr/>
        <p:txBody>
          <a:bodyPr/>
          <a:lstStyle/>
          <a:p>
            <a:pPr>
              <a:defRPr/>
            </a:pPr>
            <a:endParaRPr lang="en-US"/>
          </a:p>
        </p:txBody>
      </p:sp>
      <p:sp>
        <p:nvSpPr>
          <p:cNvPr id="7" name="Slide Number Placeholder 6"/>
          <p:cNvSpPr>
            <a:spLocks noGrp="1"/>
          </p:cNvSpPr>
          <p:nvPr>
            <p:ph type="sldNum" sz="quarter" idx="12"/>
          </p:nvPr>
        </p:nvSpPr>
        <p:spPr/>
        <p:txBody>
          <a:bodyPr/>
          <a:lstStyle/>
          <a:p>
            <a:pPr>
              <a:defRPr/>
            </a:pPr>
            <a:fld id="{E9634D7A-5DE0-40F6-876D-D2AFBCA76471}" type="slidenum">
              <a:rPr lang="en-US" smtClean="0"/>
              <a:pPr>
                <a:defRPr/>
              </a:pPr>
              <a:t>‹#›</a:t>
            </a:fld>
            <a:endParaRPr lang="en-US"/>
          </a:p>
        </p:txBody>
      </p:sp>
    </p:spTree>
    <p:extLst>
      <p:ext uri="{BB962C8B-B14F-4D97-AF65-F5344CB8AC3E}">
        <p14:creationId xmlns:p14="http://schemas.microsoft.com/office/powerpoint/2010/main" val="267602963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629841" y="365126"/>
            <a:ext cx="7886700" cy="1325563"/>
          </a:xfrm>
        </p:spPr>
        <p:txBody>
          <a:bodyPr/>
          <a:lstStyle/>
          <a:p>
            <a:r>
              <a:rPr lang="en-US"/>
              <a:t>Click to edit Master title style</a:t>
            </a:r>
            <a:endParaRPr lang="en-US" dirty="0"/>
          </a:p>
        </p:txBody>
      </p:sp>
      <p:sp>
        <p:nvSpPr>
          <p:cNvPr id="3" name="Text Placeholder 2"/>
          <p:cNvSpPr>
            <a:spLocks noGrp="1"/>
          </p:cNvSpPr>
          <p:nvPr>
            <p:ph type="body" idx="1"/>
          </p:nvPr>
        </p:nvSpPr>
        <p:spPr>
          <a:xfrm>
            <a:off x="629842" y="1681163"/>
            <a:ext cx="3868340"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629842" y="2505075"/>
            <a:ext cx="3868340"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4629150" y="1681163"/>
            <a:ext cx="3887391"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29150" y="2505075"/>
            <a:ext cx="3887391"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pPr>
              <a:defRPr/>
            </a:pPr>
            <a:endParaRPr lang="en-US"/>
          </a:p>
        </p:txBody>
      </p:sp>
      <p:sp>
        <p:nvSpPr>
          <p:cNvPr id="8" name="Footer Placeholder 7"/>
          <p:cNvSpPr>
            <a:spLocks noGrp="1"/>
          </p:cNvSpPr>
          <p:nvPr>
            <p:ph type="ftr" sz="quarter" idx="11"/>
          </p:nvPr>
        </p:nvSpPr>
        <p:spPr/>
        <p:txBody>
          <a:bodyPr/>
          <a:lstStyle/>
          <a:p>
            <a:pPr>
              <a:defRPr/>
            </a:pPr>
            <a:endParaRPr lang="en-US"/>
          </a:p>
        </p:txBody>
      </p:sp>
      <p:sp>
        <p:nvSpPr>
          <p:cNvPr id="9" name="Slide Number Placeholder 8"/>
          <p:cNvSpPr>
            <a:spLocks noGrp="1"/>
          </p:cNvSpPr>
          <p:nvPr>
            <p:ph type="sldNum" sz="quarter" idx="12"/>
          </p:nvPr>
        </p:nvSpPr>
        <p:spPr/>
        <p:txBody>
          <a:bodyPr/>
          <a:lstStyle/>
          <a:p>
            <a:pPr>
              <a:defRPr/>
            </a:pPr>
            <a:fld id="{9A733130-C1C8-4197-ACEE-A73DA10DD24F}" type="slidenum">
              <a:rPr lang="en-US" smtClean="0"/>
              <a:pPr>
                <a:defRPr/>
              </a:pPr>
              <a:t>‹#›</a:t>
            </a:fld>
            <a:endParaRPr lang="en-US"/>
          </a:p>
        </p:txBody>
      </p:sp>
    </p:spTree>
    <p:extLst>
      <p:ext uri="{BB962C8B-B14F-4D97-AF65-F5344CB8AC3E}">
        <p14:creationId xmlns:p14="http://schemas.microsoft.com/office/powerpoint/2010/main" val="223531659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pPr>
              <a:defRPr/>
            </a:pPr>
            <a:endParaRPr lang="en-US"/>
          </a:p>
        </p:txBody>
      </p:sp>
      <p:sp>
        <p:nvSpPr>
          <p:cNvPr id="4" name="Footer Placeholder 3"/>
          <p:cNvSpPr>
            <a:spLocks noGrp="1"/>
          </p:cNvSpPr>
          <p:nvPr>
            <p:ph type="ftr" sz="quarter" idx="11"/>
          </p:nvPr>
        </p:nvSpPr>
        <p:spPr/>
        <p:txBody>
          <a:bodyPr/>
          <a:lstStyle/>
          <a:p>
            <a:pPr>
              <a:defRPr/>
            </a:pPr>
            <a:endParaRPr lang="en-US"/>
          </a:p>
        </p:txBody>
      </p:sp>
      <p:sp>
        <p:nvSpPr>
          <p:cNvPr id="5" name="Slide Number Placeholder 4"/>
          <p:cNvSpPr>
            <a:spLocks noGrp="1"/>
          </p:cNvSpPr>
          <p:nvPr>
            <p:ph type="sldNum" sz="quarter" idx="12"/>
          </p:nvPr>
        </p:nvSpPr>
        <p:spPr/>
        <p:txBody>
          <a:bodyPr/>
          <a:lstStyle/>
          <a:p>
            <a:pPr>
              <a:defRPr/>
            </a:pPr>
            <a:fld id="{C08389DD-3A77-4664-9585-0D0E9A5EB606}" type="slidenum">
              <a:rPr lang="en-US" smtClean="0"/>
              <a:pPr>
                <a:defRPr/>
              </a:pPr>
              <a:t>‹#›</a:t>
            </a:fld>
            <a:endParaRPr lang="en-US"/>
          </a:p>
        </p:txBody>
      </p:sp>
    </p:spTree>
    <p:extLst>
      <p:ext uri="{BB962C8B-B14F-4D97-AF65-F5344CB8AC3E}">
        <p14:creationId xmlns:p14="http://schemas.microsoft.com/office/powerpoint/2010/main" val="179929054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pPr>
              <a:defRPr/>
            </a:pPr>
            <a:endParaRPr lang="en-US"/>
          </a:p>
        </p:txBody>
      </p:sp>
      <p:sp>
        <p:nvSpPr>
          <p:cNvPr id="3" name="Footer Placeholder 2"/>
          <p:cNvSpPr>
            <a:spLocks noGrp="1"/>
          </p:cNvSpPr>
          <p:nvPr>
            <p:ph type="ftr" sz="quarter" idx="11"/>
          </p:nvPr>
        </p:nvSpPr>
        <p:spPr/>
        <p:txBody>
          <a:bodyPr/>
          <a:lstStyle/>
          <a:p>
            <a:pPr>
              <a:defRPr/>
            </a:pPr>
            <a:endParaRPr lang="en-US"/>
          </a:p>
        </p:txBody>
      </p:sp>
      <p:sp>
        <p:nvSpPr>
          <p:cNvPr id="4" name="Slide Number Placeholder 3"/>
          <p:cNvSpPr>
            <a:spLocks noGrp="1"/>
          </p:cNvSpPr>
          <p:nvPr>
            <p:ph type="sldNum" sz="quarter" idx="12"/>
          </p:nvPr>
        </p:nvSpPr>
        <p:spPr/>
        <p:txBody>
          <a:bodyPr/>
          <a:lstStyle/>
          <a:p>
            <a:pPr>
              <a:defRPr/>
            </a:pPr>
            <a:fld id="{4B740A81-9E01-4FD9-8249-D9D456571D47}" type="slidenum">
              <a:rPr lang="en-US" smtClean="0"/>
              <a:pPr>
                <a:defRPr/>
              </a:pPr>
              <a:t>‹#›</a:t>
            </a:fld>
            <a:endParaRPr lang="en-US"/>
          </a:p>
        </p:txBody>
      </p:sp>
    </p:spTree>
    <p:extLst>
      <p:ext uri="{BB962C8B-B14F-4D97-AF65-F5344CB8AC3E}">
        <p14:creationId xmlns:p14="http://schemas.microsoft.com/office/powerpoint/2010/main" val="214156213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29841" y="457200"/>
            <a:ext cx="2949178" cy="1600200"/>
          </a:xfrm>
        </p:spPr>
        <p:txBody>
          <a:bodyPr anchor="b"/>
          <a:lstStyle>
            <a:lvl1pPr>
              <a:defRPr sz="3200"/>
            </a:lvl1pPr>
          </a:lstStyle>
          <a:p>
            <a:r>
              <a:rPr lang="en-US"/>
              <a:t>Click to edit Master title style</a:t>
            </a:r>
            <a:endParaRPr lang="en-US" dirty="0"/>
          </a:p>
        </p:txBody>
      </p:sp>
      <p:sp>
        <p:nvSpPr>
          <p:cNvPr id="3" name="Content Placeholder 2"/>
          <p:cNvSpPr>
            <a:spLocks noGrp="1"/>
          </p:cNvSpPr>
          <p:nvPr>
            <p:ph idx="1"/>
          </p:nvPr>
        </p:nvSpPr>
        <p:spPr>
          <a:xfrm>
            <a:off x="3887391" y="987426"/>
            <a:ext cx="462915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629841" y="2057400"/>
            <a:ext cx="2949178"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pPr>
              <a:defRPr/>
            </a:pPr>
            <a:endParaRPr lang="en-US"/>
          </a:p>
        </p:txBody>
      </p:sp>
      <p:sp>
        <p:nvSpPr>
          <p:cNvPr id="6" name="Footer Placeholder 5"/>
          <p:cNvSpPr>
            <a:spLocks noGrp="1"/>
          </p:cNvSpPr>
          <p:nvPr>
            <p:ph type="ftr" sz="quarter" idx="11"/>
          </p:nvPr>
        </p:nvSpPr>
        <p:spPr/>
        <p:txBody>
          <a:bodyPr/>
          <a:lstStyle/>
          <a:p>
            <a:pPr>
              <a:defRPr/>
            </a:pPr>
            <a:endParaRPr lang="en-US"/>
          </a:p>
        </p:txBody>
      </p:sp>
      <p:sp>
        <p:nvSpPr>
          <p:cNvPr id="7" name="Slide Number Placeholder 6"/>
          <p:cNvSpPr>
            <a:spLocks noGrp="1"/>
          </p:cNvSpPr>
          <p:nvPr>
            <p:ph type="sldNum" sz="quarter" idx="12"/>
          </p:nvPr>
        </p:nvSpPr>
        <p:spPr/>
        <p:txBody>
          <a:bodyPr/>
          <a:lstStyle/>
          <a:p>
            <a:pPr>
              <a:defRPr/>
            </a:pPr>
            <a:fld id="{3306D5C0-30C3-4567-9087-D7285F18DEDD}" type="slidenum">
              <a:rPr lang="en-US" smtClean="0"/>
              <a:pPr>
                <a:defRPr/>
              </a:pPr>
              <a:t>‹#›</a:t>
            </a:fld>
            <a:endParaRPr lang="en-US"/>
          </a:p>
        </p:txBody>
      </p:sp>
    </p:spTree>
    <p:extLst>
      <p:ext uri="{BB962C8B-B14F-4D97-AF65-F5344CB8AC3E}">
        <p14:creationId xmlns:p14="http://schemas.microsoft.com/office/powerpoint/2010/main" val="384313741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29841" y="457200"/>
            <a:ext cx="2949178" cy="1600200"/>
          </a:xfrm>
        </p:spPr>
        <p:txBody>
          <a:bodyPr anchor="b"/>
          <a:lstStyle>
            <a:lvl1pPr>
              <a:defRPr sz="3200"/>
            </a:lvl1pPr>
          </a:lstStyle>
          <a:p>
            <a:r>
              <a:rPr lang="en-US"/>
              <a:t>Click to edit Master title style</a:t>
            </a:r>
            <a:endParaRPr lang="en-US" dirty="0"/>
          </a:p>
        </p:txBody>
      </p:sp>
      <p:sp>
        <p:nvSpPr>
          <p:cNvPr id="3" name="Picture Placeholder 2"/>
          <p:cNvSpPr>
            <a:spLocks noGrp="1" noChangeAspect="1"/>
          </p:cNvSpPr>
          <p:nvPr>
            <p:ph type="pic" idx="1"/>
          </p:nvPr>
        </p:nvSpPr>
        <p:spPr>
          <a:xfrm>
            <a:off x="3887391" y="987426"/>
            <a:ext cx="4629150" cy="4873625"/>
          </a:xfrm>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p:cNvSpPr>
            <a:spLocks noGrp="1"/>
          </p:cNvSpPr>
          <p:nvPr>
            <p:ph type="body" sz="half" idx="2"/>
          </p:nvPr>
        </p:nvSpPr>
        <p:spPr>
          <a:xfrm>
            <a:off x="629841" y="2057400"/>
            <a:ext cx="2949178"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pPr>
              <a:defRPr/>
            </a:pPr>
            <a:endParaRPr lang="en-US"/>
          </a:p>
        </p:txBody>
      </p:sp>
      <p:sp>
        <p:nvSpPr>
          <p:cNvPr id="6" name="Footer Placeholder 5"/>
          <p:cNvSpPr>
            <a:spLocks noGrp="1"/>
          </p:cNvSpPr>
          <p:nvPr>
            <p:ph type="ftr" sz="quarter" idx="11"/>
          </p:nvPr>
        </p:nvSpPr>
        <p:spPr/>
        <p:txBody>
          <a:bodyPr/>
          <a:lstStyle/>
          <a:p>
            <a:pPr>
              <a:defRPr/>
            </a:pPr>
            <a:endParaRPr lang="en-US"/>
          </a:p>
        </p:txBody>
      </p:sp>
      <p:sp>
        <p:nvSpPr>
          <p:cNvPr id="7" name="Slide Number Placeholder 6"/>
          <p:cNvSpPr>
            <a:spLocks noGrp="1"/>
          </p:cNvSpPr>
          <p:nvPr>
            <p:ph type="sldNum" sz="quarter" idx="12"/>
          </p:nvPr>
        </p:nvSpPr>
        <p:spPr/>
        <p:txBody>
          <a:bodyPr/>
          <a:lstStyle/>
          <a:p>
            <a:pPr>
              <a:defRPr/>
            </a:pPr>
            <a:fld id="{D59245C4-C502-4096-92D6-EC376ED5F3D1}" type="slidenum">
              <a:rPr lang="en-US" smtClean="0"/>
              <a:pPr>
                <a:defRPr/>
              </a:pPr>
              <a:t>‹#›</a:t>
            </a:fld>
            <a:endParaRPr lang="en-US"/>
          </a:p>
        </p:txBody>
      </p:sp>
    </p:spTree>
    <p:extLst>
      <p:ext uri="{BB962C8B-B14F-4D97-AF65-F5344CB8AC3E}">
        <p14:creationId xmlns:p14="http://schemas.microsoft.com/office/powerpoint/2010/main" val="90512515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pPr>
              <a:defRPr/>
            </a:pPr>
            <a:endParaRPr lang="en-US"/>
          </a:p>
        </p:txBody>
      </p:sp>
      <p:sp>
        <p:nvSpPr>
          <p:cNvPr id="5" name="Footer Placeholder 4"/>
          <p:cNvSpPr>
            <a:spLocks noGrp="1"/>
          </p:cNvSpPr>
          <p:nvPr>
            <p:ph type="ftr" sz="quarter" idx="11"/>
          </p:nvPr>
        </p:nvSpPr>
        <p:spPr/>
        <p:txBody>
          <a:bodyPr/>
          <a:lstStyle/>
          <a:p>
            <a:pPr>
              <a:defRPr/>
            </a:pPr>
            <a:endParaRPr lang="en-US"/>
          </a:p>
        </p:txBody>
      </p:sp>
      <p:sp>
        <p:nvSpPr>
          <p:cNvPr id="6" name="Slide Number Placeholder 5"/>
          <p:cNvSpPr>
            <a:spLocks noGrp="1"/>
          </p:cNvSpPr>
          <p:nvPr>
            <p:ph type="sldNum" sz="quarter" idx="12"/>
          </p:nvPr>
        </p:nvSpPr>
        <p:spPr/>
        <p:txBody>
          <a:bodyPr/>
          <a:lstStyle/>
          <a:p>
            <a:pPr>
              <a:defRPr/>
            </a:pPr>
            <a:fld id="{DDC7C65B-D709-43A0-BF27-CBEBE59D506B}" type="slidenum">
              <a:rPr lang="en-US" smtClean="0"/>
              <a:pPr>
                <a:defRPr/>
              </a:pPr>
              <a:t>‹#›</a:t>
            </a:fld>
            <a:endParaRPr lang="en-US"/>
          </a:p>
        </p:txBody>
      </p:sp>
    </p:spTree>
    <p:extLst>
      <p:ext uri="{BB962C8B-B14F-4D97-AF65-F5344CB8AC3E}">
        <p14:creationId xmlns:p14="http://schemas.microsoft.com/office/powerpoint/2010/main" val="216765314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543675" y="365125"/>
            <a:ext cx="1971675" cy="5811838"/>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628650" y="365125"/>
            <a:ext cx="5800725"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pPr>
              <a:defRPr/>
            </a:pPr>
            <a:endParaRPr lang="en-US"/>
          </a:p>
        </p:txBody>
      </p:sp>
      <p:sp>
        <p:nvSpPr>
          <p:cNvPr id="5" name="Footer Placeholder 4"/>
          <p:cNvSpPr>
            <a:spLocks noGrp="1"/>
          </p:cNvSpPr>
          <p:nvPr>
            <p:ph type="ftr" sz="quarter" idx="11"/>
          </p:nvPr>
        </p:nvSpPr>
        <p:spPr/>
        <p:txBody>
          <a:bodyPr/>
          <a:lstStyle/>
          <a:p>
            <a:pPr>
              <a:defRPr/>
            </a:pPr>
            <a:endParaRPr lang="en-US"/>
          </a:p>
        </p:txBody>
      </p:sp>
      <p:sp>
        <p:nvSpPr>
          <p:cNvPr id="6" name="Slide Number Placeholder 5"/>
          <p:cNvSpPr>
            <a:spLocks noGrp="1"/>
          </p:cNvSpPr>
          <p:nvPr>
            <p:ph type="sldNum" sz="quarter" idx="12"/>
          </p:nvPr>
        </p:nvSpPr>
        <p:spPr/>
        <p:txBody>
          <a:bodyPr/>
          <a:lstStyle/>
          <a:p>
            <a:pPr>
              <a:defRPr/>
            </a:pPr>
            <a:fld id="{E52BCF5F-F163-48A3-8709-B31AFB4E6F34}" type="slidenum">
              <a:rPr lang="en-US" smtClean="0"/>
              <a:pPr>
                <a:defRPr/>
              </a:pPr>
              <a:t>‹#›</a:t>
            </a:fld>
            <a:endParaRPr lang="en-US"/>
          </a:p>
        </p:txBody>
      </p:sp>
    </p:spTree>
    <p:extLst>
      <p:ext uri="{BB962C8B-B14F-4D97-AF65-F5344CB8AC3E}">
        <p14:creationId xmlns:p14="http://schemas.microsoft.com/office/powerpoint/2010/main" val="3246150565"/>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28650" y="365126"/>
            <a:ext cx="7886700" cy="1325563"/>
          </a:xfrm>
          <a:prstGeom prst="rect">
            <a:avLst/>
          </a:prstGeom>
        </p:spPr>
        <p:txBody>
          <a:bodyPr vert="horz" lIns="91440" tIns="45720" rIns="91440" bIns="45720" rtlCol="0" anchor="ctr">
            <a:normAutofit/>
          </a:bodyPr>
          <a:lstStyle/>
          <a:p>
            <a:r>
              <a:rPr lang="en-US"/>
              <a:t>Click to edit Master title style</a:t>
            </a:r>
            <a:endParaRPr lang="en-US" dirty="0"/>
          </a:p>
        </p:txBody>
      </p:sp>
      <p:sp>
        <p:nvSpPr>
          <p:cNvPr id="3" name="Text Placeholder 2"/>
          <p:cNvSpPr>
            <a:spLocks noGrp="1"/>
          </p:cNvSpPr>
          <p:nvPr>
            <p:ph type="body" idx="1"/>
          </p:nvPr>
        </p:nvSpPr>
        <p:spPr>
          <a:xfrm>
            <a:off x="628650" y="1825625"/>
            <a:ext cx="78867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628650" y="6356351"/>
            <a:ext cx="20574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pPr>
              <a:defRPr/>
            </a:pPr>
            <a:endParaRPr lang="en-US"/>
          </a:p>
        </p:txBody>
      </p:sp>
      <p:sp>
        <p:nvSpPr>
          <p:cNvPr id="5" name="Footer Placeholder 4"/>
          <p:cNvSpPr>
            <a:spLocks noGrp="1"/>
          </p:cNvSpPr>
          <p:nvPr>
            <p:ph type="ftr" sz="quarter" idx="3"/>
          </p:nvPr>
        </p:nvSpPr>
        <p:spPr>
          <a:xfrm>
            <a:off x="3028950" y="6356351"/>
            <a:ext cx="30861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pPr>
              <a:defRPr/>
            </a:pPr>
            <a:endParaRPr lang="en-US"/>
          </a:p>
        </p:txBody>
      </p:sp>
      <p:sp>
        <p:nvSpPr>
          <p:cNvPr id="6" name="Slide Number Placeholder 5"/>
          <p:cNvSpPr>
            <a:spLocks noGrp="1"/>
          </p:cNvSpPr>
          <p:nvPr>
            <p:ph type="sldNum" sz="quarter" idx="4"/>
          </p:nvPr>
        </p:nvSpPr>
        <p:spPr>
          <a:xfrm>
            <a:off x="6457950" y="6356351"/>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pPr>
              <a:defRPr/>
            </a:pPr>
            <a:fld id="{9DE62156-1480-49ED-B33B-CE1D8F42A3CD}" type="slidenum">
              <a:rPr lang="en-US" smtClean="0"/>
              <a:pPr>
                <a:defRPr/>
              </a:pPr>
              <a:t>‹#›</a:t>
            </a:fld>
            <a:endParaRPr lang="en-US"/>
          </a:p>
        </p:txBody>
      </p:sp>
    </p:spTree>
    <p:extLst>
      <p:ext uri="{BB962C8B-B14F-4D97-AF65-F5344CB8AC3E}">
        <p14:creationId xmlns:p14="http://schemas.microsoft.com/office/powerpoint/2010/main" val="4260927758"/>
      </p:ext>
    </p:extLst>
  </p:cSld>
  <p:clrMap bg1="lt1" tx1="dk1" bg2="lt2" tx2="dk2" accent1="accent1" accent2="accent2" accent3="accent3" accent4="accent4" accent5="accent5" accent6="accent6" hlink="hlink" folHlink="folHlink"/>
  <p:sldLayoutIdLst>
    <p:sldLayoutId id="2147483724" r:id="rId1"/>
    <p:sldLayoutId id="2147483725" r:id="rId2"/>
    <p:sldLayoutId id="2147483726" r:id="rId3"/>
    <p:sldLayoutId id="2147483727" r:id="rId4"/>
    <p:sldLayoutId id="2147483728" r:id="rId5"/>
    <p:sldLayoutId id="2147483729" r:id="rId6"/>
    <p:sldLayoutId id="2147483730" r:id="rId7"/>
    <p:sldLayoutId id="2147483731" r:id="rId8"/>
    <p:sldLayoutId id="2147483732" r:id="rId9"/>
    <p:sldLayoutId id="2147483733" r:id="rId10"/>
    <p:sldLayoutId id="2147483734"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1.xml"/><Relationship Id="rId1" Type="http://schemas.openxmlformats.org/officeDocument/2006/relationships/slideLayout" Target="../slideLayouts/slideLayout1.xml"/><Relationship Id="rId6" Type="http://schemas.openxmlformats.org/officeDocument/2006/relationships/image" Target="../media/image3.png"/><Relationship Id="rId5" Type="http://schemas.openxmlformats.org/officeDocument/2006/relationships/hyperlink" Target="http://creativecommons.org/licenses/by-sa/4.0/" TargetMode="External"/><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3" Type="http://schemas.openxmlformats.org/officeDocument/2006/relationships/diagramLayout" Target="../diagrams/layout1.xml"/><Relationship Id="rId2" Type="http://schemas.openxmlformats.org/officeDocument/2006/relationships/diagramData" Target="../diagrams/data1.xml"/><Relationship Id="rId1" Type="http://schemas.openxmlformats.org/officeDocument/2006/relationships/slideLayout" Target="../slideLayouts/slideLayout2.xml"/><Relationship Id="rId6" Type="http://schemas.microsoft.com/office/2007/relationships/diagramDrawing" Target="../diagrams/drawing1.xml"/><Relationship Id="rId5" Type="http://schemas.openxmlformats.org/officeDocument/2006/relationships/diagramColors" Target="../diagrams/colors1.xml"/><Relationship Id="rId4" Type="http://schemas.openxmlformats.org/officeDocument/2006/relationships/diagramQuickStyle" Target="../diagrams/quickStyle1.xml"/></Relationships>
</file>

<file path=ppt/slides/_rels/slide3.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4.png"/><Relationship Id="rId1" Type="http://schemas.openxmlformats.org/officeDocument/2006/relationships/slideLayout" Target="../slideLayouts/slideLayout3.xml"/><Relationship Id="rId5" Type="http://schemas.openxmlformats.org/officeDocument/2006/relationships/hyperlink" Target="https://en.wikipedia.org/wiki/Honda" TargetMode="External"/><Relationship Id="rId4" Type="http://schemas.openxmlformats.org/officeDocument/2006/relationships/hyperlink" Target="https://en.wikipedia.org/wiki/Humanoid_robot" TargetMode="External"/></Relationships>
</file>

<file path=ppt/slides/_rels/slide4.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8" Type="http://schemas.openxmlformats.org/officeDocument/2006/relationships/customXml" Target="../ink/ink1.xml"/><Relationship Id="rId3" Type="http://schemas.openxmlformats.org/officeDocument/2006/relationships/diagramData" Target="../diagrams/data2.xml"/><Relationship Id="rId7" Type="http://schemas.microsoft.com/office/2007/relationships/diagramDrawing" Target="../diagrams/drawing2.xml"/><Relationship Id="rId2" Type="http://schemas.openxmlformats.org/officeDocument/2006/relationships/notesSlide" Target="../notesSlides/notesSlide2.xml"/><Relationship Id="rId1" Type="http://schemas.openxmlformats.org/officeDocument/2006/relationships/slideLayout" Target="../slideLayouts/slideLayout2.xml"/><Relationship Id="rId6" Type="http://schemas.openxmlformats.org/officeDocument/2006/relationships/diagramColors" Target="../diagrams/colors2.xml"/><Relationship Id="rId5" Type="http://schemas.openxmlformats.org/officeDocument/2006/relationships/diagramQuickStyle" Target="../diagrams/quickStyle2.xml"/><Relationship Id="rId4" Type="http://schemas.openxmlformats.org/officeDocument/2006/relationships/diagramLayout" Target="../diagrams/layout2.xml"/><Relationship Id="rId14" Type="http://schemas.openxmlformats.org/officeDocument/2006/relationships/image" Target="../media/image7.png"/></Relationships>
</file>

<file path=ppt/slides/_rels/slide6.xml.rels><?xml version="1.0" encoding="UTF-8" standalone="yes"?>
<Relationships xmlns="http://schemas.openxmlformats.org/package/2006/relationships"><Relationship Id="rId8" Type="http://schemas.openxmlformats.org/officeDocument/2006/relationships/diagramData" Target="../diagrams/data4.xml"/><Relationship Id="rId3" Type="http://schemas.openxmlformats.org/officeDocument/2006/relationships/diagramData" Target="../diagrams/data3.xml"/><Relationship Id="rId7" Type="http://schemas.microsoft.com/office/2007/relationships/diagramDrawing" Target="../diagrams/drawing3.xml"/><Relationship Id="rId12" Type="http://schemas.microsoft.com/office/2007/relationships/diagramDrawing" Target="../diagrams/drawing4.xml"/><Relationship Id="rId2" Type="http://schemas.openxmlformats.org/officeDocument/2006/relationships/notesSlide" Target="../notesSlides/notesSlide3.xml"/><Relationship Id="rId1" Type="http://schemas.openxmlformats.org/officeDocument/2006/relationships/slideLayout" Target="../slideLayouts/slideLayout2.xml"/><Relationship Id="rId6" Type="http://schemas.openxmlformats.org/officeDocument/2006/relationships/diagramColors" Target="../diagrams/colors3.xml"/><Relationship Id="rId11" Type="http://schemas.openxmlformats.org/officeDocument/2006/relationships/diagramColors" Target="../diagrams/colors4.xml"/><Relationship Id="rId5" Type="http://schemas.openxmlformats.org/officeDocument/2006/relationships/diagramQuickStyle" Target="../diagrams/quickStyle3.xml"/><Relationship Id="rId10" Type="http://schemas.openxmlformats.org/officeDocument/2006/relationships/diagramQuickStyle" Target="../diagrams/quickStyle4.xml"/><Relationship Id="rId4" Type="http://schemas.openxmlformats.org/officeDocument/2006/relationships/diagramLayout" Target="../diagrams/layout3.xml"/><Relationship Id="rId9" Type="http://schemas.openxmlformats.org/officeDocument/2006/relationships/diagramLayout" Target="../diagrams/layout4.xml"/></Relationships>
</file>

<file path=ppt/slides/_rels/slide7.xml.rels><?xml version="1.0" encoding="UTF-8" standalone="yes"?>
<Relationships xmlns="http://schemas.openxmlformats.org/package/2006/relationships"><Relationship Id="rId8" Type="http://schemas.openxmlformats.org/officeDocument/2006/relationships/diagramColors" Target="../diagrams/colors5.xml"/><Relationship Id="rId3" Type="http://schemas.openxmlformats.org/officeDocument/2006/relationships/image" Target="../media/image8.png"/><Relationship Id="rId7" Type="http://schemas.openxmlformats.org/officeDocument/2006/relationships/diagramQuickStyle" Target="../diagrams/quickStyle5.xml"/><Relationship Id="rId2" Type="http://schemas.openxmlformats.org/officeDocument/2006/relationships/notesSlide" Target="../notesSlides/notesSlide4.xml"/><Relationship Id="rId1" Type="http://schemas.openxmlformats.org/officeDocument/2006/relationships/slideLayout" Target="../slideLayouts/slideLayout2.xml"/><Relationship Id="rId6" Type="http://schemas.openxmlformats.org/officeDocument/2006/relationships/diagramLayout" Target="../diagrams/layout5.xml"/><Relationship Id="rId5" Type="http://schemas.openxmlformats.org/officeDocument/2006/relationships/diagramData" Target="../diagrams/data5.xml"/><Relationship Id="rId4" Type="http://schemas.openxmlformats.org/officeDocument/2006/relationships/image" Target="../media/image9.png"/><Relationship Id="rId9" Type="http://schemas.microsoft.com/office/2007/relationships/diagramDrawing" Target="../diagrams/drawing5.xml"/></Relationships>
</file>

<file path=ppt/slides/_rels/slide8.xml.rels><?xml version="1.0" encoding="UTF-8" standalone="yes"?>
<Relationships xmlns="http://schemas.openxmlformats.org/package/2006/relationships"><Relationship Id="rId3" Type="http://schemas.openxmlformats.org/officeDocument/2006/relationships/image" Target="../media/image10.gif"/><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8" Type="http://schemas.microsoft.com/office/2007/relationships/diagramDrawing" Target="../diagrams/drawing6.xml"/><Relationship Id="rId3" Type="http://schemas.openxmlformats.org/officeDocument/2006/relationships/image" Target="../media/image10.png"/><Relationship Id="rId7" Type="http://schemas.openxmlformats.org/officeDocument/2006/relationships/diagramColors" Target="../diagrams/colors6.xml"/><Relationship Id="rId2" Type="http://schemas.openxmlformats.org/officeDocument/2006/relationships/notesSlide" Target="../notesSlides/notesSlide6.xml"/><Relationship Id="rId1" Type="http://schemas.openxmlformats.org/officeDocument/2006/relationships/slideLayout" Target="../slideLayouts/slideLayout2.xml"/><Relationship Id="rId6" Type="http://schemas.openxmlformats.org/officeDocument/2006/relationships/diagramQuickStyle" Target="../diagrams/quickStyle6.xml"/><Relationship Id="rId5" Type="http://schemas.openxmlformats.org/officeDocument/2006/relationships/diagramLayout" Target="../diagrams/layout6.xml"/><Relationship Id="rId4" Type="http://schemas.openxmlformats.org/officeDocument/2006/relationships/diagramData" Target="../diagrams/data6.xml"/></Relationships>
</file>

<file path=ppt/slides/_rels/slide10.xml.rels><?xml version="1.0" encoding="UTF-8" standalone="yes"?>
<Relationships xmlns="http://schemas.openxmlformats.org/package/2006/relationships"><Relationship Id="rId3" Type="http://schemas.openxmlformats.org/officeDocument/2006/relationships/diagramData" Target="../diagrams/data7.xml"/><Relationship Id="rId7" Type="http://schemas.microsoft.com/office/2007/relationships/diagramDrawing" Target="../diagrams/drawing7.xml"/><Relationship Id="rId2" Type="http://schemas.openxmlformats.org/officeDocument/2006/relationships/notesSlide" Target="../notesSlides/notesSlide7.xml"/><Relationship Id="rId1" Type="http://schemas.openxmlformats.org/officeDocument/2006/relationships/slideLayout" Target="../slideLayouts/slideLayout2.xml"/><Relationship Id="rId6" Type="http://schemas.openxmlformats.org/officeDocument/2006/relationships/diagramColors" Target="../diagrams/colors7.xml"/><Relationship Id="rId5" Type="http://schemas.openxmlformats.org/officeDocument/2006/relationships/diagramQuickStyle" Target="../diagrams/quickStyle7.xml"/><Relationship Id="rId4" Type="http://schemas.openxmlformats.org/officeDocument/2006/relationships/diagramLayout" Target="../diagrams/layout7.xml"/></Relationships>
</file>

<file path=ppt/slides/_rels/slide11.xml.rels><?xml version="1.0" encoding="UTF-8" standalone="yes"?>
<Relationships xmlns="http://schemas.openxmlformats.org/package/2006/relationships"><Relationship Id="rId3" Type="http://schemas.openxmlformats.org/officeDocument/2006/relationships/diagramData" Target="../diagrams/data8.xml"/><Relationship Id="rId7" Type="http://schemas.microsoft.com/office/2007/relationships/diagramDrawing" Target="../diagrams/drawing8.xml"/><Relationship Id="rId2" Type="http://schemas.openxmlformats.org/officeDocument/2006/relationships/notesSlide" Target="../notesSlides/notesSlide8.xml"/><Relationship Id="rId1" Type="http://schemas.openxmlformats.org/officeDocument/2006/relationships/slideLayout" Target="../slideLayouts/slideLayout2.xml"/><Relationship Id="rId6" Type="http://schemas.openxmlformats.org/officeDocument/2006/relationships/diagramColors" Target="../diagrams/colors8.xml"/><Relationship Id="rId5" Type="http://schemas.openxmlformats.org/officeDocument/2006/relationships/diagramQuickStyle" Target="../diagrams/quickStyle8.xml"/><Relationship Id="rId4" Type="http://schemas.openxmlformats.org/officeDocument/2006/relationships/diagramLayout" Target="../diagrams/layout8.xml"/></Relationships>
</file>

<file path=ppt/slides/_rels/slide12.xml.rels><?xml version="1.0" encoding="UTF-8" standalone="yes"?>
<Relationships xmlns="http://schemas.openxmlformats.org/package/2006/relationships"><Relationship Id="rId3" Type="http://schemas.openxmlformats.org/officeDocument/2006/relationships/hyperlink" Target="https://en.wikipedia.org/wiki/Humanoid_robot" TargetMode="External"/><Relationship Id="rId2" Type="http://schemas.openxmlformats.org/officeDocument/2006/relationships/image" Target="../media/image4.png"/><Relationship Id="rId1" Type="http://schemas.openxmlformats.org/officeDocument/2006/relationships/slideLayout" Target="../slideLayouts/slideLayout3.xml"/><Relationship Id="rId4" Type="http://schemas.openxmlformats.org/officeDocument/2006/relationships/hyperlink" Target="https://en.wikipedia.org/wiki/Honda" TargetMode="External"/></Relationships>
</file>

<file path=ppt/slides/_rels/slide13.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9.xml"/><Relationship Id="rId1" Type="http://schemas.openxmlformats.org/officeDocument/2006/relationships/slideLayout" Target="../slideLayouts/slideLayout2.xml"/><Relationship Id="rId4" Type="http://schemas.openxmlformats.org/officeDocument/2006/relationships/image" Target="../media/image12.svg"/></Relationships>
</file>

<file path=ppt/slides/_rels/slide14.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13.jpeg"/><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11.xml"/><Relationship Id="rId1" Type="http://schemas.openxmlformats.org/officeDocument/2006/relationships/slideLayout" Target="../slideLayouts/slideLayout2.xml"/><Relationship Id="rId4" Type="http://schemas.openxmlformats.org/officeDocument/2006/relationships/image" Target="../media/image15.jpeg"/></Relationships>
</file>

<file path=ppt/slides/_rels/slide17.xml.rels><?xml version="1.0" encoding="UTF-8" standalone="yes"?>
<Relationships xmlns="http://schemas.openxmlformats.org/package/2006/relationships"><Relationship Id="rId3" Type="http://schemas.openxmlformats.org/officeDocument/2006/relationships/diagramLayout" Target="../diagrams/layout9.xml"/><Relationship Id="rId2" Type="http://schemas.openxmlformats.org/officeDocument/2006/relationships/diagramData" Target="../diagrams/data9.xml"/><Relationship Id="rId1" Type="http://schemas.openxmlformats.org/officeDocument/2006/relationships/slideLayout" Target="../slideLayouts/slideLayout2.xml"/><Relationship Id="rId6" Type="http://schemas.microsoft.com/office/2007/relationships/diagramDrawing" Target="../diagrams/drawing9.xml"/><Relationship Id="rId5" Type="http://schemas.openxmlformats.org/officeDocument/2006/relationships/diagramColors" Target="../diagrams/colors9.xml"/><Relationship Id="rId4" Type="http://schemas.openxmlformats.org/officeDocument/2006/relationships/diagramQuickStyle" Target="../diagrams/quickStyle9.xml"/></Relationships>
</file>

<file path=ppt/slides/_rels/slide18.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19.png"/><Relationship Id="rId1" Type="http://schemas.openxmlformats.org/officeDocument/2006/relationships/slideLayout" Target="../slideLayouts/slideLayout3.xml"/></Relationships>
</file>

<file path=ppt/slides/_rels/slide19.xml.rels><?xml version="1.0" encoding="UTF-8" standalone="yes"?>
<Relationships xmlns="http://schemas.openxmlformats.org/package/2006/relationships"><Relationship Id="rId3" Type="http://schemas.openxmlformats.org/officeDocument/2006/relationships/hyperlink" Target="https://qbi.uq.edu.au/brain/intelligent-machines/history-artificial-intelligence" TargetMode="External"/><Relationship Id="rId2" Type="http://schemas.openxmlformats.org/officeDocument/2006/relationships/image" Target="../media/image20.jpeg"/><Relationship Id="rId1" Type="http://schemas.openxmlformats.org/officeDocument/2006/relationships/slideLayout" Target="../slideLayouts/slideLayout7.xml"/><Relationship Id="rId6" Type="http://schemas.openxmlformats.org/officeDocument/2006/relationships/image" Target="../media/image23.png"/><Relationship Id="rId5" Type="http://schemas.openxmlformats.org/officeDocument/2006/relationships/image" Target="../media/image22.png"/><Relationship Id="rId4" Type="http://schemas.openxmlformats.org/officeDocument/2006/relationships/image" Target="../media/image21.jpeg"/></Relationships>
</file>

<file path=ppt/slides/_rels/slide20.xml.rels><?xml version="1.0" encoding="UTF-8" standalone="yes"?>
<Relationships xmlns="http://schemas.openxmlformats.org/package/2006/relationships"><Relationship Id="rId3" Type="http://schemas.openxmlformats.org/officeDocument/2006/relationships/image" Target="../media/image24.jpeg"/><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3" Type="http://schemas.openxmlformats.org/officeDocument/2006/relationships/image" Target="../media/image25.jpeg"/><Relationship Id="rId2" Type="http://schemas.openxmlformats.org/officeDocument/2006/relationships/notesSlide" Target="../notesSlides/notesSlide13.xml"/><Relationship Id="rId1" Type="http://schemas.openxmlformats.org/officeDocument/2006/relationships/slideLayout" Target="../slideLayouts/slideLayout2.xml"/><Relationship Id="rId4" Type="http://schemas.openxmlformats.org/officeDocument/2006/relationships/hyperlink" Target="https://www.newsweek.com/googles-new-two-legged-robot-future-warfare-429831" TargetMode="External"/></Relationships>
</file>

<file path=ppt/slides/_rels/slide22.xml.rels><?xml version="1.0" encoding="UTF-8" standalone="yes"?>
<Relationships xmlns="http://schemas.openxmlformats.org/package/2006/relationships"><Relationship Id="rId3" Type="http://schemas.openxmlformats.org/officeDocument/2006/relationships/image" Target="../media/image26.jpeg"/><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27.png"/><Relationship Id="rId1" Type="http://schemas.openxmlformats.org/officeDocument/2006/relationships/slideLayout" Target="../slideLayouts/slideLayout3.xml"/></Relationships>
</file>

<file path=ppt/slides/_rels/slide24.xml.rels><?xml version="1.0" encoding="UTF-8" standalone="yes"?>
<Relationships xmlns="http://schemas.openxmlformats.org/package/2006/relationships"><Relationship Id="rId3" Type="http://schemas.openxmlformats.org/officeDocument/2006/relationships/image" Target="../media/image28.jpeg"/><Relationship Id="rId2" Type="http://schemas.openxmlformats.org/officeDocument/2006/relationships/notesSlide" Target="../notesSlides/notesSlide15.xml"/><Relationship Id="rId1" Type="http://schemas.openxmlformats.org/officeDocument/2006/relationships/slideLayout" Target="../slideLayouts/slideLayout2.xml"/><Relationship Id="rId6" Type="http://schemas.openxmlformats.org/officeDocument/2006/relationships/image" Target="../media/image31.png"/><Relationship Id="rId5" Type="http://schemas.openxmlformats.org/officeDocument/2006/relationships/image" Target="../media/image30.png"/><Relationship Id="rId4" Type="http://schemas.openxmlformats.org/officeDocument/2006/relationships/image" Target="../media/image29.png"/></Relationships>
</file>

<file path=ppt/slides/_rels/slide25.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notesSlide" Target="../notesSlides/notesSlide16.xml"/><Relationship Id="rId1" Type="http://schemas.openxmlformats.org/officeDocument/2006/relationships/slideLayout" Target="../slideLayouts/slideLayout2.xml"/><Relationship Id="rId6" Type="http://schemas.openxmlformats.org/officeDocument/2006/relationships/image" Target="../media/image35.jpeg"/><Relationship Id="rId5" Type="http://schemas.openxmlformats.org/officeDocument/2006/relationships/image" Target="../media/image34.png"/><Relationship Id="rId4" Type="http://schemas.openxmlformats.org/officeDocument/2006/relationships/image" Target="../media/image33.jpeg"/></Relationships>
</file>

<file path=ppt/slides/_rels/slide26.xml.rels><?xml version="1.0" encoding="UTF-8" standalone="yes"?>
<Relationships xmlns="http://schemas.openxmlformats.org/package/2006/relationships"><Relationship Id="rId8" Type="http://schemas.openxmlformats.org/officeDocument/2006/relationships/hyperlink" Target="http://www.nytimes.com/2010/07/05/science/05robot.html?_r=1&amp;ref=artificial_intelligence" TargetMode="External"/><Relationship Id="rId3" Type="http://schemas.openxmlformats.org/officeDocument/2006/relationships/image" Target="../media/image36.png"/><Relationship Id="rId7" Type="http://schemas.openxmlformats.org/officeDocument/2006/relationships/hyperlink" Target="http://www.darpa.mil/grandchallenge05/" TargetMode="External"/><Relationship Id="rId2" Type="http://schemas.openxmlformats.org/officeDocument/2006/relationships/notesSlide" Target="../notesSlides/notesSlide17.xml"/><Relationship Id="rId1" Type="http://schemas.openxmlformats.org/officeDocument/2006/relationships/slideLayout" Target="../slideLayouts/slideLayout2.xml"/><Relationship Id="rId6" Type="http://schemas.openxmlformats.org/officeDocument/2006/relationships/hyperlink" Target="http://www.robocup.org/" TargetMode="External"/><Relationship Id="rId5" Type="http://schemas.openxmlformats.org/officeDocument/2006/relationships/image" Target="../media/image38.png"/><Relationship Id="rId4" Type="http://schemas.openxmlformats.org/officeDocument/2006/relationships/image" Target="../media/image37.jpeg"/><Relationship Id="rId9" Type="http://schemas.openxmlformats.org/officeDocument/2006/relationships/image" Target="../media/image39.jpeg"/></Relationships>
</file>

<file path=ppt/slides/_rels/slide27.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40.jpeg"/><Relationship Id="rId1" Type="http://schemas.openxmlformats.org/officeDocument/2006/relationships/slideLayout" Target="../slideLayouts/slideLayout3.xml"/></Relationships>
</file>

<file path=ppt/slides/_rels/slide28.xml.rels><?xml version="1.0" encoding="UTF-8" standalone="yes"?>
<Relationships xmlns="http://schemas.openxmlformats.org/package/2006/relationships"><Relationship Id="rId3" Type="http://schemas.openxmlformats.org/officeDocument/2006/relationships/diagramLayout" Target="../diagrams/layout10.xml"/><Relationship Id="rId2" Type="http://schemas.openxmlformats.org/officeDocument/2006/relationships/diagramData" Target="../diagrams/data10.xml"/><Relationship Id="rId1" Type="http://schemas.openxmlformats.org/officeDocument/2006/relationships/slideLayout" Target="../slideLayouts/slideLayout2.xml"/><Relationship Id="rId6" Type="http://schemas.microsoft.com/office/2007/relationships/diagramDrawing" Target="../diagrams/drawing10.xml"/><Relationship Id="rId5" Type="http://schemas.openxmlformats.org/officeDocument/2006/relationships/diagramColors" Target="../diagrams/colors10.xml"/><Relationship Id="rId4" Type="http://schemas.openxmlformats.org/officeDocument/2006/relationships/diagramQuickStyle" Target="../diagrams/quickStyle10.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3" Type="http://schemas.openxmlformats.org/officeDocument/2006/relationships/diagramData" Target="../diagrams/data11.xml"/><Relationship Id="rId7" Type="http://schemas.microsoft.com/office/2007/relationships/diagramDrawing" Target="../diagrams/drawing11.xml"/><Relationship Id="rId2" Type="http://schemas.openxmlformats.org/officeDocument/2006/relationships/notesSlide" Target="../notesSlides/notesSlide18.xml"/><Relationship Id="rId1" Type="http://schemas.openxmlformats.org/officeDocument/2006/relationships/slideLayout" Target="../slideLayouts/slideLayout2.xml"/><Relationship Id="rId6" Type="http://schemas.openxmlformats.org/officeDocument/2006/relationships/diagramColors" Target="../diagrams/colors11.xml"/><Relationship Id="rId5" Type="http://schemas.openxmlformats.org/officeDocument/2006/relationships/diagramQuickStyle" Target="../diagrams/quickStyle11.xml"/><Relationship Id="rId4" Type="http://schemas.openxmlformats.org/officeDocument/2006/relationships/diagramLayout" Target="../diagrams/layout11.xml"/></Relationships>
</file>

<file path=ppt/slides/_rels/slide31.xml.rels><?xml version="1.0" encoding="UTF-8" standalone="yes"?>
<Relationships xmlns="http://schemas.openxmlformats.org/package/2006/relationships"><Relationship Id="rId2" Type="http://schemas.openxmlformats.org/officeDocument/2006/relationships/image" Target="../media/image40.jpeg"/><Relationship Id="rId1" Type="http://schemas.openxmlformats.org/officeDocument/2006/relationships/slideLayout" Target="../slideLayouts/slideLayout3.xml"/></Relationships>
</file>

<file path=ppt/slides/_rels/slide32.xml.rels><?xml version="1.0" encoding="UTF-8" standalone="yes"?>
<Relationships xmlns="http://schemas.openxmlformats.org/package/2006/relationships"><Relationship Id="rId3" Type="http://schemas.openxmlformats.org/officeDocument/2006/relationships/hyperlink" Target="https://gdpr-info.eu/art-22-gdpr/" TargetMode="External"/><Relationship Id="rId2" Type="http://schemas.openxmlformats.org/officeDocument/2006/relationships/image" Target="../media/image41.png"/><Relationship Id="rId1" Type="http://schemas.openxmlformats.org/officeDocument/2006/relationships/slideLayout" Target="../slideLayouts/slideLayout2.xml"/><Relationship Id="rId5" Type="http://schemas.openxmlformats.org/officeDocument/2006/relationships/image" Target="../media/image43.jpeg"/><Relationship Id="rId4" Type="http://schemas.openxmlformats.org/officeDocument/2006/relationships/image" Target="../media/image42.png"/></Relationships>
</file>

<file path=ppt/slides/_rels/slide33.xml.rels><?xml version="1.0" encoding="UTF-8" standalone="yes"?>
<Relationships xmlns="http://schemas.openxmlformats.org/package/2006/relationships"><Relationship Id="rId3" Type="http://schemas.openxmlformats.org/officeDocument/2006/relationships/image" Target="../media/image45.png"/><Relationship Id="rId2" Type="http://schemas.openxmlformats.org/officeDocument/2006/relationships/image" Target="../media/image44.png"/><Relationship Id="rId1" Type="http://schemas.openxmlformats.org/officeDocument/2006/relationships/slideLayout" Target="../slideLayouts/slideLayout6.xml"/></Relationships>
</file>

<file path=ppt/slides/_rels/slide34.xml.rels><?xml version="1.0" encoding="UTF-8" standalone="yes"?>
<Relationships xmlns="http://schemas.openxmlformats.org/package/2006/relationships"><Relationship Id="rId3" Type="http://schemas.openxmlformats.org/officeDocument/2006/relationships/image" Target="../media/image47.png"/><Relationship Id="rId2" Type="http://schemas.openxmlformats.org/officeDocument/2006/relationships/image" Target="../media/image46.png"/><Relationship Id="rId1" Type="http://schemas.openxmlformats.org/officeDocument/2006/relationships/slideLayout" Target="../slideLayouts/slideLayout6.xml"/><Relationship Id="rId4" Type="http://schemas.openxmlformats.org/officeDocument/2006/relationships/hyperlink" Target="https://www.europarl.europa.eu/thinktank/en/document.html?reference=EPRS_STU(2019)624262" TargetMode="External"/></Relationships>
</file>

<file path=ppt/slides/_rels/slide35.xml.rels><?xml version="1.0" encoding="UTF-8" standalone="yes"?>
<Relationships xmlns="http://schemas.openxmlformats.org/package/2006/relationships"><Relationship Id="rId3" Type="http://schemas.openxmlformats.org/officeDocument/2006/relationships/hyperlink" Target="https://ai.google/static/documents/recommendations-for-regulating-ai.pdf" TargetMode="External"/><Relationship Id="rId2" Type="http://schemas.openxmlformats.org/officeDocument/2006/relationships/image" Target="../media/image48.png"/><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2" Type="http://schemas.openxmlformats.org/officeDocument/2006/relationships/image" Target="../media/image49.png"/><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3" Type="http://schemas.openxmlformats.org/officeDocument/2006/relationships/diagramLayout" Target="../diagrams/layout12.xml"/><Relationship Id="rId7" Type="http://schemas.openxmlformats.org/officeDocument/2006/relationships/image" Target="../media/image50.png"/><Relationship Id="rId2" Type="http://schemas.openxmlformats.org/officeDocument/2006/relationships/diagramData" Target="../diagrams/data12.xml"/><Relationship Id="rId1" Type="http://schemas.openxmlformats.org/officeDocument/2006/relationships/slideLayout" Target="../slideLayouts/slideLayout2.xml"/><Relationship Id="rId6" Type="http://schemas.microsoft.com/office/2007/relationships/diagramDrawing" Target="../diagrams/drawing12.xml"/><Relationship Id="rId5" Type="http://schemas.openxmlformats.org/officeDocument/2006/relationships/diagramColors" Target="../diagrams/colors12.xml"/><Relationship Id="rId4" Type="http://schemas.openxmlformats.org/officeDocument/2006/relationships/diagramQuickStyle" Target="../diagrams/quickStyle12.xml"/></Relationships>
</file>

<file path=ppt/slides/_rels/slide38.xml.rels><?xml version="1.0" encoding="UTF-8" standalone="yes"?>
<Relationships xmlns="http://schemas.openxmlformats.org/package/2006/relationships"><Relationship Id="rId2" Type="http://schemas.openxmlformats.org/officeDocument/2006/relationships/image" Target="../media/image40.jpeg"/><Relationship Id="rId1" Type="http://schemas.openxmlformats.org/officeDocument/2006/relationships/slideLayout" Target="../slideLayouts/slideLayout3.xml"/></Relationships>
</file>

<file path=ppt/slides/_rels/slide39.xml.rels><?xml version="1.0" encoding="UTF-8" standalone="yes"?>
<Relationships xmlns="http://schemas.openxmlformats.org/package/2006/relationships"><Relationship Id="rId3" Type="http://schemas.openxmlformats.org/officeDocument/2006/relationships/image" Target="../media/image52.svg"/><Relationship Id="rId2" Type="http://schemas.openxmlformats.org/officeDocument/2006/relationships/image" Target="../media/image51.svg"/><Relationship Id="rId1" Type="http://schemas.openxmlformats.org/officeDocument/2006/relationships/slideLayout" Target="../slideLayouts/slideLayout2.xml"/><Relationship Id="rId4" Type="http://schemas.openxmlformats.org/officeDocument/2006/relationships/image" Target="../media/image53.svg"/></Relationships>
</file>

<file path=ppt/slides/_rels/slide40.xml.rels><?xml version="1.0" encoding="UTF-8" standalone="yes"?>
<Relationships xmlns="http://schemas.openxmlformats.org/package/2006/relationships"><Relationship Id="rId3" Type="http://schemas.openxmlformats.org/officeDocument/2006/relationships/image" Target="../media/image54.svg"/><Relationship Id="rId2" Type="http://schemas.openxmlformats.org/officeDocument/2006/relationships/notesSlide" Target="../notesSlides/notesSlide19.xml"/><Relationship Id="rId1" Type="http://schemas.openxmlformats.org/officeDocument/2006/relationships/slideLayout" Target="../slideLayouts/slideLayout2.xml"/><Relationship Id="rId5" Type="http://schemas.openxmlformats.org/officeDocument/2006/relationships/image" Target="../media/image56.svg"/><Relationship Id="rId4" Type="http://schemas.openxmlformats.org/officeDocument/2006/relationships/image" Target="../media/image55.svg"/></Relationships>
</file>

<file path=ppt/slides/_rels/slide41.xml.rels><?xml version="1.0" encoding="UTF-8" standalone="yes"?>
<Relationships xmlns="http://schemas.openxmlformats.org/package/2006/relationships"><Relationship Id="rId3" Type="http://schemas.openxmlformats.org/officeDocument/2006/relationships/image" Target="../media/image57.jpeg"/><Relationship Id="rId2" Type="http://schemas.openxmlformats.org/officeDocument/2006/relationships/notesSlide" Target="../notesSlides/notesSlide20.xml"/><Relationship Id="rId1" Type="http://schemas.openxmlformats.org/officeDocument/2006/relationships/slideLayout" Target="../slideLayouts/slideLayout2.xml"/><Relationship Id="rId5" Type="http://schemas.openxmlformats.org/officeDocument/2006/relationships/image" Target="../media/image58.svg"/><Relationship Id="rId4" Type="http://schemas.openxmlformats.org/officeDocument/2006/relationships/image" Target="../media/image12.svg"/></Relationships>
</file>

<file path=ppt/slides/_rels/slide42.xml.rels><?xml version="1.0" encoding="UTF-8" standalone="yes"?>
<Relationships xmlns="http://schemas.openxmlformats.org/package/2006/relationships"><Relationship Id="rId3" Type="http://schemas.openxmlformats.org/officeDocument/2006/relationships/image" Target="../media/image59.png"/><Relationship Id="rId2" Type="http://schemas.openxmlformats.org/officeDocument/2006/relationships/hyperlink" Target="http://dx.doi.org/10.2139/ssrn.4921696" TargetMode="External"/><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2" Type="http://schemas.openxmlformats.org/officeDocument/2006/relationships/image" Target="../media/image60.jpe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055" name="Rectangle 2054">
            <a:extLst>
              <a:ext uri="{FF2B5EF4-FFF2-40B4-BE49-F238E27FC236}">
                <a16:creationId xmlns:a16="http://schemas.microsoft.com/office/drawing/2014/main" id="{E91DC736-0EF8-4F87-9146-EBF1D2EE4D3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9144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3" name="Picture 2">
            <a:extLst>
              <a:ext uri="{FF2B5EF4-FFF2-40B4-BE49-F238E27FC236}">
                <a16:creationId xmlns:a16="http://schemas.microsoft.com/office/drawing/2014/main" id="{A671EBC5-8F77-4D05-B52D-24E94DBD9058}"/>
              </a:ext>
              <a:ext uri="{C183D7F6-B498-43B3-948B-1728B52AA6E4}">
                <adec:decorative xmlns:adec="http://schemas.microsoft.com/office/drawing/2017/decorative" val="1"/>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t="18254" r="9089" b="5987"/>
          <a:stretch/>
        </p:blipFill>
        <p:spPr bwMode="auto">
          <a:xfrm>
            <a:off x="2642616" y="10"/>
            <a:ext cx="6501384" cy="6857990"/>
          </a:xfrm>
          <a:prstGeom prst="rect">
            <a:avLst/>
          </a:prstGeom>
          <a:noFill/>
          <a:extLst>
            <a:ext uri="{909E8E84-426E-40DD-AFC4-6F175D3DCCD1}">
              <a14:hiddenFill xmlns:a14="http://schemas.microsoft.com/office/drawing/2010/main">
                <a:solidFill>
                  <a:srgbClr val="FFFFFF"/>
                </a:solidFill>
              </a14:hiddenFill>
            </a:ext>
          </a:extLst>
        </p:spPr>
      </p:pic>
      <p:sp>
        <p:nvSpPr>
          <p:cNvPr id="2057" name="Rectangle 2056">
            <a:extLst>
              <a:ext uri="{FF2B5EF4-FFF2-40B4-BE49-F238E27FC236}">
                <a16:creationId xmlns:a16="http://schemas.microsoft.com/office/drawing/2014/main" id="{097CD68E-23E3-4007-8847-CD0944C4F7B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7317450" cy="6858000"/>
          </a:xfrm>
          <a:prstGeom prst="rect">
            <a:avLst/>
          </a:prstGeom>
          <a:gradFill>
            <a:gsLst>
              <a:gs pos="58000">
                <a:schemeClr val="bg1"/>
              </a:gs>
              <a:gs pos="35000">
                <a:schemeClr val="bg1">
                  <a:alpha val="79000"/>
                </a:schemeClr>
              </a:gs>
              <a:gs pos="19000">
                <a:schemeClr val="bg1">
                  <a:alpha val="38000"/>
                </a:schemeClr>
              </a:gs>
              <a:gs pos="0">
                <a:schemeClr val="bg1">
                  <a:alpha val="0"/>
                </a:schemeClr>
              </a:gs>
              <a:gs pos="100000">
                <a:schemeClr val="bg1"/>
              </a:gs>
            </a:gsLst>
            <a:lin ang="10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050" name="Title 1"/>
          <p:cNvSpPr>
            <a:spLocks noGrp="1"/>
          </p:cNvSpPr>
          <p:nvPr>
            <p:ph type="ctrTitle"/>
          </p:nvPr>
        </p:nvSpPr>
        <p:spPr>
          <a:xfrm>
            <a:off x="358484" y="1122363"/>
            <a:ext cx="3375315" cy="3204134"/>
          </a:xfrm>
        </p:spPr>
        <p:txBody>
          <a:bodyPr vert="horz" lIns="91440" tIns="45720" rIns="91440" bIns="45720" rtlCol="0" anchor="b">
            <a:normAutofit/>
          </a:bodyPr>
          <a:lstStyle/>
          <a:p>
            <a:pPr algn="l" defTabSz="914400"/>
            <a:r>
              <a:rPr lang="en-US" sz="2600" b="1" dirty="0"/>
              <a:t>CS 5/7320 </a:t>
            </a:r>
            <a:br>
              <a:rPr lang="en-US" sz="2600" b="1" dirty="0"/>
            </a:br>
            <a:r>
              <a:rPr lang="en-US" sz="2600" b="1" dirty="0"/>
              <a:t>Artificial Intelligence</a:t>
            </a:r>
            <a:br>
              <a:rPr lang="en-US" sz="2600" b="1" dirty="0"/>
            </a:br>
            <a:br>
              <a:rPr lang="en-US" sz="2600" b="1" dirty="0"/>
            </a:br>
            <a:r>
              <a:rPr lang="en-US" sz="2600" b="1" dirty="0"/>
              <a:t>Introduction to AI</a:t>
            </a:r>
            <a:br>
              <a:rPr lang="en-US" sz="2600" b="1" dirty="0"/>
            </a:br>
            <a:br>
              <a:rPr lang="en-US" sz="2600" b="1" dirty="0"/>
            </a:br>
            <a:r>
              <a:rPr lang="en-US" sz="2600" b="1" dirty="0"/>
              <a:t>AIMA Chapters 1 + 27</a:t>
            </a:r>
          </a:p>
        </p:txBody>
      </p:sp>
      <p:sp>
        <p:nvSpPr>
          <p:cNvPr id="8" name="Subtitle 7">
            <a:extLst>
              <a:ext uri="{FF2B5EF4-FFF2-40B4-BE49-F238E27FC236}">
                <a16:creationId xmlns:a16="http://schemas.microsoft.com/office/drawing/2014/main" id="{71970712-7B6B-FF1B-6B47-BB7A92726235}"/>
              </a:ext>
            </a:extLst>
          </p:cNvPr>
          <p:cNvSpPr>
            <a:spLocks noGrp="1"/>
          </p:cNvSpPr>
          <p:nvPr>
            <p:ph type="subTitle" idx="1"/>
          </p:nvPr>
        </p:nvSpPr>
        <p:spPr>
          <a:xfrm>
            <a:off x="358485" y="4872922"/>
            <a:ext cx="3017519" cy="1208141"/>
          </a:xfrm>
        </p:spPr>
        <p:txBody>
          <a:bodyPr>
            <a:normAutofit lnSpcReduction="10000"/>
          </a:bodyPr>
          <a:lstStyle/>
          <a:p>
            <a:pPr algn="l"/>
            <a:r>
              <a:rPr lang="en-US" sz="1700" dirty="0"/>
              <a:t>Slides by Michael Hahsler</a:t>
            </a:r>
            <a:br>
              <a:rPr lang="en-US" sz="1700" dirty="0"/>
            </a:br>
            <a:br>
              <a:rPr lang="en-US" sz="1700" dirty="0"/>
            </a:br>
            <a:r>
              <a:rPr lang="en-US" sz="1700" dirty="0"/>
              <a:t>based on slides by Svetlana </a:t>
            </a:r>
            <a:r>
              <a:rPr lang="en-US" sz="1700" dirty="0" err="1"/>
              <a:t>Lazepnik</a:t>
            </a:r>
            <a:r>
              <a:rPr lang="en-US" sz="1700" dirty="0"/>
              <a:t> with figures and cover art from the AIMA textbook. 	</a:t>
            </a:r>
          </a:p>
          <a:p>
            <a:pPr algn="l"/>
            <a:endParaRPr lang="en-US" sz="1700" dirty="0"/>
          </a:p>
        </p:txBody>
      </p:sp>
      <p:sp>
        <p:nvSpPr>
          <p:cNvPr id="2059" name="Rectangle 2058">
            <a:extLst>
              <a:ext uri="{FF2B5EF4-FFF2-40B4-BE49-F238E27FC236}">
                <a16:creationId xmlns:a16="http://schemas.microsoft.com/office/drawing/2014/main" id="{AF2F604E-43BE-4DC3-B983-E071523364F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551653" y="434802"/>
            <a:ext cx="146304" cy="528066"/>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prstClr val="white"/>
              </a:solidFill>
              <a:latin typeface="Calibri" panose="020F0502020204030204"/>
            </a:endParaRPr>
          </a:p>
        </p:txBody>
      </p:sp>
      <p:sp>
        <p:nvSpPr>
          <p:cNvPr id="2061" name="Rectangle 2060">
            <a:extLst>
              <a:ext uri="{FF2B5EF4-FFF2-40B4-BE49-F238E27FC236}">
                <a16:creationId xmlns:a16="http://schemas.microsoft.com/office/drawing/2014/main" id="{08C9B587-E65E-4B52-B37C-ABEBB6E8792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60771" y="4546920"/>
            <a:ext cx="2983230" cy="18288"/>
          </a:xfrm>
          <a:prstGeom prst="rect">
            <a:avLst/>
          </a:prstGeom>
          <a:solidFill>
            <a:srgbClr val="D5D5D5"/>
          </a:solidFill>
          <a:ln w="3175">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grpSp>
        <p:nvGrpSpPr>
          <p:cNvPr id="12" name="Group 11">
            <a:extLst>
              <a:ext uri="{FF2B5EF4-FFF2-40B4-BE49-F238E27FC236}">
                <a16:creationId xmlns:a16="http://schemas.microsoft.com/office/drawing/2014/main" id="{551EF9FF-12FF-4F03-4D90-E4991E9CABBE}"/>
              </a:ext>
              <a:ext uri="{C183D7F6-B498-43B3-948B-1728B52AA6E4}">
                <adec:decorative xmlns:adec="http://schemas.microsoft.com/office/drawing/2017/decorative" val="1"/>
              </a:ext>
            </a:extLst>
          </p:cNvPr>
          <p:cNvGrpSpPr/>
          <p:nvPr/>
        </p:nvGrpSpPr>
        <p:grpSpPr>
          <a:xfrm>
            <a:off x="7171961" y="4716889"/>
            <a:ext cx="1676400" cy="1981200"/>
            <a:chOff x="7162800" y="4191000"/>
            <a:chExt cx="1676400" cy="1981200"/>
          </a:xfrm>
        </p:grpSpPr>
        <p:sp>
          <p:nvSpPr>
            <p:cNvPr id="15" name="Rectangle 14">
              <a:extLst>
                <a:ext uri="{FF2B5EF4-FFF2-40B4-BE49-F238E27FC236}">
                  <a16:creationId xmlns:a16="http://schemas.microsoft.com/office/drawing/2014/main" id="{B3C65A4B-B0A0-AF04-CE85-7D210DDDC3E8}"/>
                </a:ext>
              </a:extLst>
            </p:cNvPr>
            <p:cNvSpPr/>
            <p:nvPr/>
          </p:nvSpPr>
          <p:spPr>
            <a:xfrm>
              <a:off x="7162800" y="4191000"/>
              <a:ext cx="1676400" cy="1981200"/>
            </a:xfrm>
            <a:prstGeom prst="rect">
              <a:avLst/>
            </a:prstGeom>
            <a:solidFill>
              <a:schemeClr val="bg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6" name="Picture 15" descr="A qr code with black dots&#10;&#10;Description automatically generated">
              <a:extLst>
                <a:ext uri="{FF2B5EF4-FFF2-40B4-BE49-F238E27FC236}">
                  <a16:creationId xmlns:a16="http://schemas.microsoft.com/office/drawing/2014/main" id="{475F2505-5B89-1F3A-7D7E-9847C40AACAA}"/>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7200900" y="4212771"/>
              <a:ext cx="1600200" cy="1600200"/>
            </a:xfrm>
            <a:prstGeom prst="rect">
              <a:avLst/>
            </a:prstGeom>
          </p:spPr>
        </p:pic>
        <p:sp>
          <p:nvSpPr>
            <p:cNvPr id="17" name="Rectangle 16">
              <a:extLst>
                <a:ext uri="{FF2B5EF4-FFF2-40B4-BE49-F238E27FC236}">
                  <a16:creationId xmlns:a16="http://schemas.microsoft.com/office/drawing/2014/main" id="{043842AC-2A2D-8FD0-3DA1-764F6B0C3100}"/>
                </a:ext>
              </a:extLst>
            </p:cNvPr>
            <p:cNvSpPr/>
            <p:nvPr/>
          </p:nvSpPr>
          <p:spPr>
            <a:xfrm>
              <a:off x="7162800" y="5812971"/>
              <a:ext cx="1676400" cy="359229"/>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en-US" dirty="0"/>
                <a:t>Online Material</a:t>
              </a:r>
            </a:p>
          </p:txBody>
        </p:sp>
      </p:grpSp>
      <p:grpSp>
        <p:nvGrpSpPr>
          <p:cNvPr id="7" name="Group 6">
            <a:extLst>
              <a:ext uri="{FF2B5EF4-FFF2-40B4-BE49-F238E27FC236}">
                <a16:creationId xmlns:a16="http://schemas.microsoft.com/office/drawing/2014/main" id="{697F41E1-EF35-BB71-C3A6-254FBB3F55A4}"/>
              </a:ext>
            </a:extLst>
          </p:cNvPr>
          <p:cNvGrpSpPr/>
          <p:nvPr/>
        </p:nvGrpSpPr>
        <p:grpSpPr>
          <a:xfrm>
            <a:off x="480501" y="6300760"/>
            <a:ext cx="3943959" cy="430887"/>
            <a:chOff x="480501" y="6300760"/>
            <a:chExt cx="3943959" cy="430887"/>
          </a:xfrm>
        </p:grpSpPr>
        <p:sp>
          <p:nvSpPr>
            <p:cNvPr id="4" name="TextBox 3">
              <a:extLst>
                <a:ext uri="{FF2B5EF4-FFF2-40B4-BE49-F238E27FC236}">
                  <a16:creationId xmlns:a16="http://schemas.microsoft.com/office/drawing/2014/main" id="{C8BFCEB4-C6F2-6930-B1FE-B464C25B686C}"/>
                </a:ext>
              </a:extLst>
            </p:cNvPr>
            <p:cNvSpPr txBox="1"/>
            <p:nvPr/>
          </p:nvSpPr>
          <p:spPr>
            <a:xfrm>
              <a:off x="1406939" y="6300760"/>
              <a:ext cx="3017521" cy="430887"/>
            </a:xfrm>
            <a:prstGeom prst="rect">
              <a:avLst/>
            </a:prstGeom>
            <a:noFill/>
          </p:spPr>
          <p:txBody>
            <a:bodyPr wrap="square">
              <a:spAutoFit/>
            </a:bodyPr>
            <a:lstStyle/>
            <a:p>
              <a:r>
                <a:rPr lang="en-US" sz="1100" b="0" i="0" dirty="0">
                  <a:effectLst/>
                  <a:latin typeface="Calibri" panose="020F0502020204030204" pitchFamily="34" charset="0"/>
                </a:rPr>
                <a:t>This work is licensed under a </a:t>
              </a:r>
              <a:r>
                <a:rPr lang="en-US" sz="1100" b="0" i="0" strike="noStrike" dirty="0">
                  <a:effectLst/>
                  <a:latin typeface="Calibri" panose="020F0502020204030204" pitchFamily="34" charset="0"/>
                  <a:hlinkClick r:id="rId5">
                    <a:extLst>
                      <a:ext uri="{A12FA001-AC4F-418D-AE19-62706E023703}">
                        <ahyp:hlinkClr xmlns:ahyp="http://schemas.microsoft.com/office/drawing/2018/hyperlinkcolor" val="tx"/>
                      </a:ext>
                    </a:extLst>
                  </a:hlinkClick>
                </a:rPr>
                <a:t>Creative Commons Attribution-</a:t>
              </a:r>
              <a:r>
                <a:rPr lang="en-US" sz="1100" b="0" i="0" strike="noStrike" dirty="0" err="1">
                  <a:effectLst/>
                  <a:latin typeface="Calibri" panose="020F0502020204030204" pitchFamily="34" charset="0"/>
                  <a:hlinkClick r:id="rId5">
                    <a:extLst>
                      <a:ext uri="{A12FA001-AC4F-418D-AE19-62706E023703}">
                        <ahyp:hlinkClr xmlns:ahyp="http://schemas.microsoft.com/office/drawing/2018/hyperlinkcolor" val="tx"/>
                      </a:ext>
                    </a:extLst>
                  </a:hlinkClick>
                </a:rPr>
                <a:t>ShareAlike</a:t>
              </a:r>
              <a:r>
                <a:rPr lang="en-US" sz="1100" b="0" i="0" strike="noStrike" dirty="0">
                  <a:effectLst/>
                  <a:latin typeface="Calibri" panose="020F0502020204030204" pitchFamily="34" charset="0"/>
                  <a:hlinkClick r:id="rId5">
                    <a:extLst>
                      <a:ext uri="{A12FA001-AC4F-418D-AE19-62706E023703}">
                        <ahyp:hlinkClr xmlns:ahyp="http://schemas.microsoft.com/office/drawing/2018/hyperlinkcolor" val="tx"/>
                      </a:ext>
                    </a:extLst>
                  </a:hlinkClick>
                </a:rPr>
                <a:t> 4.0 International License</a:t>
              </a:r>
              <a:r>
                <a:rPr lang="en-US" sz="1100" b="0" i="0" dirty="0">
                  <a:effectLst/>
                  <a:latin typeface="Calibri" panose="020F0502020204030204" pitchFamily="34" charset="0"/>
                </a:rPr>
                <a:t>.</a:t>
              </a:r>
              <a:endParaRPr lang="en-US" sz="1100" dirty="0"/>
            </a:p>
          </p:txBody>
        </p:sp>
        <p:pic>
          <p:nvPicPr>
            <p:cNvPr id="6" name="Picture 2">
              <a:extLst>
                <a:ext uri="{FF2B5EF4-FFF2-40B4-BE49-F238E27FC236}">
                  <a16:creationId xmlns:a16="http://schemas.microsoft.com/office/drawing/2014/main" id="{020FF2B0-631E-9B7E-EF09-A5E46D7A5714}"/>
                </a:ext>
              </a:extLst>
            </p:cNvPr>
            <p:cNvPicPr>
              <a:picLocks noChangeAspect="1" noChangeArrowheads="1"/>
            </p:cNvPicPr>
            <p:nvPr/>
          </p:nvPicPr>
          <p:blipFill>
            <a:blip r:embed="rId6" cstate="print">
              <a:extLst>
                <a:ext uri="{28A0092B-C50C-407E-A947-70E740481C1C}">
                  <a14:useLocalDpi xmlns:a14="http://schemas.microsoft.com/office/drawing/2010/main" val="0"/>
                </a:ext>
              </a:extLst>
            </a:blip>
            <a:srcRect/>
            <a:stretch>
              <a:fillRect/>
            </a:stretch>
          </p:blipFill>
          <p:spPr bwMode="auto">
            <a:xfrm>
              <a:off x="480501" y="6359732"/>
              <a:ext cx="894434" cy="312941"/>
            </a:xfrm>
            <a:prstGeom prst="rect">
              <a:avLst/>
            </a:prstGeom>
            <a:noFill/>
            <a:extLst>
              <a:ext uri="{909E8E84-426E-40DD-AFC4-6F175D3DCCD1}">
                <a14:hiddenFill xmlns:a14="http://schemas.microsoft.com/office/drawing/2010/main">
                  <a:solidFill>
                    <a:srgbClr val="FFFFFF"/>
                  </a:solidFill>
                </a14:hiddenFill>
              </a:ext>
            </a:extLst>
          </p:spPr>
        </p:pic>
      </p:grpSp>
    </p:spTree>
  </p:cSld>
  <p:clrMapOvr>
    <a:overrideClrMapping bg1="lt1" tx1="dk1" bg2="lt2" tx2="dk2" accent1="accent1" accent2="accent2" accent3="accent3" accent4="accent4" accent5="accent5" accent6="accent6" hlink="hlink" folHlink="folHlink"/>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itle 6">
            <a:extLst>
              <a:ext uri="{FF2B5EF4-FFF2-40B4-BE49-F238E27FC236}">
                <a16:creationId xmlns:a16="http://schemas.microsoft.com/office/drawing/2014/main" id="{EA828D4B-3260-9801-5A60-3E0616CCB243}"/>
              </a:ext>
            </a:extLst>
          </p:cNvPr>
          <p:cNvSpPr>
            <a:spLocks noGrp="1"/>
          </p:cNvSpPr>
          <p:nvPr>
            <p:ph type="title"/>
          </p:nvPr>
        </p:nvSpPr>
        <p:spPr/>
        <p:txBody>
          <a:bodyPr/>
          <a:lstStyle/>
          <a:p>
            <a:r>
              <a:rPr lang="en-US" dirty="0"/>
              <a:t>Agenda</a:t>
            </a:r>
          </a:p>
        </p:txBody>
      </p:sp>
      <p:graphicFrame>
        <p:nvGraphicFramePr>
          <p:cNvPr id="4" name="Content Placeholder 3" descr="This lecture is about:&#10;What is AI?&#10;The history of AI.&#10;AI today.&#10;And finally, about Ethics and Safety.">
            <a:extLst>
              <a:ext uri="{FF2B5EF4-FFF2-40B4-BE49-F238E27FC236}">
                <a16:creationId xmlns:a16="http://schemas.microsoft.com/office/drawing/2014/main" id="{AAEAB6F2-DD79-4218-9B7D-697B6DFFFAF5}"/>
              </a:ext>
            </a:extLst>
          </p:cNvPr>
          <p:cNvGraphicFramePr>
            <a:graphicFrameLocks noGrp="1"/>
          </p:cNvGraphicFramePr>
          <p:nvPr>
            <p:ph idx="1"/>
            <p:extLst>
              <p:ext uri="{D42A27DB-BD31-4B8C-83A1-F6EECF244321}">
                <p14:modId xmlns:p14="http://schemas.microsoft.com/office/powerpoint/2010/main" val="4152365874"/>
              </p:ext>
            </p:extLst>
          </p:nvPr>
        </p:nvGraphicFramePr>
        <p:xfrm>
          <a:off x="630959" y="1027909"/>
          <a:ext cx="7886700" cy="38131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6" name="Rectangle: Rounded Corners 5">
            <a:extLst>
              <a:ext uri="{FF2B5EF4-FFF2-40B4-BE49-F238E27FC236}">
                <a16:creationId xmlns:a16="http://schemas.microsoft.com/office/drawing/2014/main" id="{1B851D21-EA66-742C-D0B7-14E6BAA7ACAF}"/>
              </a:ext>
            </a:extLst>
          </p:cNvPr>
          <p:cNvSpPr/>
          <p:nvPr/>
        </p:nvSpPr>
        <p:spPr>
          <a:xfrm>
            <a:off x="1866900" y="5181600"/>
            <a:ext cx="5410200" cy="830262"/>
          </a:xfrm>
          <a:prstGeom prst="roundRect">
            <a:avLst/>
          </a:prstGeom>
        </p:spPr>
        <p:style>
          <a:lnRef idx="3">
            <a:schemeClr val="lt1"/>
          </a:lnRef>
          <a:fillRef idx="1">
            <a:schemeClr val="accent6"/>
          </a:fillRef>
          <a:effectRef idx="1">
            <a:schemeClr val="accent6"/>
          </a:effectRef>
          <a:fontRef idx="minor">
            <a:schemeClr val="lt1"/>
          </a:fontRef>
        </p:style>
        <p:txBody>
          <a:bodyPr rtlCol="0" anchor="ctr"/>
          <a:lstStyle/>
          <a:p>
            <a:pPr algn="ctr"/>
            <a:r>
              <a:rPr lang="en-US" sz="3200" dirty="0"/>
              <a:t>AI Governance</a:t>
            </a:r>
          </a:p>
        </p:txBody>
      </p:sp>
    </p:spTree>
    <p:extLst>
      <p:ext uri="{BB962C8B-B14F-4D97-AF65-F5344CB8AC3E}">
        <p14:creationId xmlns:p14="http://schemas.microsoft.com/office/powerpoint/2010/main" val="343169760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6" name="Rectangle 25">
            <a:extLst>
              <a:ext uri="{FF2B5EF4-FFF2-40B4-BE49-F238E27FC236}">
                <a16:creationId xmlns:a16="http://schemas.microsoft.com/office/drawing/2014/main" id="{D776D29F-0A2C-4F75-8582-7C7DFCBD11D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9144000" cy="6858000"/>
          </a:xfrm>
          <a:prstGeom prst="rect">
            <a:avLst/>
          </a:prstGeom>
          <a:solidFill>
            <a:schemeClr val="tx1"/>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itle 3">
            <a:extLst>
              <a:ext uri="{FF2B5EF4-FFF2-40B4-BE49-F238E27FC236}">
                <a16:creationId xmlns:a16="http://schemas.microsoft.com/office/drawing/2014/main" id="{8E741301-A0B1-4515-BEB2-EBBA657D46B3}"/>
              </a:ext>
            </a:extLst>
          </p:cNvPr>
          <p:cNvSpPr>
            <a:spLocks noGrp="1"/>
          </p:cNvSpPr>
          <p:nvPr>
            <p:ph type="title"/>
          </p:nvPr>
        </p:nvSpPr>
        <p:spPr>
          <a:xfrm>
            <a:off x="628650" y="1174819"/>
            <a:ext cx="3181350" cy="2858363"/>
          </a:xfrm>
        </p:spPr>
        <p:txBody>
          <a:bodyPr vert="horz" lIns="91440" tIns="45720" rIns="91440" bIns="45720" rtlCol="0" anchor="b">
            <a:normAutofit/>
          </a:bodyPr>
          <a:lstStyle/>
          <a:p>
            <a:r>
              <a:rPr lang="en-US" sz="4000" dirty="0">
                <a:solidFill>
                  <a:schemeClr val="bg1"/>
                </a:solidFill>
              </a:rPr>
              <a:t>What is Artificial Intelligence?</a:t>
            </a:r>
          </a:p>
        </p:txBody>
      </p:sp>
      <p:pic>
        <p:nvPicPr>
          <p:cNvPr id="6" name="Picture 14">
            <a:extLst>
              <a:ext uri="{FF2B5EF4-FFF2-40B4-BE49-F238E27FC236}">
                <a16:creationId xmlns:a16="http://schemas.microsoft.com/office/drawing/2014/main" id="{A2AECC0A-2E6F-4723-9D06-ED7B1882F037}"/>
              </a:ext>
              <a:ext uri="{C183D7F6-B498-43B3-948B-1728B52AA6E4}">
                <adec:decorative xmlns:adec="http://schemas.microsoft.com/office/drawing/2017/decorative" val="1"/>
              </a:ext>
            </a:extLst>
          </p:cNvPr>
          <p:cNvPicPr>
            <a:picLocks noChangeAspect="1" noChangeArrowheads="1"/>
          </p:cNvPicPr>
          <p:nvPr/>
        </p:nvPicPr>
        <p:blipFill rotWithShape="1">
          <a:blip r:embed="rId2" cstate="print"/>
          <a:srcRect t="5643" r="2" b="597"/>
          <a:stretch/>
        </p:blipFill>
        <p:spPr bwMode="auto">
          <a:xfrm>
            <a:off x="4261757" y="1"/>
            <a:ext cx="4882243" cy="6857999"/>
          </a:xfrm>
          <a:custGeom>
            <a:avLst/>
            <a:gdLst/>
            <a:ahLst/>
            <a:cxnLst/>
            <a:rect l="l" t="t" r="r" b="b"/>
            <a:pathLst>
              <a:path w="6509657" h="6857999">
                <a:moveTo>
                  <a:pt x="752157" y="6118149"/>
                </a:moveTo>
                <a:cubicBezTo>
                  <a:pt x="745608" y="6124102"/>
                  <a:pt x="737987" y="6129341"/>
                  <a:pt x="730938" y="6133722"/>
                </a:cubicBezTo>
                <a:cubicBezTo>
                  <a:pt x="723794" y="6138152"/>
                  <a:pt x="718448" y="6143474"/>
                  <a:pt x="714778" y="6149379"/>
                </a:cubicBezTo>
                <a:lnTo>
                  <a:pt x="709303" y="6166562"/>
                </a:lnTo>
                <a:lnTo>
                  <a:pt x="714778" y="6149380"/>
                </a:lnTo>
                <a:cubicBezTo>
                  <a:pt x="718448" y="6143474"/>
                  <a:pt x="723794" y="6138152"/>
                  <a:pt x="730938" y="6133723"/>
                </a:cubicBezTo>
                <a:cubicBezTo>
                  <a:pt x="737987" y="6129341"/>
                  <a:pt x="745608" y="6124102"/>
                  <a:pt x="752157" y="6118149"/>
                </a:cubicBezTo>
                <a:close/>
                <a:moveTo>
                  <a:pt x="844000" y="4941372"/>
                </a:moveTo>
                <a:lnTo>
                  <a:pt x="840670" y="4950868"/>
                </a:lnTo>
                <a:lnTo>
                  <a:pt x="830985" y="4991382"/>
                </a:lnTo>
                <a:lnTo>
                  <a:pt x="840670" y="4950869"/>
                </a:lnTo>
                <a:close/>
                <a:moveTo>
                  <a:pt x="840061" y="4749807"/>
                </a:moveTo>
                <a:cubicBezTo>
                  <a:pt x="852197" y="4762827"/>
                  <a:pt x="853054" y="4781365"/>
                  <a:pt x="854768" y="4799797"/>
                </a:cubicBezTo>
                <a:cubicBezTo>
                  <a:pt x="853054" y="4781365"/>
                  <a:pt x="852197" y="4762826"/>
                  <a:pt x="840061" y="4749807"/>
                </a:cubicBezTo>
                <a:close/>
                <a:moveTo>
                  <a:pt x="822263" y="4543185"/>
                </a:moveTo>
                <a:lnTo>
                  <a:pt x="816857" y="4557091"/>
                </a:lnTo>
                <a:cubicBezTo>
                  <a:pt x="805236" y="4573618"/>
                  <a:pt x="796449" y="4588275"/>
                  <a:pt x="790493" y="4602021"/>
                </a:cubicBezTo>
                <a:cubicBezTo>
                  <a:pt x="796449" y="4588275"/>
                  <a:pt x="805236" y="4573618"/>
                  <a:pt x="816857" y="4557092"/>
                </a:cubicBezTo>
                <a:cubicBezTo>
                  <a:pt x="819238" y="4553662"/>
                  <a:pt x="821286" y="4548281"/>
                  <a:pt x="822263" y="4543185"/>
                </a:cubicBezTo>
                <a:close/>
                <a:moveTo>
                  <a:pt x="356045" y="2819253"/>
                </a:moveTo>
                <a:lnTo>
                  <a:pt x="344401" y="2827483"/>
                </a:lnTo>
                <a:lnTo>
                  <a:pt x="344399" y="2827486"/>
                </a:lnTo>
                <a:lnTo>
                  <a:pt x="325550" y="2842392"/>
                </a:lnTo>
                <a:lnTo>
                  <a:pt x="315896" y="2861156"/>
                </a:lnTo>
                <a:lnTo>
                  <a:pt x="344399" y="2827486"/>
                </a:lnTo>
                <a:lnTo>
                  <a:pt x="344401" y="2827484"/>
                </a:lnTo>
                <a:close/>
                <a:moveTo>
                  <a:pt x="425699" y="1974015"/>
                </a:moveTo>
                <a:cubicBezTo>
                  <a:pt x="427224" y="1991685"/>
                  <a:pt x="433462" y="2008497"/>
                  <a:pt x="449941" y="2023547"/>
                </a:cubicBezTo>
                <a:cubicBezTo>
                  <a:pt x="441702" y="2016020"/>
                  <a:pt x="436022" y="2008056"/>
                  <a:pt x="432213" y="1999763"/>
                </a:cubicBezTo>
                <a:close/>
                <a:moveTo>
                  <a:pt x="442893" y="1768838"/>
                </a:moveTo>
                <a:cubicBezTo>
                  <a:pt x="451656" y="1779981"/>
                  <a:pt x="453942" y="1790986"/>
                  <a:pt x="452275" y="1801558"/>
                </a:cubicBezTo>
                <a:lnTo>
                  <a:pt x="451495" y="1785412"/>
                </a:lnTo>
                <a:cubicBezTo>
                  <a:pt x="450037" y="1779948"/>
                  <a:pt x="447274" y="1774411"/>
                  <a:pt x="442893" y="1768838"/>
                </a:cubicBezTo>
                <a:close/>
                <a:moveTo>
                  <a:pt x="333304" y="520953"/>
                </a:moveTo>
                <a:cubicBezTo>
                  <a:pt x="333743" y="528850"/>
                  <a:pt x="335480" y="536547"/>
                  <a:pt x="337867" y="544146"/>
                </a:cubicBezTo>
                <a:lnTo>
                  <a:pt x="340032" y="549926"/>
                </a:lnTo>
                <a:lnTo>
                  <a:pt x="340448" y="551717"/>
                </a:lnTo>
                <a:lnTo>
                  <a:pt x="346286" y="566616"/>
                </a:lnTo>
                <a:lnTo>
                  <a:pt x="346338" y="566754"/>
                </a:lnTo>
                <a:lnTo>
                  <a:pt x="352655" y="583595"/>
                </a:lnTo>
                <a:lnTo>
                  <a:pt x="359452" y="612658"/>
                </a:lnTo>
                <a:cubicBezTo>
                  <a:pt x="358987" y="604728"/>
                  <a:pt x="357230" y="597005"/>
                  <a:pt x="354829" y="589388"/>
                </a:cubicBezTo>
                <a:lnTo>
                  <a:pt x="352655" y="583595"/>
                </a:lnTo>
                <a:lnTo>
                  <a:pt x="352236" y="581804"/>
                </a:lnTo>
                <a:lnTo>
                  <a:pt x="346286" y="566616"/>
                </a:lnTo>
                <a:lnTo>
                  <a:pt x="340032" y="549926"/>
                </a:lnTo>
                <a:close/>
                <a:moveTo>
                  <a:pt x="384407" y="268794"/>
                </a:moveTo>
                <a:lnTo>
                  <a:pt x="387838" y="328017"/>
                </a:lnTo>
                <a:cubicBezTo>
                  <a:pt x="389527" y="318646"/>
                  <a:pt x="389932" y="309031"/>
                  <a:pt x="389283" y="299164"/>
                </a:cubicBezTo>
                <a:cubicBezTo>
                  <a:pt x="388635" y="289296"/>
                  <a:pt x="386932" y="279176"/>
                  <a:pt x="384407" y="268794"/>
                </a:cubicBezTo>
                <a:close/>
                <a:moveTo>
                  <a:pt x="66991" y="0"/>
                </a:moveTo>
                <a:lnTo>
                  <a:pt x="6509657" y="0"/>
                </a:lnTo>
                <a:lnTo>
                  <a:pt x="6509657" y="6857999"/>
                </a:lnTo>
                <a:lnTo>
                  <a:pt x="149318" y="6857999"/>
                </a:lnTo>
                <a:lnTo>
                  <a:pt x="149318" y="6857457"/>
                </a:lnTo>
                <a:lnTo>
                  <a:pt x="22079" y="6857457"/>
                </a:lnTo>
                <a:lnTo>
                  <a:pt x="26850" y="6796804"/>
                </a:lnTo>
                <a:cubicBezTo>
                  <a:pt x="32161" y="6777207"/>
                  <a:pt x="39591" y="6758011"/>
                  <a:pt x="44354" y="6738388"/>
                </a:cubicBezTo>
                <a:cubicBezTo>
                  <a:pt x="48736" y="6720103"/>
                  <a:pt x="58832" y="6702955"/>
                  <a:pt x="67214" y="6685617"/>
                </a:cubicBezTo>
                <a:cubicBezTo>
                  <a:pt x="83217" y="6652472"/>
                  <a:pt x="73120" y="6617036"/>
                  <a:pt x="77310" y="6583128"/>
                </a:cubicBezTo>
                <a:cubicBezTo>
                  <a:pt x="78645" y="6572269"/>
                  <a:pt x="80168" y="6561411"/>
                  <a:pt x="82837" y="6550742"/>
                </a:cubicBezTo>
                <a:cubicBezTo>
                  <a:pt x="89885" y="6521593"/>
                  <a:pt x="95981" y="6491874"/>
                  <a:pt x="105697" y="6463490"/>
                </a:cubicBezTo>
                <a:cubicBezTo>
                  <a:pt x="116556" y="6431292"/>
                  <a:pt x="131034" y="6400429"/>
                  <a:pt x="146086" y="6363664"/>
                </a:cubicBezTo>
                <a:cubicBezTo>
                  <a:pt x="142275" y="6350899"/>
                  <a:pt x="131986" y="6331277"/>
                  <a:pt x="131034" y="6311084"/>
                </a:cubicBezTo>
                <a:cubicBezTo>
                  <a:pt x="127795" y="6246121"/>
                  <a:pt x="145513" y="6185351"/>
                  <a:pt x="173518" y="6127247"/>
                </a:cubicBezTo>
                <a:cubicBezTo>
                  <a:pt x="181899" y="6109530"/>
                  <a:pt x="187424" y="6090477"/>
                  <a:pt x="195616" y="6072569"/>
                </a:cubicBezTo>
                <a:cubicBezTo>
                  <a:pt x="198472" y="6066284"/>
                  <a:pt x="204569" y="6058092"/>
                  <a:pt x="210285" y="6056948"/>
                </a:cubicBezTo>
                <a:cubicBezTo>
                  <a:pt x="243432" y="6050282"/>
                  <a:pt x="242863" y="6025515"/>
                  <a:pt x="244766" y="5999796"/>
                </a:cubicBezTo>
                <a:cubicBezTo>
                  <a:pt x="247051" y="5969124"/>
                  <a:pt x="252386" y="5938836"/>
                  <a:pt x="256958" y="5908355"/>
                </a:cubicBezTo>
                <a:cubicBezTo>
                  <a:pt x="257530" y="5904353"/>
                  <a:pt x="261531" y="5900735"/>
                  <a:pt x="264200" y="5897114"/>
                </a:cubicBezTo>
                <a:cubicBezTo>
                  <a:pt x="268199" y="5891590"/>
                  <a:pt x="274295" y="5886447"/>
                  <a:pt x="275818" y="5880348"/>
                </a:cubicBezTo>
                <a:cubicBezTo>
                  <a:pt x="283249" y="5849107"/>
                  <a:pt x="289535" y="5817674"/>
                  <a:pt x="296393" y="5786239"/>
                </a:cubicBezTo>
                <a:cubicBezTo>
                  <a:pt x="297918" y="5779191"/>
                  <a:pt x="299823" y="5771953"/>
                  <a:pt x="302870" y="5765474"/>
                </a:cubicBezTo>
                <a:cubicBezTo>
                  <a:pt x="305728" y="5759378"/>
                  <a:pt x="310683" y="5754234"/>
                  <a:pt x="313730" y="5748136"/>
                </a:cubicBezTo>
                <a:cubicBezTo>
                  <a:pt x="321920" y="5731564"/>
                  <a:pt x="329541" y="5714607"/>
                  <a:pt x="338685" y="5695178"/>
                </a:cubicBezTo>
                <a:cubicBezTo>
                  <a:pt x="321541" y="5684320"/>
                  <a:pt x="331257" y="5669647"/>
                  <a:pt x="339447" y="5651360"/>
                </a:cubicBezTo>
                <a:cubicBezTo>
                  <a:pt x="347830" y="5632691"/>
                  <a:pt x="350497" y="5611164"/>
                  <a:pt x="353545" y="5590590"/>
                </a:cubicBezTo>
                <a:cubicBezTo>
                  <a:pt x="359070" y="5552869"/>
                  <a:pt x="362499" y="5514957"/>
                  <a:pt x="367451" y="5477239"/>
                </a:cubicBezTo>
                <a:cubicBezTo>
                  <a:pt x="368595" y="5469236"/>
                  <a:pt x="370690" y="5460092"/>
                  <a:pt x="375454" y="5453995"/>
                </a:cubicBezTo>
                <a:cubicBezTo>
                  <a:pt x="407459" y="5412276"/>
                  <a:pt x="416411" y="5361598"/>
                  <a:pt x="413366" y="5313403"/>
                </a:cubicBezTo>
                <a:cubicBezTo>
                  <a:pt x="411078" y="5275491"/>
                  <a:pt x="409363" y="5238343"/>
                  <a:pt x="412601" y="5200813"/>
                </a:cubicBezTo>
                <a:cubicBezTo>
                  <a:pt x="412793" y="5197955"/>
                  <a:pt x="412411" y="5194145"/>
                  <a:pt x="410887" y="5192051"/>
                </a:cubicBezTo>
                <a:cubicBezTo>
                  <a:pt x="400791" y="5179097"/>
                  <a:pt x="400029" y="5165570"/>
                  <a:pt x="398315" y="5148995"/>
                </a:cubicBezTo>
                <a:cubicBezTo>
                  <a:pt x="395837" y="5125562"/>
                  <a:pt x="397553" y="5104036"/>
                  <a:pt x="401743" y="5082317"/>
                </a:cubicBezTo>
                <a:cubicBezTo>
                  <a:pt x="404791" y="5066505"/>
                  <a:pt x="411078" y="5050504"/>
                  <a:pt x="419080" y="5036405"/>
                </a:cubicBezTo>
                <a:cubicBezTo>
                  <a:pt x="430320" y="5016785"/>
                  <a:pt x="434701" y="4997922"/>
                  <a:pt x="419841" y="4979253"/>
                </a:cubicBezTo>
                <a:cubicBezTo>
                  <a:pt x="404029" y="4959061"/>
                  <a:pt x="409553" y="4936201"/>
                  <a:pt x="408983" y="4913909"/>
                </a:cubicBezTo>
                <a:cubicBezTo>
                  <a:pt x="408791" y="4904195"/>
                  <a:pt x="409175" y="4893907"/>
                  <a:pt x="406697" y="4884572"/>
                </a:cubicBezTo>
                <a:cubicBezTo>
                  <a:pt x="399647" y="4857522"/>
                  <a:pt x="388978" y="4831420"/>
                  <a:pt x="384216" y="4803988"/>
                </a:cubicBezTo>
                <a:cubicBezTo>
                  <a:pt x="381551" y="4788747"/>
                  <a:pt x="386312" y="4771793"/>
                  <a:pt x="389741" y="4755980"/>
                </a:cubicBezTo>
                <a:cubicBezTo>
                  <a:pt x="393362" y="4739978"/>
                  <a:pt x="398885" y="4724167"/>
                  <a:pt x="404601" y="4708734"/>
                </a:cubicBezTo>
                <a:cubicBezTo>
                  <a:pt x="408411" y="4698258"/>
                  <a:pt x="412031" y="4686828"/>
                  <a:pt x="418889" y="4678445"/>
                </a:cubicBezTo>
                <a:cubicBezTo>
                  <a:pt x="434510" y="4659393"/>
                  <a:pt x="437178" y="4639772"/>
                  <a:pt x="428986" y="4617291"/>
                </a:cubicBezTo>
                <a:cubicBezTo>
                  <a:pt x="427651" y="4613864"/>
                  <a:pt x="427651" y="4609863"/>
                  <a:pt x="427462" y="4606053"/>
                </a:cubicBezTo>
                <a:cubicBezTo>
                  <a:pt x="423462" y="4545086"/>
                  <a:pt x="420984" y="4484127"/>
                  <a:pt x="414888" y="4423545"/>
                </a:cubicBezTo>
                <a:cubicBezTo>
                  <a:pt x="412411" y="4398972"/>
                  <a:pt x="401553" y="4375349"/>
                  <a:pt x="394695" y="4351154"/>
                </a:cubicBezTo>
                <a:cubicBezTo>
                  <a:pt x="393362" y="4346201"/>
                  <a:pt x="391265" y="4340674"/>
                  <a:pt x="392218" y="4335722"/>
                </a:cubicBezTo>
                <a:cubicBezTo>
                  <a:pt x="401743" y="4281810"/>
                  <a:pt x="387838" y="4231324"/>
                  <a:pt x="369547" y="4181603"/>
                </a:cubicBezTo>
                <a:cubicBezTo>
                  <a:pt x="367643" y="4176461"/>
                  <a:pt x="368214" y="4170174"/>
                  <a:pt x="368595" y="4164458"/>
                </a:cubicBezTo>
                <a:cubicBezTo>
                  <a:pt x="369928" y="4148453"/>
                  <a:pt x="376597" y="4131119"/>
                  <a:pt x="372597" y="4116641"/>
                </a:cubicBezTo>
                <a:cubicBezTo>
                  <a:pt x="361546" y="4078159"/>
                  <a:pt x="348211" y="4040058"/>
                  <a:pt x="331447" y="4003861"/>
                </a:cubicBezTo>
                <a:cubicBezTo>
                  <a:pt x="314494" y="3967091"/>
                  <a:pt x="300203" y="3932993"/>
                  <a:pt x="317349" y="3890891"/>
                </a:cubicBezTo>
                <a:cubicBezTo>
                  <a:pt x="324589" y="3872985"/>
                  <a:pt x="319445" y="3849362"/>
                  <a:pt x="317541" y="3828785"/>
                </a:cubicBezTo>
                <a:cubicBezTo>
                  <a:pt x="316016" y="3813737"/>
                  <a:pt x="307443" y="3799258"/>
                  <a:pt x="307443" y="3784397"/>
                </a:cubicBezTo>
                <a:cubicBezTo>
                  <a:pt x="307443" y="3744770"/>
                  <a:pt x="297345" y="3709529"/>
                  <a:pt x="276771" y="3675238"/>
                </a:cubicBezTo>
                <a:cubicBezTo>
                  <a:pt x="268770" y="3661899"/>
                  <a:pt x="274106" y="3641134"/>
                  <a:pt x="272009" y="3623799"/>
                </a:cubicBezTo>
                <a:cubicBezTo>
                  <a:pt x="269533" y="3605509"/>
                  <a:pt x="267247" y="3586653"/>
                  <a:pt x="261720" y="3569124"/>
                </a:cubicBezTo>
                <a:cubicBezTo>
                  <a:pt x="247243" y="3523785"/>
                  <a:pt x="230859" y="3479015"/>
                  <a:pt x="215618" y="3433866"/>
                </a:cubicBezTo>
                <a:cubicBezTo>
                  <a:pt x="203045" y="3396719"/>
                  <a:pt x="212951" y="3360139"/>
                  <a:pt x="218286" y="3323372"/>
                </a:cubicBezTo>
                <a:cubicBezTo>
                  <a:pt x="221715" y="3300319"/>
                  <a:pt x="229907" y="3278795"/>
                  <a:pt x="217715" y="3252885"/>
                </a:cubicBezTo>
                <a:cubicBezTo>
                  <a:pt x="206093" y="3228119"/>
                  <a:pt x="208761" y="3196686"/>
                  <a:pt x="202475" y="3168870"/>
                </a:cubicBezTo>
                <a:cubicBezTo>
                  <a:pt x="197141" y="3145436"/>
                  <a:pt x="188566" y="3122770"/>
                  <a:pt x="180184" y="3100099"/>
                </a:cubicBezTo>
                <a:cubicBezTo>
                  <a:pt x="168753" y="3069235"/>
                  <a:pt x="156753" y="3038756"/>
                  <a:pt x="162468" y="3005035"/>
                </a:cubicBezTo>
                <a:cubicBezTo>
                  <a:pt x="168945" y="2966742"/>
                  <a:pt x="144560" y="2940455"/>
                  <a:pt x="128366" y="2910353"/>
                </a:cubicBezTo>
                <a:cubicBezTo>
                  <a:pt x="117318" y="2889587"/>
                  <a:pt x="109126" y="2866918"/>
                  <a:pt x="102268" y="2844248"/>
                </a:cubicBezTo>
                <a:cubicBezTo>
                  <a:pt x="93313" y="2813958"/>
                  <a:pt x="87978" y="2782716"/>
                  <a:pt x="79216" y="2752235"/>
                </a:cubicBezTo>
                <a:cubicBezTo>
                  <a:pt x="66072" y="2706131"/>
                  <a:pt x="55785" y="2659455"/>
                  <a:pt x="63024" y="2611450"/>
                </a:cubicBezTo>
                <a:cubicBezTo>
                  <a:pt x="66262" y="2589352"/>
                  <a:pt x="66072" y="2568774"/>
                  <a:pt x="61307" y="2546678"/>
                </a:cubicBezTo>
                <a:cubicBezTo>
                  <a:pt x="53497" y="2510483"/>
                  <a:pt x="52545" y="2473333"/>
                  <a:pt x="23399" y="2444184"/>
                </a:cubicBezTo>
                <a:cubicBezTo>
                  <a:pt x="13111" y="2433897"/>
                  <a:pt x="10446" y="2415420"/>
                  <a:pt x="5110" y="2400369"/>
                </a:cubicBezTo>
                <a:cubicBezTo>
                  <a:pt x="-1178" y="2383032"/>
                  <a:pt x="2062" y="2370270"/>
                  <a:pt x="20351" y="2360933"/>
                </a:cubicBezTo>
                <a:cubicBezTo>
                  <a:pt x="28541" y="2356744"/>
                  <a:pt x="36543" y="2344741"/>
                  <a:pt x="37877" y="2335405"/>
                </a:cubicBezTo>
                <a:cubicBezTo>
                  <a:pt x="41877" y="2307402"/>
                  <a:pt x="35971" y="2281683"/>
                  <a:pt x="23017" y="2254633"/>
                </a:cubicBezTo>
                <a:cubicBezTo>
                  <a:pt x="10824" y="2229296"/>
                  <a:pt x="12158" y="2197670"/>
                  <a:pt x="7395" y="2168903"/>
                </a:cubicBezTo>
                <a:cubicBezTo>
                  <a:pt x="5680" y="2158712"/>
                  <a:pt x="3062" y="2148519"/>
                  <a:pt x="871" y="2138304"/>
                </a:cubicBezTo>
                <a:lnTo>
                  <a:pt x="0" y="2131532"/>
                </a:lnTo>
                <a:lnTo>
                  <a:pt x="0" y="2072225"/>
                </a:lnTo>
                <a:lnTo>
                  <a:pt x="251" y="2069340"/>
                </a:lnTo>
                <a:cubicBezTo>
                  <a:pt x="2061" y="2056600"/>
                  <a:pt x="4156" y="2043835"/>
                  <a:pt x="5299" y="2030977"/>
                </a:cubicBezTo>
                <a:cubicBezTo>
                  <a:pt x="7203" y="2010974"/>
                  <a:pt x="6442" y="1990589"/>
                  <a:pt x="8729" y="1970586"/>
                </a:cubicBezTo>
                <a:cubicBezTo>
                  <a:pt x="10446" y="1954202"/>
                  <a:pt x="14824" y="1938009"/>
                  <a:pt x="18445" y="1921817"/>
                </a:cubicBezTo>
                <a:cubicBezTo>
                  <a:pt x="19779" y="1915912"/>
                  <a:pt x="24922" y="1910004"/>
                  <a:pt x="24161" y="1904673"/>
                </a:cubicBezTo>
                <a:cubicBezTo>
                  <a:pt x="15968" y="1851709"/>
                  <a:pt x="52545" y="1813610"/>
                  <a:pt x="68738" y="1768838"/>
                </a:cubicBezTo>
                <a:cubicBezTo>
                  <a:pt x="85886" y="1721785"/>
                  <a:pt x="112174" y="1676253"/>
                  <a:pt x="104363" y="1623675"/>
                </a:cubicBezTo>
                <a:cubicBezTo>
                  <a:pt x="99601" y="1591859"/>
                  <a:pt x="88551" y="1561189"/>
                  <a:pt x="81882" y="1529563"/>
                </a:cubicBezTo>
                <a:cubicBezTo>
                  <a:pt x="79597" y="1518324"/>
                  <a:pt x="79978" y="1505751"/>
                  <a:pt x="82264" y="1494509"/>
                </a:cubicBezTo>
                <a:cubicBezTo>
                  <a:pt x="92743" y="1440216"/>
                  <a:pt x="94266" y="1386684"/>
                  <a:pt x="77120" y="1333341"/>
                </a:cubicBezTo>
                <a:cubicBezTo>
                  <a:pt x="74262" y="1324198"/>
                  <a:pt x="71597" y="1314483"/>
                  <a:pt x="71597" y="1304955"/>
                </a:cubicBezTo>
                <a:cubicBezTo>
                  <a:pt x="71597" y="1252757"/>
                  <a:pt x="75597" y="1201512"/>
                  <a:pt x="94266" y="1151600"/>
                </a:cubicBezTo>
                <a:cubicBezTo>
                  <a:pt x="100553" y="1134834"/>
                  <a:pt x="96553" y="1114449"/>
                  <a:pt x="98077" y="1095972"/>
                </a:cubicBezTo>
                <a:cubicBezTo>
                  <a:pt x="99409" y="1078826"/>
                  <a:pt x="99981" y="1061298"/>
                  <a:pt x="104363" y="1044725"/>
                </a:cubicBezTo>
                <a:cubicBezTo>
                  <a:pt x="110839" y="1020529"/>
                  <a:pt x="111601" y="998052"/>
                  <a:pt x="105887" y="973095"/>
                </a:cubicBezTo>
                <a:cubicBezTo>
                  <a:pt x="100553" y="949281"/>
                  <a:pt x="103219" y="923562"/>
                  <a:pt x="103029" y="898797"/>
                </a:cubicBezTo>
                <a:cubicBezTo>
                  <a:pt x="102839" y="871173"/>
                  <a:pt x="102649" y="843552"/>
                  <a:pt x="103601" y="815929"/>
                </a:cubicBezTo>
                <a:cubicBezTo>
                  <a:pt x="103981" y="804877"/>
                  <a:pt x="111601" y="792306"/>
                  <a:pt x="108553" y="783158"/>
                </a:cubicBezTo>
                <a:cubicBezTo>
                  <a:pt x="98267" y="753633"/>
                  <a:pt x="110649" y="724104"/>
                  <a:pt x="105126" y="694576"/>
                </a:cubicBezTo>
                <a:cubicBezTo>
                  <a:pt x="102268" y="680096"/>
                  <a:pt x="110078" y="663713"/>
                  <a:pt x="110839" y="648092"/>
                </a:cubicBezTo>
                <a:cubicBezTo>
                  <a:pt x="112174" y="622564"/>
                  <a:pt x="111601" y="597037"/>
                  <a:pt x="111983" y="571508"/>
                </a:cubicBezTo>
                <a:cubicBezTo>
                  <a:pt x="112174" y="563125"/>
                  <a:pt x="112936" y="554933"/>
                  <a:pt x="113318" y="546552"/>
                </a:cubicBezTo>
                <a:cubicBezTo>
                  <a:pt x="113697" y="539121"/>
                  <a:pt x="115412" y="531310"/>
                  <a:pt x="114080" y="524262"/>
                </a:cubicBezTo>
                <a:cubicBezTo>
                  <a:pt x="109315" y="498733"/>
                  <a:pt x="101505" y="473587"/>
                  <a:pt x="98457" y="447870"/>
                </a:cubicBezTo>
                <a:cubicBezTo>
                  <a:pt x="95792" y="425581"/>
                  <a:pt x="99409" y="402529"/>
                  <a:pt x="97505" y="380050"/>
                </a:cubicBezTo>
                <a:cubicBezTo>
                  <a:pt x="94266" y="340425"/>
                  <a:pt x="88551" y="300800"/>
                  <a:pt x="84930" y="261173"/>
                </a:cubicBezTo>
                <a:cubicBezTo>
                  <a:pt x="84168" y="252600"/>
                  <a:pt x="88933" y="243648"/>
                  <a:pt x="89313" y="234883"/>
                </a:cubicBezTo>
                <a:cubicBezTo>
                  <a:pt x="90266" y="207450"/>
                  <a:pt x="90457" y="180017"/>
                  <a:pt x="91026" y="152584"/>
                </a:cubicBezTo>
                <a:cubicBezTo>
                  <a:pt x="91218" y="136963"/>
                  <a:pt x="90647" y="121150"/>
                  <a:pt x="92361" y="105718"/>
                </a:cubicBezTo>
                <a:cubicBezTo>
                  <a:pt x="94648" y="85336"/>
                  <a:pt x="98077" y="66857"/>
                  <a:pt x="83217" y="47806"/>
                </a:cubicBezTo>
                <a:cubicBezTo>
                  <a:pt x="77453" y="40471"/>
                  <a:pt x="73691" y="32636"/>
                  <a:pt x="71206" y="24480"/>
                </a:cubicBezTo>
                <a:close/>
              </a:path>
            </a:pathLst>
          </a:custGeom>
          <a:noFill/>
          <a:effectLst>
            <a:outerShdw blurRad="381000" dist="152400" dir="10800000" algn="r" rotWithShape="0">
              <a:prstClr val="black">
                <a:alpha val="10000"/>
              </a:prstClr>
            </a:outerShdw>
          </a:effectLst>
        </p:spPr>
      </p:pic>
      <p:sp>
        <p:nvSpPr>
          <p:cNvPr id="28" name="Freeform: Shape 27">
            <a:extLst>
              <a:ext uri="{FF2B5EF4-FFF2-40B4-BE49-F238E27FC236}">
                <a16:creationId xmlns:a16="http://schemas.microsoft.com/office/drawing/2014/main" id="{C4D41903-2C9D-4F9E-AA1F-6161F8A6FC0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123558" y="3100710"/>
            <a:ext cx="6857455" cy="656037"/>
          </a:xfrm>
          <a:custGeom>
            <a:avLst/>
            <a:gdLst>
              <a:gd name="connsiteX0" fmla="*/ 6857455 w 6857455"/>
              <a:gd name="connsiteY0" fmla="*/ 804643 h 874716"/>
              <a:gd name="connsiteX1" fmla="*/ 6857455 w 6857455"/>
              <a:gd name="connsiteY1" fmla="*/ 562246 h 874716"/>
              <a:gd name="connsiteX2" fmla="*/ 6829178 w 6857455"/>
              <a:gd name="connsiteY2" fmla="*/ 551284 h 874716"/>
              <a:gd name="connsiteX3" fmla="*/ 6766024 w 6857455"/>
              <a:gd name="connsiteY3" fmla="*/ 500372 h 874716"/>
              <a:gd name="connsiteX4" fmla="*/ 6734971 w 6857455"/>
              <a:gd name="connsiteY4" fmla="*/ 500944 h 874716"/>
              <a:gd name="connsiteX5" fmla="*/ 6683915 w 6857455"/>
              <a:gd name="connsiteY5" fmla="*/ 507040 h 874716"/>
              <a:gd name="connsiteX6" fmla="*/ 6628860 w 6857455"/>
              <a:gd name="connsiteY6" fmla="*/ 495418 h 874716"/>
              <a:gd name="connsiteX7" fmla="*/ 6588662 w 6857455"/>
              <a:gd name="connsiteY7" fmla="*/ 487227 h 874716"/>
              <a:gd name="connsiteX8" fmla="*/ 6476074 w 6857455"/>
              <a:gd name="connsiteY8" fmla="*/ 511230 h 874716"/>
              <a:gd name="connsiteX9" fmla="*/ 6382345 w 6857455"/>
              <a:gd name="connsiteY9" fmla="*/ 534853 h 874716"/>
              <a:gd name="connsiteX10" fmla="*/ 6369391 w 6857455"/>
              <a:gd name="connsiteY10" fmla="*/ 531615 h 874716"/>
              <a:gd name="connsiteX11" fmla="*/ 6244799 w 6857455"/>
              <a:gd name="connsiteY11" fmla="*/ 512182 h 874716"/>
              <a:gd name="connsiteX12" fmla="*/ 6190315 w 6857455"/>
              <a:gd name="connsiteY12" fmla="*/ 485703 h 874716"/>
              <a:gd name="connsiteX13" fmla="*/ 6115446 w 6857455"/>
              <a:gd name="connsiteY13" fmla="*/ 462270 h 874716"/>
              <a:gd name="connsiteX14" fmla="*/ 6032194 w 6857455"/>
              <a:gd name="connsiteY14" fmla="*/ 434266 h 874716"/>
              <a:gd name="connsiteX15" fmla="*/ 5971042 w 6857455"/>
              <a:gd name="connsiteY15" fmla="*/ 420738 h 874716"/>
              <a:gd name="connsiteX16" fmla="*/ 5880933 w 6857455"/>
              <a:gd name="connsiteY16" fmla="*/ 430646 h 874716"/>
              <a:gd name="connsiteX17" fmla="*/ 5862452 w 6857455"/>
              <a:gd name="connsiteY17" fmla="*/ 438648 h 874716"/>
              <a:gd name="connsiteX18" fmla="*/ 5685283 w 6857455"/>
              <a:gd name="connsiteY18" fmla="*/ 498658 h 874716"/>
              <a:gd name="connsiteX19" fmla="*/ 5567169 w 6857455"/>
              <a:gd name="connsiteY19" fmla="*/ 499420 h 874716"/>
              <a:gd name="connsiteX20" fmla="*/ 5527923 w 6857455"/>
              <a:gd name="connsiteY20" fmla="*/ 490466 h 874716"/>
              <a:gd name="connsiteX21" fmla="*/ 5456292 w 6857455"/>
              <a:gd name="connsiteY21" fmla="*/ 450650 h 874716"/>
              <a:gd name="connsiteX22" fmla="*/ 5424670 w 6857455"/>
              <a:gd name="connsiteY22" fmla="*/ 444934 h 874716"/>
              <a:gd name="connsiteX23" fmla="*/ 5368662 w 6857455"/>
              <a:gd name="connsiteY23" fmla="*/ 441124 h 874716"/>
              <a:gd name="connsiteX24" fmla="*/ 5247118 w 6857455"/>
              <a:gd name="connsiteY24" fmla="*/ 444934 h 874716"/>
              <a:gd name="connsiteX25" fmla="*/ 5088617 w 6857455"/>
              <a:gd name="connsiteY25" fmla="*/ 428742 h 874716"/>
              <a:gd name="connsiteX26" fmla="*/ 5025750 w 6857455"/>
              <a:gd name="connsiteY26" fmla="*/ 433694 h 874716"/>
              <a:gd name="connsiteX27" fmla="*/ 4957930 w 6857455"/>
              <a:gd name="connsiteY27" fmla="*/ 442268 h 874716"/>
              <a:gd name="connsiteX28" fmla="*/ 4938116 w 6857455"/>
              <a:gd name="connsiteY28" fmla="*/ 441886 h 874716"/>
              <a:gd name="connsiteX29" fmla="*/ 4833910 w 6857455"/>
              <a:gd name="connsiteY29" fmla="*/ 421693 h 874716"/>
              <a:gd name="connsiteX30" fmla="*/ 4810095 w 6857455"/>
              <a:gd name="connsiteY30" fmla="*/ 408167 h 874716"/>
              <a:gd name="connsiteX31" fmla="*/ 4747991 w 6857455"/>
              <a:gd name="connsiteY31" fmla="*/ 413691 h 874716"/>
              <a:gd name="connsiteX32" fmla="*/ 4692745 w 6857455"/>
              <a:gd name="connsiteY32" fmla="*/ 435790 h 874716"/>
              <a:gd name="connsiteX33" fmla="*/ 4375933 w 6857455"/>
              <a:gd name="connsiteY33" fmla="*/ 483417 h 874716"/>
              <a:gd name="connsiteX34" fmla="*/ 4185426 w 6857455"/>
              <a:gd name="connsiteY34" fmla="*/ 484179 h 874716"/>
              <a:gd name="connsiteX35" fmla="*/ 4052072 w 6857455"/>
              <a:gd name="connsiteY35" fmla="*/ 505134 h 874716"/>
              <a:gd name="connsiteX36" fmla="*/ 4029973 w 6857455"/>
              <a:gd name="connsiteY36" fmla="*/ 527233 h 874716"/>
              <a:gd name="connsiteX37" fmla="*/ 3948626 w 6857455"/>
              <a:gd name="connsiteY37" fmla="*/ 550666 h 874716"/>
              <a:gd name="connsiteX38" fmla="*/ 3871280 w 6857455"/>
              <a:gd name="connsiteY38" fmla="*/ 502275 h 874716"/>
              <a:gd name="connsiteX39" fmla="*/ 3774312 w 6857455"/>
              <a:gd name="connsiteY39" fmla="*/ 429122 h 874716"/>
              <a:gd name="connsiteX40" fmla="*/ 3721543 w 6857455"/>
              <a:gd name="connsiteY40" fmla="*/ 428552 h 874716"/>
              <a:gd name="connsiteX41" fmla="*/ 3612763 w 6857455"/>
              <a:gd name="connsiteY41" fmla="*/ 414263 h 874716"/>
              <a:gd name="connsiteX42" fmla="*/ 3537323 w 6857455"/>
              <a:gd name="connsiteY42" fmla="*/ 389878 h 874716"/>
              <a:gd name="connsiteX43" fmla="*/ 3431593 w 6857455"/>
              <a:gd name="connsiteY43" fmla="*/ 360921 h 874716"/>
              <a:gd name="connsiteX44" fmla="*/ 3392158 w 6857455"/>
              <a:gd name="connsiteY44" fmla="*/ 345681 h 874716"/>
              <a:gd name="connsiteX45" fmla="*/ 3297856 w 6857455"/>
              <a:gd name="connsiteY45" fmla="*/ 323010 h 874716"/>
              <a:gd name="connsiteX46" fmla="*/ 3219748 w 6857455"/>
              <a:gd name="connsiteY46" fmla="*/ 308151 h 874716"/>
              <a:gd name="connsiteX47" fmla="*/ 3156692 w 6857455"/>
              <a:gd name="connsiteY47" fmla="*/ 261668 h 874716"/>
              <a:gd name="connsiteX48" fmla="*/ 3136497 w 6857455"/>
              <a:gd name="connsiteY48" fmla="*/ 237663 h 874716"/>
              <a:gd name="connsiteX49" fmla="*/ 3119733 w 6857455"/>
              <a:gd name="connsiteY49" fmla="*/ 222233 h 874716"/>
              <a:gd name="connsiteX50" fmla="*/ 3045436 w 6857455"/>
              <a:gd name="connsiteY50" fmla="*/ 131742 h 874716"/>
              <a:gd name="connsiteX51" fmla="*/ 3037054 w 6857455"/>
              <a:gd name="connsiteY51" fmla="*/ 124121 h 874716"/>
              <a:gd name="connsiteX52" fmla="*/ 2936466 w 6857455"/>
              <a:gd name="connsiteY52" fmla="*/ 82400 h 874716"/>
              <a:gd name="connsiteX53" fmla="*/ 2901031 w 6857455"/>
              <a:gd name="connsiteY53" fmla="*/ 59731 h 874716"/>
              <a:gd name="connsiteX54" fmla="*/ 2828259 w 6857455"/>
              <a:gd name="connsiteY54" fmla="*/ 3149 h 874716"/>
              <a:gd name="connsiteX55" fmla="*/ 2799492 w 6857455"/>
              <a:gd name="connsiteY55" fmla="*/ 1245 h 874716"/>
              <a:gd name="connsiteX56" fmla="*/ 2693570 w 6857455"/>
              <a:gd name="connsiteY56" fmla="*/ 35154 h 874716"/>
              <a:gd name="connsiteX57" fmla="*/ 2639847 w 6857455"/>
              <a:gd name="connsiteY57" fmla="*/ 73448 h 874716"/>
              <a:gd name="connsiteX58" fmla="*/ 2621178 w 6857455"/>
              <a:gd name="connsiteY58" fmla="*/ 88688 h 874716"/>
              <a:gd name="connsiteX59" fmla="*/ 2489348 w 6857455"/>
              <a:gd name="connsiteY59" fmla="*/ 72304 h 874716"/>
              <a:gd name="connsiteX60" fmla="*/ 2452580 w 6857455"/>
              <a:gd name="connsiteY60" fmla="*/ 68683 h 874716"/>
              <a:gd name="connsiteX61" fmla="*/ 2326464 w 6857455"/>
              <a:gd name="connsiteY61" fmla="*/ 50395 h 874716"/>
              <a:gd name="connsiteX62" fmla="*/ 2300365 w 6857455"/>
              <a:gd name="connsiteY62" fmla="*/ 54777 h 874716"/>
              <a:gd name="connsiteX63" fmla="*/ 2130434 w 6857455"/>
              <a:gd name="connsiteY63" fmla="*/ 58397 h 874716"/>
              <a:gd name="connsiteX64" fmla="*/ 2118621 w 6857455"/>
              <a:gd name="connsiteY64" fmla="*/ 47919 h 874716"/>
              <a:gd name="connsiteX65" fmla="*/ 2057659 w 6857455"/>
              <a:gd name="connsiteY65" fmla="*/ 16866 h 874716"/>
              <a:gd name="connsiteX66" fmla="*/ 1976314 w 6857455"/>
              <a:gd name="connsiteY66" fmla="*/ 8865 h 874716"/>
              <a:gd name="connsiteX67" fmla="*/ 1961454 w 6857455"/>
              <a:gd name="connsiteY67" fmla="*/ 11724 h 874716"/>
              <a:gd name="connsiteX68" fmla="*/ 1906588 w 6857455"/>
              <a:gd name="connsiteY68" fmla="*/ 30964 h 874716"/>
              <a:gd name="connsiteX69" fmla="*/ 1783330 w 6857455"/>
              <a:gd name="connsiteY69" fmla="*/ 48871 h 874716"/>
              <a:gd name="connsiteX70" fmla="*/ 1759327 w 6857455"/>
              <a:gd name="connsiteY70" fmla="*/ 55349 h 874716"/>
              <a:gd name="connsiteX71" fmla="*/ 1716082 w 6857455"/>
              <a:gd name="connsiteY71" fmla="*/ 65445 h 874716"/>
              <a:gd name="connsiteX72" fmla="*/ 1598920 w 6857455"/>
              <a:gd name="connsiteY72" fmla="*/ 72114 h 874716"/>
              <a:gd name="connsiteX73" fmla="*/ 1542150 w 6857455"/>
              <a:gd name="connsiteY73" fmla="*/ 62207 h 874716"/>
              <a:gd name="connsiteX74" fmla="*/ 1516813 w 6857455"/>
              <a:gd name="connsiteY74" fmla="*/ 62779 h 874716"/>
              <a:gd name="connsiteX75" fmla="*/ 1432228 w 6857455"/>
              <a:gd name="connsiteY75" fmla="*/ 88116 h 874716"/>
              <a:gd name="connsiteX76" fmla="*/ 1224765 w 6857455"/>
              <a:gd name="connsiteY76" fmla="*/ 71924 h 874716"/>
              <a:gd name="connsiteX77" fmla="*/ 1159231 w 6857455"/>
              <a:gd name="connsiteY77" fmla="*/ 58207 h 874716"/>
              <a:gd name="connsiteX78" fmla="*/ 1124370 w 6857455"/>
              <a:gd name="connsiteY78" fmla="*/ 56301 h 874716"/>
              <a:gd name="connsiteX79" fmla="*/ 1075600 w 6857455"/>
              <a:gd name="connsiteY79" fmla="*/ 75542 h 874716"/>
              <a:gd name="connsiteX80" fmla="*/ 986633 w 6857455"/>
              <a:gd name="connsiteY80" fmla="*/ 79162 h 874716"/>
              <a:gd name="connsiteX81" fmla="*/ 861089 w 6857455"/>
              <a:gd name="connsiteY81" fmla="*/ 76304 h 874716"/>
              <a:gd name="connsiteX82" fmla="*/ 759168 w 6857455"/>
              <a:gd name="connsiteY82" fmla="*/ 104689 h 874716"/>
              <a:gd name="connsiteX83" fmla="*/ 723735 w 6857455"/>
              <a:gd name="connsiteY83" fmla="*/ 140696 h 874716"/>
              <a:gd name="connsiteX84" fmla="*/ 647532 w 6857455"/>
              <a:gd name="connsiteY84" fmla="*/ 147934 h 874716"/>
              <a:gd name="connsiteX85" fmla="*/ 552659 w 6857455"/>
              <a:gd name="connsiteY85" fmla="*/ 95926 h 874716"/>
              <a:gd name="connsiteX86" fmla="*/ 541800 w 6857455"/>
              <a:gd name="connsiteY86" fmla="*/ 97640 h 874716"/>
              <a:gd name="connsiteX87" fmla="*/ 375107 w 6857455"/>
              <a:gd name="connsiteY87" fmla="*/ 123169 h 874716"/>
              <a:gd name="connsiteX88" fmla="*/ 273567 w 6857455"/>
              <a:gd name="connsiteY88" fmla="*/ 145458 h 874716"/>
              <a:gd name="connsiteX89" fmla="*/ 264043 w 6857455"/>
              <a:gd name="connsiteY89" fmla="*/ 154792 h 874716"/>
              <a:gd name="connsiteX90" fmla="*/ 169360 w 6857455"/>
              <a:gd name="connsiteY90" fmla="*/ 177273 h 874716"/>
              <a:gd name="connsiteX91" fmla="*/ 89347 w 6857455"/>
              <a:gd name="connsiteY91" fmla="*/ 157460 h 874716"/>
              <a:gd name="connsiteX92" fmla="*/ 34291 w 6857455"/>
              <a:gd name="connsiteY92" fmla="*/ 145268 h 874716"/>
              <a:gd name="connsiteX93" fmla="*/ 0 w 6857455"/>
              <a:gd name="connsiteY93" fmla="*/ 142056 h 874716"/>
              <a:gd name="connsiteX94" fmla="*/ 0 w 6857455"/>
              <a:gd name="connsiteY94" fmla="*/ 849556 h 874716"/>
              <a:gd name="connsiteX95" fmla="*/ 60652 w 6857455"/>
              <a:gd name="connsiteY95" fmla="*/ 844783 h 874716"/>
              <a:gd name="connsiteX96" fmla="*/ 119068 w 6857455"/>
              <a:gd name="connsiteY96" fmla="*/ 827281 h 874716"/>
              <a:gd name="connsiteX97" fmla="*/ 171840 w 6857455"/>
              <a:gd name="connsiteY97" fmla="*/ 804420 h 874716"/>
              <a:gd name="connsiteX98" fmla="*/ 274329 w 6857455"/>
              <a:gd name="connsiteY98" fmla="*/ 794324 h 874716"/>
              <a:gd name="connsiteX99" fmla="*/ 306715 w 6857455"/>
              <a:gd name="connsiteY99" fmla="*/ 788798 h 874716"/>
              <a:gd name="connsiteX100" fmla="*/ 393967 w 6857455"/>
              <a:gd name="connsiteY100" fmla="*/ 765937 h 874716"/>
              <a:gd name="connsiteX101" fmla="*/ 493793 w 6857455"/>
              <a:gd name="connsiteY101" fmla="*/ 725549 h 874716"/>
              <a:gd name="connsiteX102" fmla="*/ 546373 w 6857455"/>
              <a:gd name="connsiteY102" fmla="*/ 740600 h 874716"/>
              <a:gd name="connsiteX103" fmla="*/ 730211 w 6857455"/>
              <a:gd name="connsiteY103" fmla="*/ 698116 h 874716"/>
              <a:gd name="connsiteX104" fmla="*/ 784889 w 6857455"/>
              <a:gd name="connsiteY104" fmla="*/ 676018 h 874716"/>
              <a:gd name="connsiteX105" fmla="*/ 800509 w 6857455"/>
              <a:gd name="connsiteY105" fmla="*/ 661349 h 874716"/>
              <a:gd name="connsiteX106" fmla="*/ 857661 w 6857455"/>
              <a:gd name="connsiteY106" fmla="*/ 626868 h 874716"/>
              <a:gd name="connsiteX107" fmla="*/ 949102 w 6857455"/>
              <a:gd name="connsiteY107" fmla="*/ 614676 h 874716"/>
              <a:gd name="connsiteX108" fmla="*/ 960342 w 6857455"/>
              <a:gd name="connsiteY108" fmla="*/ 607435 h 874716"/>
              <a:gd name="connsiteX109" fmla="*/ 977109 w 6857455"/>
              <a:gd name="connsiteY109" fmla="*/ 595815 h 874716"/>
              <a:gd name="connsiteX110" fmla="*/ 1071218 w 6857455"/>
              <a:gd name="connsiteY110" fmla="*/ 575240 h 874716"/>
              <a:gd name="connsiteX111" fmla="*/ 1091983 w 6857455"/>
              <a:gd name="connsiteY111" fmla="*/ 568764 h 874716"/>
              <a:gd name="connsiteX112" fmla="*/ 1109321 w 6857455"/>
              <a:gd name="connsiteY112" fmla="*/ 557904 h 874716"/>
              <a:gd name="connsiteX113" fmla="*/ 1162279 w 6857455"/>
              <a:gd name="connsiteY113" fmla="*/ 532949 h 874716"/>
              <a:gd name="connsiteX114" fmla="*/ 1206097 w 6857455"/>
              <a:gd name="connsiteY114" fmla="*/ 532187 h 874716"/>
              <a:gd name="connsiteX115" fmla="*/ 1266867 w 6857455"/>
              <a:gd name="connsiteY115" fmla="*/ 518088 h 874716"/>
              <a:gd name="connsiteX116" fmla="*/ 1380219 w 6857455"/>
              <a:gd name="connsiteY116" fmla="*/ 504182 h 874716"/>
              <a:gd name="connsiteX117" fmla="*/ 1403461 w 6857455"/>
              <a:gd name="connsiteY117" fmla="*/ 496180 h 874716"/>
              <a:gd name="connsiteX118" fmla="*/ 1544054 w 6857455"/>
              <a:gd name="connsiteY118" fmla="*/ 458268 h 874716"/>
              <a:gd name="connsiteX119" fmla="*/ 1656644 w 6857455"/>
              <a:gd name="connsiteY119" fmla="*/ 459032 h 874716"/>
              <a:gd name="connsiteX120" fmla="*/ 1665406 w 6857455"/>
              <a:gd name="connsiteY120" fmla="*/ 460747 h 874716"/>
              <a:gd name="connsiteX121" fmla="*/ 1708461 w 6857455"/>
              <a:gd name="connsiteY121" fmla="*/ 473318 h 874716"/>
              <a:gd name="connsiteX122" fmla="*/ 1775140 w 6857455"/>
              <a:gd name="connsiteY122" fmla="*/ 469891 h 874716"/>
              <a:gd name="connsiteX123" fmla="*/ 1821051 w 6857455"/>
              <a:gd name="connsiteY123" fmla="*/ 452554 h 874716"/>
              <a:gd name="connsiteX124" fmla="*/ 1878203 w 6857455"/>
              <a:gd name="connsiteY124" fmla="*/ 451792 h 874716"/>
              <a:gd name="connsiteX125" fmla="*/ 1943547 w 6857455"/>
              <a:gd name="connsiteY125" fmla="*/ 462651 h 874716"/>
              <a:gd name="connsiteX126" fmla="*/ 1972884 w 6857455"/>
              <a:gd name="connsiteY126" fmla="*/ 464937 h 874716"/>
              <a:gd name="connsiteX127" fmla="*/ 2053469 w 6857455"/>
              <a:gd name="connsiteY127" fmla="*/ 487417 h 874716"/>
              <a:gd name="connsiteX128" fmla="*/ 2101477 w 6857455"/>
              <a:gd name="connsiteY128" fmla="*/ 481893 h 874716"/>
              <a:gd name="connsiteX129" fmla="*/ 2148722 w 6857455"/>
              <a:gd name="connsiteY129" fmla="*/ 467033 h 874716"/>
              <a:gd name="connsiteX130" fmla="*/ 2179011 w 6857455"/>
              <a:gd name="connsiteY130" fmla="*/ 452744 h 874716"/>
              <a:gd name="connsiteX131" fmla="*/ 2240165 w 6857455"/>
              <a:gd name="connsiteY131" fmla="*/ 442648 h 874716"/>
              <a:gd name="connsiteX132" fmla="*/ 2251404 w 6857455"/>
              <a:gd name="connsiteY132" fmla="*/ 444172 h 874716"/>
              <a:gd name="connsiteX133" fmla="*/ 2433912 w 6857455"/>
              <a:gd name="connsiteY133" fmla="*/ 456746 h 874716"/>
              <a:gd name="connsiteX134" fmla="*/ 2506302 w 6857455"/>
              <a:gd name="connsiteY134" fmla="*/ 476939 h 874716"/>
              <a:gd name="connsiteX135" fmla="*/ 2521735 w 6857455"/>
              <a:gd name="connsiteY135" fmla="*/ 479415 h 874716"/>
              <a:gd name="connsiteX136" fmla="*/ 2675854 w 6857455"/>
              <a:gd name="connsiteY136" fmla="*/ 502086 h 874716"/>
              <a:gd name="connsiteX137" fmla="*/ 2692998 w 6857455"/>
              <a:gd name="connsiteY137" fmla="*/ 503038 h 874716"/>
              <a:gd name="connsiteX138" fmla="*/ 2740816 w 6857455"/>
              <a:gd name="connsiteY138" fmla="*/ 499037 h 874716"/>
              <a:gd name="connsiteX139" fmla="*/ 2853596 w 6857455"/>
              <a:gd name="connsiteY139" fmla="*/ 540187 h 874716"/>
              <a:gd name="connsiteX140" fmla="*/ 2966565 w 6857455"/>
              <a:gd name="connsiteY140" fmla="*/ 554286 h 874716"/>
              <a:gd name="connsiteX141" fmla="*/ 3028671 w 6857455"/>
              <a:gd name="connsiteY141" fmla="*/ 554094 h 874716"/>
              <a:gd name="connsiteX142" fmla="*/ 3073059 w 6857455"/>
              <a:gd name="connsiteY142" fmla="*/ 564192 h 874716"/>
              <a:gd name="connsiteX143" fmla="*/ 3182219 w 6857455"/>
              <a:gd name="connsiteY143" fmla="*/ 594862 h 874716"/>
              <a:gd name="connsiteX144" fmla="*/ 3233656 w 6857455"/>
              <a:gd name="connsiteY144" fmla="*/ 599625 h 874716"/>
              <a:gd name="connsiteX145" fmla="*/ 3288332 w 6857455"/>
              <a:gd name="connsiteY145" fmla="*/ 609914 h 874716"/>
              <a:gd name="connsiteX146" fmla="*/ 3423591 w 6857455"/>
              <a:gd name="connsiteY146" fmla="*/ 656015 h 874716"/>
              <a:gd name="connsiteX147" fmla="*/ 3534084 w 6857455"/>
              <a:gd name="connsiteY147" fmla="*/ 653349 h 874716"/>
              <a:gd name="connsiteX148" fmla="*/ 3604571 w 6857455"/>
              <a:gd name="connsiteY148" fmla="*/ 653918 h 874716"/>
              <a:gd name="connsiteX149" fmla="*/ 3688586 w 6857455"/>
              <a:gd name="connsiteY149" fmla="*/ 669160 h 874716"/>
              <a:gd name="connsiteX150" fmla="*/ 3757358 w 6857455"/>
              <a:gd name="connsiteY150" fmla="*/ 691450 h 874716"/>
              <a:gd name="connsiteX151" fmla="*/ 3852421 w 6857455"/>
              <a:gd name="connsiteY151" fmla="*/ 709167 h 874716"/>
              <a:gd name="connsiteX152" fmla="*/ 3947104 w 6857455"/>
              <a:gd name="connsiteY152" fmla="*/ 743267 h 874716"/>
              <a:gd name="connsiteX153" fmla="*/ 4013208 w 6857455"/>
              <a:gd name="connsiteY153" fmla="*/ 769367 h 874716"/>
              <a:gd name="connsiteX154" fmla="*/ 4105222 w 6857455"/>
              <a:gd name="connsiteY154" fmla="*/ 792418 h 874716"/>
              <a:gd name="connsiteX155" fmla="*/ 4246006 w 6857455"/>
              <a:gd name="connsiteY155" fmla="*/ 808610 h 874716"/>
              <a:gd name="connsiteX156" fmla="*/ 4310779 w 6857455"/>
              <a:gd name="connsiteY156" fmla="*/ 810326 h 874716"/>
              <a:gd name="connsiteX157" fmla="*/ 4413272 w 6857455"/>
              <a:gd name="connsiteY157" fmla="*/ 848235 h 874716"/>
              <a:gd name="connsiteX158" fmla="*/ 4457087 w 6857455"/>
              <a:gd name="connsiteY158" fmla="*/ 866524 h 874716"/>
              <a:gd name="connsiteX159" fmla="*/ 4496523 w 6857455"/>
              <a:gd name="connsiteY159" fmla="*/ 851284 h 874716"/>
              <a:gd name="connsiteX160" fmla="*/ 4522050 w 6857455"/>
              <a:gd name="connsiteY160" fmla="*/ 833757 h 874716"/>
              <a:gd name="connsiteX161" fmla="*/ 4602824 w 6857455"/>
              <a:gd name="connsiteY161" fmla="*/ 848618 h 874716"/>
              <a:gd name="connsiteX162" fmla="*/ 4688553 w 6857455"/>
              <a:gd name="connsiteY162" fmla="*/ 864238 h 874716"/>
              <a:gd name="connsiteX163" fmla="*/ 4749895 w 6857455"/>
              <a:gd name="connsiteY163" fmla="*/ 874716 h 874716"/>
              <a:gd name="connsiteX164" fmla="*/ 4826480 w 6857455"/>
              <a:gd name="connsiteY164" fmla="*/ 866334 h 874716"/>
              <a:gd name="connsiteX165" fmla="*/ 4886870 w 6857455"/>
              <a:gd name="connsiteY165" fmla="*/ 862906 h 874716"/>
              <a:gd name="connsiteX166" fmla="*/ 4935639 w 6857455"/>
              <a:gd name="connsiteY166" fmla="*/ 853190 h 874716"/>
              <a:gd name="connsiteX167" fmla="*/ 4952784 w 6857455"/>
              <a:gd name="connsiteY167" fmla="*/ 847473 h 874716"/>
              <a:gd name="connsiteX168" fmla="*/ 5088617 w 6857455"/>
              <a:gd name="connsiteY168" fmla="*/ 802896 h 874716"/>
              <a:gd name="connsiteX169" fmla="*/ 5233781 w 6857455"/>
              <a:gd name="connsiteY169" fmla="*/ 767271 h 874716"/>
              <a:gd name="connsiteX170" fmla="*/ 5327893 w 6857455"/>
              <a:gd name="connsiteY170" fmla="*/ 789752 h 874716"/>
              <a:gd name="connsiteX171" fmla="*/ 5362946 w 6857455"/>
              <a:gd name="connsiteY171" fmla="*/ 789370 h 874716"/>
              <a:gd name="connsiteX172" fmla="*/ 5524115 w 6857455"/>
              <a:gd name="connsiteY172" fmla="*/ 794514 h 874716"/>
              <a:gd name="connsiteX173" fmla="*/ 5552500 w 6857455"/>
              <a:gd name="connsiteY173" fmla="*/ 800038 h 874716"/>
              <a:gd name="connsiteX174" fmla="*/ 5705857 w 6857455"/>
              <a:gd name="connsiteY174" fmla="*/ 777367 h 874716"/>
              <a:gd name="connsiteX175" fmla="*/ 5761485 w 6857455"/>
              <a:gd name="connsiteY175" fmla="*/ 773557 h 874716"/>
              <a:gd name="connsiteX176" fmla="*/ 5812731 w 6857455"/>
              <a:gd name="connsiteY176" fmla="*/ 767271 h 874716"/>
              <a:gd name="connsiteX177" fmla="*/ 5884361 w 6857455"/>
              <a:gd name="connsiteY177" fmla="*/ 765747 h 874716"/>
              <a:gd name="connsiteX178" fmla="*/ 5958660 w 6857455"/>
              <a:gd name="connsiteY178" fmla="*/ 768605 h 874716"/>
              <a:gd name="connsiteX179" fmla="*/ 6041528 w 6857455"/>
              <a:gd name="connsiteY179" fmla="*/ 768033 h 874716"/>
              <a:gd name="connsiteX180" fmla="*/ 6074297 w 6857455"/>
              <a:gd name="connsiteY180" fmla="*/ 763081 h 874716"/>
              <a:gd name="connsiteX181" fmla="*/ 6162880 w 6857455"/>
              <a:gd name="connsiteY181" fmla="*/ 766509 h 874716"/>
              <a:gd name="connsiteX182" fmla="*/ 6209364 w 6857455"/>
              <a:gd name="connsiteY182" fmla="*/ 760795 h 874716"/>
              <a:gd name="connsiteX183" fmla="*/ 6285948 w 6857455"/>
              <a:gd name="connsiteY183" fmla="*/ 759651 h 874716"/>
              <a:gd name="connsiteX184" fmla="*/ 6310905 w 6857455"/>
              <a:gd name="connsiteY184" fmla="*/ 758316 h 874716"/>
              <a:gd name="connsiteX185" fmla="*/ 6333194 w 6857455"/>
              <a:gd name="connsiteY185" fmla="*/ 757554 h 874716"/>
              <a:gd name="connsiteX186" fmla="*/ 6409586 w 6857455"/>
              <a:gd name="connsiteY186" fmla="*/ 773177 h 874716"/>
              <a:gd name="connsiteX187" fmla="*/ 6477407 w 6857455"/>
              <a:gd name="connsiteY187" fmla="*/ 774129 h 874716"/>
              <a:gd name="connsiteX188" fmla="*/ 6596283 w 6857455"/>
              <a:gd name="connsiteY188" fmla="*/ 786703 h 874716"/>
              <a:gd name="connsiteX189" fmla="*/ 6622573 w 6857455"/>
              <a:gd name="connsiteY189" fmla="*/ 782321 h 874716"/>
              <a:gd name="connsiteX190" fmla="*/ 6704872 w 6857455"/>
              <a:gd name="connsiteY190" fmla="*/ 780607 h 874716"/>
              <a:gd name="connsiteX191" fmla="*/ 6751738 w 6857455"/>
              <a:gd name="connsiteY191" fmla="*/ 779273 h 874716"/>
              <a:gd name="connsiteX192" fmla="*/ 6809650 w 6857455"/>
              <a:gd name="connsiteY192" fmla="*/ 788417 h 874716"/>
              <a:gd name="connsiteX193" fmla="*/ 6832976 w 6857455"/>
              <a:gd name="connsiteY193" fmla="*/ 800428 h 87471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Lst>
            <a:rect l="l" t="t" r="r" b="b"/>
            <a:pathLst>
              <a:path w="6857455" h="874716">
                <a:moveTo>
                  <a:pt x="6857455" y="804643"/>
                </a:moveTo>
                <a:lnTo>
                  <a:pt x="6857455" y="562246"/>
                </a:lnTo>
                <a:lnTo>
                  <a:pt x="6829178" y="551284"/>
                </a:lnTo>
                <a:cubicBezTo>
                  <a:pt x="6805745" y="539044"/>
                  <a:pt x="6784885" y="521708"/>
                  <a:pt x="6766024" y="500372"/>
                </a:cubicBezTo>
                <a:cubicBezTo>
                  <a:pt x="6755166" y="488179"/>
                  <a:pt x="6746784" y="486845"/>
                  <a:pt x="6734971" y="500944"/>
                </a:cubicBezTo>
                <a:cubicBezTo>
                  <a:pt x="6721257" y="517326"/>
                  <a:pt x="6701634" y="510850"/>
                  <a:pt x="6683915" y="507040"/>
                </a:cubicBezTo>
                <a:cubicBezTo>
                  <a:pt x="6665629" y="503230"/>
                  <a:pt x="6647148" y="499228"/>
                  <a:pt x="6628860" y="495418"/>
                </a:cubicBezTo>
                <a:cubicBezTo>
                  <a:pt x="6615335" y="492752"/>
                  <a:pt x="6601999" y="490466"/>
                  <a:pt x="6588662" y="487227"/>
                </a:cubicBezTo>
                <a:cubicBezTo>
                  <a:pt x="6547133" y="477129"/>
                  <a:pt x="6509794" y="480177"/>
                  <a:pt x="6476074" y="511230"/>
                </a:cubicBezTo>
                <a:cubicBezTo>
                  <a:pt x="6450356" y="535043"/>
                  <a:pt x="6417399" y="542093"/>
                  <a:pt x="6382345" y="534853"/>
                </a:cubicBezTo>
                <a:cubicBezTo>
                  <a:pt x="6377963" y="533901"/>
                  <a:pt x="6372439" y="530091"/>
                  <a:pt x="6369391" y="531615"/>
                </a:cubicBezTo>
                <a:cubicBezTo>
                  <a:pt x="6323479" y="553904"/>
                  <a:pt x="6287092" y="514658"/>
                  <a:pt x="6244799" y="512182"/>
                </a:cubicBezTo>
                <a:cubicBezTo>
                  <a:pt x="6226130" y="511040"/>
                  <a:pt x="6207079" y="496942"/>
                  <a:pt x="6190315" y="485703"/>
                </a:cubicBezTo>
                <a:cubicBezTo>
                  <a:pt x="6167262" y="470271"/>
                  <a:pt x="6146687" y="455412"/>
                  <a:pt x="6115446" y="462270"/>
                </a:cubicBezTo>
                <a:cubicBezTo>
                  <a:pt x="6084203" y="469319"/>
                  <a:pt x="6055627" y="456364"/>
                  <a:pt x="6032194" y="434266"/>
                </a:cubicBezTo>
                <a:cubicBezTo>
                  <a:pt x="6014287" y="417501"/>
                  <a:pt x="5994665" y="415977"/>
                  <a:pt x="5971042" y="420738"/>
                </a:cubicBezTo>
                <a:cubicBezTo>
                  <a:pt x="5941513" y="426645"/>
                  <a:pt x="5910842" y="427027"/>
                  <a:pt x="5880933" y="430646"/>
                </a:cubicBezTo>
                <a:cubicBezTo>
                  <a:pt x="5874454" y="431408"/>
                  <a:pt x="5866265" y="434076"/>
                  <a:pt x="5862452" y="438648"/>
                </a:cubicBezTo>
                <a:cubicBezTo>
                  <a:pt x="5815779" y="495418"/>
                  <a:pt x="5750055" y="495990"/>
                  <a:pt x="5685283" y="498658"/>
                </a:cubicBezTo>
                <a:cubicBezTo>
                  <a:pt x="5646039" y="500372"/>
                  <a:pt x="5606604" y="500372"/>
                  <a:pt x="5567169" y="499420"/>
                </a:cubicBezTo>
                <a:cubicBezTo>
                  <a:pt x="5553832" y="499228"/>
                  <a:pt x="5539736" y="496180"/>
                  <a:pt x="5527923" y="490466"/>
                </a:cubicBezTo>
                <a:cubicBezTo>
                  <a:pt x="5503348" y="478463"/>
                  <a:pt x="5480680" y="462843"/>
                  <a:pt x="5456292" y="450650"/>
                </a:cubicBezTo>
                <a:cubicBezTo>
                  <a:pt x="5447151" y="445886"/>
                  <a:pt x="5435338" y="445696"/>
                  <a:pt x="5424670" y="444934"/>
                </a:cubicBezTo>
                <a:cubicBezTo>
                  <a:pt x="5405809" y="443410"/>
                  <a:pt x="5384854" y="447982"/>
                  <a:pt x="5368662" y="441124"/>
                </a:cubicBezTo>
                <a:cubicBezTo>
                  <a:pt x="5326559" y="423407"/>
                  <a:pt x="5287123" y="427407"/>
                  <a:pt x="5247118" y="444934"/>
                </a:cubicBezTo>
                <a:cubicBezTo>
                  <a:pt x="5191108" y="469509"/>
                  <a:pt x="5138148" y="467605"/>
                  <a:pt x="5088617" y="428742"/>
                </a:cubicBezTo>
                <a:cubicBezTo>
                  <a:pt x="5066328" y="411215"/>
                  <a:pt x="5044609" y="419596"/>
                  <a:pt x="5025750" y="433694"/>
                </a:cubicBezTo>
                <a:cubicBezTo>
                  <a:pt x="5004032" y="450078"/>
                  <a:pt x="4982885" y="454268"/>
                  <a:pt x="4957930" y="442268"/>
                </a:cubicBezTo>
                <a:cubicBezTo>
                  <a:pt x="4952404" y="439600"/>
                  <a:pt x="4944594" y="440933"/>
                  <a:pt x="4938116" y="441886"/>
                </a:cubicBezTo>
                <a:cubicBezTo>
                  <a:pt x="4901158" y="446648"/>
                  <a:pt x="4864009" y="454650"/>
                  <a:pt x="4833910" y="421693"/>
                </a:cubicBezTo>
                <a:cubicBezTo>
                  <a:pt x="4828004" y="415214"/>
                  <a:pt x="4818097" y="412549"/>
                  <a:pt x="4810095" y="408167"/>
                </a:cubicBezTo>
                <a:cubicBezTo>
                  <a:pt x="4776566" y="390258"/>
                  <a:pt x="4777900" y="391974"/>
                  <a:pt x="4747991" y="413691"/>
                </a:cubicBezTo>
                <a:cubicBezTo>
                  <a:pt x="4732369" y="425121"/>
                  <a:pt x="4710842" y="436742"/>
                  <a:pt x="4692745" y="435790"/>
                </a:cubicBezTo>
                <a:cubicBezTo>
                  <a:pt x="4583584" y="430075"/>
                  <a:pt x="4479758" y="457508"/>
                  <a:pt x="4375933" y="483417"/>
                </a:cubicBezTo>
                <a:cubicBezTo>
                  <a:pt x="4311923" y="499420"/>
                  <a:pt x="4249436" y="500372"/>
                  <a:pt x="4185426" y="484179"/>
                </a:cubicBezTo>
                <a:cubicBezTo>
                  <a:pt x="4139133" y="472367"/>
                  <a:pt x="4095315" y="491800"/>
                  <a:pt x="4052072" y="505134"/>
                </a:cubicBezTo>
                <a:cubicBezTo>
                  <a:pt x="4043117" y="507799"/>
                  <a:pt x="4034735" y="518278"/>
                  <a:pt x="4029973" y="527233"/>
                </a:cubicBezTo>
                <a:cubicBezTo>
                  <a:pt x="4012826" y="558858"/>
                  <a:pt x="3984441" y="563810"/>
                  <a:pt x="3948626" y="550666"/>
                </a:cubicBezTo>
                <a:cubicBezTo>
                  <a:pt x="3920241" y="540377"/>
                  <a:pt x="3894332" y="526661"/>
                  <a:pt x="3871280" y="502275"/>
                </a:cubicBezTo>
                <a:cubicBezTo>
                  <a:pt x="3844229" y="473701"/>
                  <a:pt x="3816224" y="441124"/>
                  <a:pt x="3774312" y="429122"/>
                </a:cubicBezTo>
                <a:cubicBezTo>
                  <a:pt x="3756214" y="423979"/>
                  <a:pt x="3740593" y="423217"/>
                  <a:pt x="3721543" y="428552"/>
                </a:cubicBezTo>
                <a:cubicBezTo>
                  <a:pt x="3684583" y="438837"/>
                  <a:pt x="3647436" y="446078"/>
                  <a:pt x="3612763" y="414263"/>
                </a:cubicBezTo>
                <a:cubicBezTo>
                  <a:pt x="3593712" y="396736"/>
                  <a:pt x="3567994" y="385496"/>
                  <a:pt x="3537323" y="389878"/>
                </a:cubicBezTo>
                <a:cubicBezTo>
                  <a:pt x="3499031" y="395402"/>
                  <a:pt x="3464168" y="381496"/>
                  <a:pt x="3431593" y="360921"/>
                </a:cubicBezTo>
                <a:cubicBezTo>
                  <a:pt x="3419971" y="353491"/>
                  <a:pt x="3405682" y="349301"/>
                  <a:pt x="3392158" y="345681"/>
                </a:cubicBezTo>
                <a:cubicBezTo>
                  <a:pt x="3360915" y="337298"/>
                  <a:pt x="3329480" y="329868"/>
                  <a:pt x="3297856" y="323010"/>
                </a:cubicBezTo>
                <a:cubicBezTo>
                  <a:pt x="3271948" y="317296"/>
                  <a:pt x="3245849" y="313104"/>
                  <a:pt x="3219748" y="308151"/>
                </a:cubicBezTo>
                <a:cubicBezTo>
                  <a:pt x="3191173" y="302817"/>
                  <a:pt x="3168502" y="290433"/>
                  <a:pt x="3156692" y="261668"/>
                </a:cubicBezTo>
                <a:cubicBezTo>
                  <a:pt x="3152882" y="252524"/>
                  <a:pt x="3143737" y="245283"/>
                  <a:pt x="3136497" y="237663"/>
                </a:cubicBezTo>
                <a:cubicBezTo>
                  <a:pt x="3131355" y="232139"/>
                  <a:pt x="3124495" y="227947"/>
                  <a:pt x="3119733" y="222233"/>
                </a:cubicBezTo>
                <a:cubicBezTo>
                  <a:pt x="3094776" y="192132"/>
                  <a:pt x="3070201" y="161843"/>
                  <a:pt x="3045436" y="131742"/>
                </a:cubicBezTo>
                <a:cubicBezTo>
                  <a:pt x="3042958" y="128884"/>
                  <a:pt x="3040292" y="125455"/>
                  <a:pt x="3037054" y="124121"/>
                </a:cubicBezTo>
                <a:cubicBezTo>
                  <a:pt x="3003525" y="110215"/>
                  <a:pt x="2969614" y="97070"/>
                  <a:pt x="2936466" y="82400"/>
                </a:cubicBezTo>
                <a:cubicBezTo>
                  <a:pt x="2923702" y="76686"/>
                  <a:pt x="2910558" y="69637"/>
                  <a:pt x="2901031" y="59731"/>
                </a:cubicBezTo>
                <a:cubicBezTo>
                  <a:pt x="2879314" y="37250"/>
                  <a:pt x="2859502" y="12866"/>
                  <a:pt x="2828259" y="3149"/>
                </a:cubicBezTo>
                <a:cubicBezTo>
                  <a:pt x="2819114" y="293"/>
                  <a:pt x="2808256" y="-1231"/>
                  <a:pt x="2799492" y="1245"/>
                </a:cubicBezTo>
                <a:cubicBezTo>
                  <a:pt x="2763867" y="11532"/>
                  <a:pt x="2729005" y="24296"/>
                  <a:pt x="2693570" y="35154"/>
                </a:cubicBezTo>
                <a:cubicBezTo>
                  <a:pt x="2671092" y="41823"/>
                  <a:pt x="2650707" y="49825"/>
                  <a:pt x="2639847" y="73448"/>
                </a:cubicBezTo>
                <a:cubicBezTo>
                  <a:pt x="2636801" y="80114"/>
                  <a:pt x="2628226" y="87354"/>
                  <a:pt x="2621178" y="88688"/>
                </a:cubicBezTo>
                <a:cubicBezTo>
                  <a:pt x="2575839" y="97260"/>
                  <a:pt x="2531069" y="101451"/>
                  <a:pt x="2489348" y="72304"/>
                </a:cubicBezTo>
                <a:cubicBezTo>
                  <a:pt x="2480585" y="66017"/>
                  <a:pt x="2464201" y="66017"/>
                  <a:pt x="2452580" y="68683"/>
                </a:cubicBezTo>
                <a:cubicBezTo>
                  <a:pt x="2407811" y="78590"/>
                  <a:pt x="2365328" y="82020"/>
                  <a:pt x="2326464" y="50395"/>
                </a:cubicBezTo>
                <a:cubicBezTo>
                  <a:pt x="2321892" y="46585"/>
                  <a:pt x="2307224" y="50015"/>
                  <a:pt x="2300365" y="54777"/>
                </a:cubicBezTo>
                <a:cubicBezTo>
                  <a:pt x="2234259" y="101261"/>
                  <a:pt x="2198064" y="102405"/>
                  <a:pt x="2130434" y="58397"/>
                </a:cubicBezTo>
                <a:cubicBezTo>
                  <a:pt x="2126052" y="55539"/>
                  <a:pt x="2120337" y="52301"/>
                  <a:pt x="2118621" y="47919"/>
                </a:cubicBezTo>
                <a:cubicBezTo>
                  <a:pt x="2107001" y="19914"/>
                  <a:pt x="2082236" y="19152"/>
                  <a:pt x="2057659" y="16866"/>
                </a:cubicBezTo>
                <a:cubicBezTo>
                  <a:pt x="2030608" y="14390"/>
                  <a:pt x="2003555" y="11152"/>
                  <a:pt x="1976314" y="8865"/>
                </a:cubicBezTo>
                <a:cubicBezTo>
                  <a:pt x="1971550" y="8483"/>
                  <a:pt x="1966216" y="10007"/>
                  <a:pt x="1961454" y="11724"/>
                </a:cubicBezTo>
                <a:cubicBezTo>
                  <a:pt x="1943165" y="18010"/>
                  <a:pt x="1925449" y="27154"/>
                  <a:pt x="1906588" y="30964"/>
                </a:cubicBezTo>
                <a:cubicBezTo>
                  <a:pt x="1865821" y="39156"/>
                  <a:pt x="1826385" y="55539"/>
                  <a:pt x="1783330" y="48871"/>
                </a:cubicBezTo>
                <a:cubicBezTo>
                  <a:pt x="1775902" y="47729"/>
                  <a:pt x="1767327" y="53253"/>
                  <a:pt x="1759327" y="55349"/>
                </a:cubicBezTo>
                <a:cubicBezTo>
                  <a:pt x="1744849" y="58969"/>
                  <a:pt x="1730750" y="64111"/>
                  <a:pt x="1716082" y="65445"/>
                </a:cubicBezTo>
                <a:cubicBezTo>
                  <a:pt x="1677218" y="68875"/>
                  <a:pt x="1637975" y="71924"/>
                  <a:pt x="1598920" y="72114"/>
                </a:cubicBezTo>
                <a:cubicBezTo>
                  <a:pt x="1580061" y="72304"/>
                  <a:pt x="1561201" y="65065"/>
                  <a:pt x="1542150" y="62207"/>
                </a:cubicBezTo>
                <a:cubicBezTo>
                  <a:pt x="1533578" y="60873"/>
                  <a:pt x="1519669" y="58587"/>
                  <a:pt x="1516813" y="62779"/>
                </a:cubicBezTo>
                <a:cubicBezTo>
                  <a:pt x="1494714" y="94592"/>
                  <a:pt x="1463661" y="88496"/>
                  <a:pt x="1432228" y="88116"/>
                </a:cubicBezTo>
                <a:cubicBezTo>
                  <a:pt x="1362884" y="87354"/>
                  <a:pt x="1295826" y="60493"/>
                  <a:pt x="1224765" y="71924"/>
                </a:cubicBezTo>
                <a:cubicBezTo>
                  <a:pt x="1204191" y="75162"/>
                  <a:pt x="1181330" y="62397"/>
                  <a:pt x="1159231" y="58207"/>
                </a:cubicBezTo>
                <a:cubicBezTo>
                  <a:pt x="1147801" y="56111"/>
                  <a:pt x="1135228" y="53633"/>
                  <a:pt x="1124370" y="56301"/>
                </a:cubicBezTo>
                <a:cubicBezTo>
                  <a:pt x="1107605" y="60493"/>
                  <a:pt x="1091411" y="68113"/>
                  <a:pt x="1075600" y="75542"/>
                </a:cubicBezTo>
                <a:cubicBezTo>
                  <a:pt x="1046261" y="89258"/>
                  <a:pt x="1016162" y="89258"/>
                  <a:pt x="986633" y="79162"/>
                </a:cubicBezTo>
                <a:cubicBezTo>
                  <a:pt x="944722" y="64873"/>
                  <a:pt x="903193" y="64873"/>
                  <a:pt x="861089" y="76304"/>
                </a:cubicBezTo>
                <a:cubicBezTo>
                  <a:pt x="826990" y="85638"/>
                  <a:pt x="791935" y="92116"/>
                  <a:pt x="759168" y="104689"/>
                </a:cubicBezTo>
                <a:cubicBezTo>
                  <a:pt x="744689" y="110215"/>
                  <a:pt x="732497" y="126597"/>
                  <a:pt x="723735" y="140696"/>
                </a:cubicBezTo>
                <a:cubicBezTo>
                  <a:pt x="706018" y="169271"/>
                  <a:pt x="674013" y="169081"/>
                  <a:pt x="647532" y="147934"/>
                </a:cubicBezTo>
                <a:cubicBezTo>
                  <a:pt x="619717" y="125645"/>
                  <a:pt x="584664" y="112501"/>
                  <a:pt x="552659" y="95926"/>
                </a:cubicBezTo>
                <a:cubicBezTo>
                  <a:pt x="549993" y="94592"/>
                  <a:pt x="545039" y="96116"/>
                  <a:pt x="541800" y="97640"/>
                </a:cubicBezTo>
                <a:cubicBezTo>
                  <a:pt x="488649" y="122407"/>
                  <a:pt x="433593" y="126979"/>
                  <a:pt x="375107" y="123169"/>
                </a:cubicBezTo>
                <a:cubicBezTo>
                  <a:pt x="341960" y="121073"/>
                  <a:pt x="307289" y="137076"/>
                  <a:pt x="273567" y="145458"/>
                </a:cubicBezTo>
                <a:cubicBezTo>
                  <a:pt x="269757" y="146410"/>
                  <a:pt x="266519" y="151174"/>
                  <a:pt x="264043" y="154792"/>
                </a:cubicBezTo>
                <a:cubicBezTo>
                  <a:pt x="240228" y="190800"/>
                  <a:pt x="208223" y="200706"/>
                  <a:pt x="169360" y="177273"/>
                </a:cubicBezTo>
                <a:cubicBezTo>
                  <a:pt x="143643" y="161651"/>
                  <a:pt x="118114" y="158032"/>
                  <a:pt x="89347" y="157460"/>
                </a:cubicBezTo>
                <a:cubicBezTo>
                  <a:pt x="71059" y="157078"/>
                  <a:pt x="52962" y="147934"/>
                  <a:pt x="34291" y="145268"/>
                </a:cubicBezTo>
                <a:lnTo>
                  <a:pt x="0" y="142056"/>
                </a:lnTo>
                <a:lnTo>
                  <a:pt x="0" y="849556"/>
                </a:lnTo>
                <a:lnTo>
                  <a:pt x="60652" y="844783"/>
                </a:lnTo>
                <a:cubicBezTo>
                  <a:pt x="80251" y="839473"/>
                  <a:pt x="99446" y="832043"/>
                  <a:pt x="119068" y="827281"/>
                </a:cubicBezTo>
                <a:cubicBezTo>
                  <a:pt x="137355" y="822899"/>
                  <a:pt x="154501" y="812802"/>
                  <a:pt x="171840" y="804420"/>
                </a:cubicBezTo>
                <a:cubicBezTo>
                  <a:pt x="204985" y="788417"/>
                  <a:pt x="240420" y="798514"/>
                  <a:pt x="274329" y="794324"/>
                </a:cubicBezTo>
                <a:cubicBezTo>
                  <a:pt x="285188" y="792990"/>
                  <a:pt x="296046" y="791466"/>
                  <a:pt x="306715" y="788798"/>
                </a:cubicBezTo>
                <a:cubicBezTo>
                  <a:pt x="335864" y="781749"/>
                  <a:pt x="365583" y="775653"/>
                  <a:pt x="393967" y="765937"/>
                </a:cubicBezTo>
                <a:cubicBezTo>
                  <a:pt x="426165" y="755078"/>
                  <a:pt x="457028" y="740600"/>
                  <a:pt x="493793" y="725549"/>
                </a:cubicBezTo>
                <a:cubicBezTo>
                  <a:pt x="506557" y="729360"/>
                  <a:pt x="526180" y="739648"/>
                  <a:pt x="546373" y="740600"/>
                </a:cubicBezTo>
                <a:cubicBezTo>
                  <a:pt x="611337" y="743838"/>
                  <a:pt x="672107" y="726121"/>
                  <a:pt x="730211" y="698116"/>
                </a:cubicBezTo>
                <a:cubicBezTo>
                  <a:pt x="747927" y="689734"/>
                  <a:pt x="766980" y="684210"/>
                  <a:pt x="784889" y="676018"/>
                </a:cubicBezTo>
                <a:cubicBezTo>
                  <a:pt x="791173" y="673161"/>
                  <a:pt x="799365" y="667065"/>
                  <a:pt x="800509" y="661349"/>
                </a:cubicBezTo>
                <a:cubicBezTo>
                  <a:pt x="807175" y="628201"/>
                  <a:pt x="831942" y="628772"/>
                  <a:pt x="857661" y="626868"/>
                </a:cubicBezTo>
                <a:cubicBezTo>
                  <a:pt x="888332" y="624582"/>
                  <a:pt x="918621" y="619248"/>
                  <a:pt x="949102" y="614676"/>
                </a:cubicBezTo>
                <a:cubicBezTo>
                  <a:pt x="953104" y="614104"/>
                  <a:pt x="956722" y="610104"/>
                  <a:pt x="960342" y="607435"/>
                </a:cubicBezTo>
                <a:cubicBezTo>
                  <a:pt x="965867" y="603435"/>
                  <a:pt x="971011" y="597339"/>
                  <a:pt x="977109" y="595815"/>
                </a:cubicBezTo>
                <a:cubicBezTo>
                  <a:pt x="1008350" y="588385"/>
                  <a:pt x="1039783" y="582099"/>
                  <a:pt x="1071218" y="575240"/>
                </a:cubicBezTo>
                <a:cubicBezTo>
                  <a:pt x="1078266" y="573716"/>
                  <a:pt x="1085505" y="571812"/>
                  <a:pt x="1091983" y="568764"/>
                </a:cubicBezTo>
                <a:cubicBezTo>
                  <a:pt x="1098079" y="565906"/>
                  <a:pt x="1103223" y="560952"/>
                  <a:pt x="1109321" y="557904"/>
                </a:cubicBezTo>
                <a:cubicBezTo>
                  <a:pt x="1125892" y="549714"/>
                  <a:pt x="1142851" y="542093"/>
                  <a:pt x="1162279" y="532949"/>
                </a:cubicBezTo>
                <a:cubicBezTo>
                  <a:pt x="1173138" y="550094"/>
                  <a:pt x="1187810" y="540377"/>
                  <a:pt x="1206097" y="532187"/>
                </a:cubicBezTo>
                <a:cubicBezTo>
                  <a:pt x="1224765" y="523805"/>
                  <a:pt x="1246292" y="521137"/>
                  <a:pt x="1266867" y="518088"/>
                </a:cubicBezTo>
                <a:cubicBezTo>
                  <a:pt x="1304588" y="512564"/>
                  <a:pt x="1342499" y="509134"/>
                  <a:pt x="1380219" y="504182"/>
                </a:cubicBezTo>
                <a:cubicBezTo>
                  <a:pt x="1388221" y="503038"/>
                  <a:pt x="1397365" y="500944"/>
                  <a:pt x="1403461" y="496180"/>
                </a:cubicBezTo>
                <a:cubicBezTo>
                  <a:pt x="1445181" y="464175"/>
                  <a:pt x="1495858" y="455222"/>
                  <a:pt x="1544054" y="458268"/>
                </a:cubicBezTo>
                <a:cubicBezTo>
                  <a:pt x="1581965" y="460557"/>
                  <a:pt x="1619114" y="462270"/>
                  <a:pt x="1656644" y="459032"/>
                </a:cubicBezTo>
                <a:cubicBezTo>
                  <a:pt x="1659502" y="458841"/>
                  <a:pt x="1663312" y="459223"/>
                  <a:pt x="1665406" y="460747"/>
                </a:cubicBezTo>
                <a:cubicBezTo>
                  <a:pt x="1678360" y="470843"/>
                  <a:pt x="1691887" y="471605"/>
                  <a:pt x="1708461" y="473318"/>
                </a:cubicBezTo>
                <a:cubicBezTo>
                  <a:pt x="1731894" y="475797"/>
                  <a:pt x="1753421" y="474081"/>
                  <a:pt x="1775140" y="469891"/>
                </a:cubicBezTo>
                <a:cubicBezTo>
                  <a:pt x="1790952" y="466843"/>
                  <a:pt x="1806953" y="460557"/>
                  <a:pt x="1821051" y="452554"/>
                </a:cubicBezTo>
                <a:cubicBezTo>
                  <a:pt x="1840672" y="441314"/>
                  <a:pt x="1859535" y="436934"/>
                  <a:pt x="1878203" y="451792"/>
                </a:cubicBezTo>
                <a:cubicBezTo>
                  <a:pt x="1898396" y="467605"/>
                  <a:pt x="1921257" y="462081"/>
                  <a:pt x="1943547" y="462651"/>
                </a:cubicBezTo>
                <a:cubicBezTo>
                  <a:pt x="1953262" y="462843"/>
                  <a:pt x="1963550" y="462461"/>
                  <a:pt x="1972884" y="464937"/>
                </a:cubicBezTo>
                <a:cubicBezTo>
                  <a:pt x="1999935" y="471987"/>
                  <a:pt x="2026036" y="482655"/>
                  <a:pt x="2053469" y="487417"/>
                </a:cubicBezTo>
                <a:cubicBezTo>
                  <a:pt x="2068710" y="490084"/>
                  <a:pt x="2085664" y="485321"/>
                  <a:pt x="2101477" y="481893"/>
                </a:cubicBezTo>
                <a:cubicBezTo>
                  <a:pt x="2117479" y="478273"/>
                  <a:pt x="2133290" y="472749"/>
                  <a:pt x="2148722" y="467033"/>
                </a:cubicBezTo>
                <a:cubicBezTo>
                  <a:pt x="2159199" y="463223"/>
                  <a:pt x="2170629" y="459603"/>
                  <a:pt x="2179011" y="452744"/>
                </a:cubicBezTo>
                <a:cubicBezTo>
                  <a:pt x="2198064" y="437124"/>
                  <a:pt x="2217685" y="434455"/>
                  <a:pt x="2240165" y="442648"/>
                </a:cubicBezTo>
                <a:cubicBezTo>
                  <a:pt x="2243593" y="443982"/>
                  <a:pt x="2247594" y="443982"/>
                  <a:pt x="2251404" y="444172"/>
                </a:cubicBezTo>
                <a:cubicBezTo>
                  <a:pt x="2312370" y="448172"/>
                  <a:pt x="2373330" y="450650"/>
                  <a:pt x="2433912" y="456746"/>
                </a:cubicBezTo>
                <a:cubicBezTo>
                  <a:pt x="2458485" y="459223"/>
                  <a:pt x="2482107" y="470081"/>
                  <a:pt x="2506302" y="476939"/>
                </a:cubicBezTo>
                <a:cubicBezTo>
                  <a:pt x="2511256" y="478273"/>
                  <a:pt x="2516783" y="480369"/>
                  <a:pt x="2521735" y="479415"/>
                </a:cubicBezTo>
                <a:cubicBezTo>
                  <a:pt x="2575647" y="469891"/>
                  <a:pt x="2626132" y="483797"/>
                  <a:pt x="2675854" y="502086"/>
                </a:cubicBezTo>
                <a:cubicBezTo>
                  <a:pt x="2680996" y="503992"/>
                  <a:pt x="2687282" y="503419"/>
                  <a:pt x="2692998" y="503038"/>
                </a:cubicBezTo>
                <a:cubicBezTo>
                  <a:pt x="2709003" y="501706"/>
                  <a:pt x="2726337" y="495038"/>
                  <a:pt x="2740816" y="499037"/>
                </a:cubicBezTo>
                <a:cubicBezTo>
                  <a:pt x="2779297" y="510088"/>
                  <a:pt x="2817398" y="523423"/>
                  <a:pt x="2853596" y="540187"/>
                </a:cubicBezTo>
                <a:cubicBezTo>
                  <a:pt x="2890365" y="557142"/>
                  <a:pt x="2924464" y="571430"/>
                  <a:pt x="2966565" y="554286"/>
                </a:cubicBezTo>
                <a:cubicBezTo>
                  <a:pt x="2984472" y="547045"/>
                  <a:pt x="3008095" y="552190"/>
                  <a:pt x="3028671" y="554094"/>
                </a:cubicBezTo>
                <a:cubicBezTo>
                  <a:pt x="3043720" y="555618"/>
                  <a:pt x="3058198" y="564192"/>
                  <a:pt x="3073059" y="564192"/>
                </a:cubicBezTo>
                <a:cubicBezTo>
                  <a:pt x="3112686" y="564192"/>
                  <a:pt x="3147927" y="574288"/>
                  <a:pt x="3182219" y="594862"/>
                </a:cubicBezTo>
                <a:cubicBezTo>
                  <a:pt x="3195557" y="602863"/>
                  <a:pt x="3216322" y="597529"/>
                  <a:pt x="3233656" y="599625"/>
                </a:cubicBezTo>
                <a:cubicBezTo>
                  <a:pt x="3251947" y="602101"/>
                  <a:pt x="3270804" y="604387"/>
                  <a:pt x="3288332" y="609914"/>
                </a:cubicBezTo>
                <a:cubicBezTo>
                  <a:pt x="3333672" y="624392"/>
                  <a:pt x="3378441" y="640774"/>
                  <a:pt x="3423591" y="656015"/>
                </a:cubicBezTo>
                <a:cubicBezTo>
                  <a:pt x="3460738" y="668590"/>
                  <a:pt x="3497317" y="658683"/>
                  <a:pt x="3534084" y="653349"/>
                </a:cubicBezTo>
                <a:cubicBezTo>
                  <a:pt x="3557137" y="649919"/>
                  <a:pt x="3578662" y="641727"/>
                  <a:pt x="3604571" y="653918"/>
                </a:cubicBezTo>
                <a:cubicBezTo>
                  <a:pt x="3629338" y="665541"/>
                  <a:pt x="3660771" y="662873"/>
                  <a:pt x="3688586" y="669160"/>
                </a:cubicBezTo>
                <a:cubicBezTo>
                  <a:pt x="3712020" y="674494"/>
                  <a:pt x="3734687" y="683068"/>
                  <a:pt x="3757358" y="691450"/>
                </a:cubicBezTo>
                <a:cubicBezTo>
                  <a:pt x="3788221" y="702881"/>
                  <a:pt x="3818700" y="714881"/>
                  <a:pt x="3852421" y="709167"/>
                </a:cubicBezTo>
                <a:cubicBezTo>
                  <a:pt x="3890714" y="702689"/>
                  <a:pt x="3917001" y="727073"/>
                  <a:pt x="3947104" y="743267"/>
                </a:cubicBezTo>
                <a:cubicBezTo>
                  <a:pt x="3967869" y="754316"/>
                  <a:pt x="3990538" y="762509"/>
                  <a:pt x="4013208" y="769367"/>
                </a:cubicBezTo>
                <a:cubicBezTo>
                  <a:pt x="4043497" y="778321"/>
                  <a:pt x="4074740" y="783655"/>
                  <a:pt x="4105222" y="792418"/>
                </a:cubicBezTo>
                <a:cubicBezTo>
                  <a:pt x="4151325" y="805561"/>
                  <a:pt x="4198001" y="815850"/>
                  <a:pt x="4246006" y="808610"/>
                </a:cubicBezTo>
                <a:cubicBezTo>
                  <a:pt x="4268105" y="805372"/>
                  <a:pt x="4288682" y="805561"/>
                  <a:pt x="4310779" y="810326"/>
                </a:cubicBezTo>
                <a:cubicBezTo>
                  <a:pt x="4346974" y="818136"/>
                  <a:pt x="4384123" y="819089"/>
                  <a:pt x="4413272" y="848235"/>
                </a:cubicBezTo>
                <a:cubicBezTo>
                  <a:pt x="4423558" y="858524"/>
                  <a:pt x="4442037" y="861190"/>
                  <a:pt x="4457087" y="866524"/>
                </a:cubicBezTo>
                <a:cubicBezTo>
                  <a:pt x="4474424" y="872812"/>
                  <a:pt x="4487186" y="869572"/>
                  <a:pt x="4496523" y="851284"/>
                </a:cubicBezTo>
                <a:cubicBezTo>
                  <a:pt x="4500713" y="843093"/>
                  <a:pt x="4512715" y="835091"/>
                  <a:pt x="4522050" y="833757"/>
                </a:cubicBezTo>
                <a:cubicBezTo>
                  <a:pt x="4550055" y="829757"/>
                  <a:pt x="4575773" y="835663"/>
                  <a:pt x="4602824" y="848618"/>
                </a:cubicBezTo>
                <a:cubicBezTo>
                  <a:pt x="4628161" y="860810"/>
                  <a:pt x="4659786" y="859476"/>
                  <a:pt x="4688553" y="864238"/>
                </a:cubicBezTo>
                <a:cubicBezTo>
                  <a:pt x="4708936" y="867668"/>
                  <a:pt x="4729321" y="874716"/>
                  <a:pt x="4749895" y="874716"/>
                </a:cubicBezTo>
                <a:cubicBezTo>
                  <a:pt x="4775424" y="874716"/>
                  <a:pt x="4800761" y="868620"/>
                  <a:pt x="4826480" y="866334"/>
                </a:cubicBezTo>
                <a:cubicBezTo>
                  <a:pt x="4846482" y="864430"/>
                  <a:pt x="4866867" y="865192"/>
                  <a:pt x="4886870" y="862906"/>
                </a:cubicBezTo>
                <a:cubicBezTo>
                  <a:pt x="4903254" y="861190"/>
                  <a:pt x="4919447" y="856810"/>
                  <a:pt x="4935639" y="853190"/>
                </a:cubicBezTo>
                <a:cubicBezTo>
                  <a:pt x="4941546" y="851856"/>
                  <a:pt x="4947452" y="846711"/>
                  <a:pt x="4952784" y="847473"/>
                </a:cubicBezTo>
                <a:cubicBezTo>
                  <a:pt x="5005745" y="855666"/>
                  <a:pt x="5043847" y="819089"/>
                  <a:pt x="5088617" y="802896"/>
                </a:cubicBezTo>
                <a:cubicBezTo>
                  <a:pt x="5135672" y="785749"/>
                  <a:pt x="5181204" y="759461"/>
                  <a:pt x="5233781" y="767271"/>
                </a:cubicBezTo>
                <a:cubicBezTo>
                  <a:pt x="5265596" y="772033"/>
                  <a:pt x="5296267" y="783083"/>
                  <a:pt x="5327893" y="789752"/>
                </a:cubicBezTo>
                <a:cubicBezTo>
                  <a:pt x="5339132" y="792038"/>
                  <a:pt x="5351705" y="791656"/>
                  <a:pt x="5362946" y="789370"/>
                </a:cubicBezTo>
                <a:cubicBezTo>
                  <a:pt x="5417240" y="778891"/>
                  <a:pt x="5470771" y="777367"/>
                  <a:pt x="5524115" y="794514"/>
                </a:cubicBezTo>
                <a:cubicBezTo>
                  <a:pt x="5533257" y="797372"/>
                  <a:pt x="5542974" y="800038"/>
                  <a:pt x="5552500" y="800038"/>
                </a:cubicBezTo>
                <a:cubicBezTo>
                  <a:pt x="5604697" y="800038"/>
                  <a:pt x="5655944" y="796038"/>
                  <a:pt x="5705857" y="777367"/>
                </a:cubicBezTo>
                <a:cubicBezTo>
                  <a:pt x="5722622" y="771080"/>
                  <a:pt x="5743006" y="775081"/>
                  <a:pt x="5761485" y="773557"/>
                </a:cubicBezTo>
                <a:cubicBezTo>
                  <a:pt x="5778629" y="772224"/>
                  <a:pt x="5796156" y="771653"/>
                  <a:pt x="5812731" y="767271"/>
                </a:cubicBezTo>
                <a:cubicBezTo>
                  <a:pt x="5836925" y="760795"/>
                  <a:pt x="5859404" y="760033"/>
                  <a:pt x="5884361" y="765747"/>
                </a:cubicBezTo>
                <a:cubicBezTo>
                  <a:pt x="5908174" y="771080"/>
                  <a:pt x="5933892" y="768415"/>
                  <a:pt x="5958660" y="768605"/>
                </a:cubicBezTo>
                <a:cubicBezTo>
                  <a:pt x="5986282" y="768795"/>
                  <a:pt x="6013906" y="768984"/>
                  <a:pt x="6041528" y="768033"/>
                </a:cubicBezTo>
                <a:cubicBezTo>
                  <a:pt x="6052579" y="767653"/>
                  <a:pt x="6065151" y="760033"/>
                  <a:pt x="6074297" y="763081"/>
                </a:cubicBezTo>
                <a:cubicBezTo>
                  <a:pt x="6103824" y="773366"/>
                  <a:pt x="6133353" y="760985"/>
                  <a:pt x="6162880" y="766509"/>
                </a:cubicBezTo>
                <a:cubicBezTo>
                  <a:pt x="6177360" y="769367"/>
                  <a:pt x="6193743" y="761557"/>
                  <a:pt x="6209364" y="760795"/>
                </a:cubicBezTo>
                <a:cubicBezTo>
                  <a:pt x="6234892" y="759461"/>
                  <a:pt x="6260419" y="760033"/>
                  <a:pt x="6285948" y="759651"/>
                </a:cubicBezTo>
                <a:cubicBezTo>
                  <a:pt x="6294330" y="759461"/>
                  <a:pt x="6302523" y="758699"/>
                  <a:pt x="6310905" y="758316"/>
                </a:cubicBezTo>
                <a:cubicBezTo>
                  <a:pt x="6318335" y="757936"/>
                  <a:pt x="6326145" y="756222"/>
                  <a:pt x="6333194" y="757554"/>
                </a:cubicBezTo>
                <a:cubicBezTo>
                  <a:pt x="6358723" y="762318"/>
                  <a:pt x="6383869" y="770129"/>
                  <a:pt x="6409586" y="773177"/>
                </a:cubicBezTo>
                <a:cubicBezTo>
                  <a:pt x="6431875" y="775843"/>
                  <a:pt x="6454928" y="772224"/>
                  <a:pt x="6477407" y="774129"/>
                </a:cubicBezTo>
                <a:cubicBezTo>
                  <a:pt x="6517032" y="777367"/>
                  <a:pt x="6556657" y="783083"/>
                  <a:pt x="6596283" y="786703"/>
                </a:cubicBezTo>
                <a:cubicBezTo>
                  <a:pt x="6604857" y="787465"/>
                  <a:pt x="6613809" y="782701"/>
                  <a:pt x="6622573" y="782321"/>
                </a:cubicBezTo>
                <a:cubicBezTo>
                  <a:pt x="6650006" y="781369"/>
                  <a:pt x="6677439" y="781177"/>
                  <a:pt x="6704872" y="780607"/>
                </a:cubicBezTo>
                <a:cubicBezTo>
                  <a:pt x="6720493" y="780415"/>
                  <a:pt x="6736305" y="780987"/>
                  <a:pt x="6751738" y="779273"/>
                </a:cubicBezTo>
                <a:cubicBezTo>
                  <a:pt x="6772120" y="776987"/>
                  <a:pt x="6790599" y="773557"/>
                  <a:pt x="6809650" y="788417"/>
                </a:cubicBezTo>
                <a:cubicBezTo>
                  <a:pt x="6816984" y="794180"/>
                  <a:pt x="6824819" y="797942"/>
                  <a:pt x="6832976" y="800428"/>
                </a:cubicBezTo>
                <a:close/>
              </a:path>
            </a:pathLst>
          </a:custGeom>
          <a:solidFill>
            <a:srgbClr val="FFFFFF"/>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30" name="Freeform: Shape 29">
            <a:extLst>
              <a:ext uri="{FF2B5EF4-FFF2-40B4-BE49-F238E27FC236}">
                <a16:creationId xmlns:a16="http://schemas.microsoft.com/office/drawing/2014/main" id="{9E4574B5-C90E-412D-BAB0-B9F483290C6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123559" y="3100710"/>
            <a:ext cx="6857455" cy="656037"/>
          </a:xfrm>
          <a:custGeom>
            <a:avLst/>
            <a:gdLst>
              <a:gd name="connsiteX0" fmla="*/ 6857455 w 6857455"/>
              <a:gd name="connsiteY0" fmla="*/ 804643 h 874716"/>
              <a:gd name="connsiteX1" fmla="*/ 6857455 w 6857455"/>
              <a:gd name="connsiteY1" fmla="*/ 562246 h 874716"/>
              <a:gd name="connsiteX2" fmla="*/ 6829178 w 6857455"/>
              <a:gd name="connsiteY2" fmla="*/ 551284 h 874716"/>
              <a:gd name="connsiteX3" fmla="*/ 6766024 w 6857455"/>
              <a:gd name="connsiteY3" fmla="*/ 500372 h 874716"/>
              <a:gd name="connsiteX4" fmla="*/ 6734971 w 6857455"/>
              <a:gd name="connsiteY4" fmla="*/ 500944 h 874716"/>
              <a:gd name="connsiteX5" fmla="*/ 6683915 w 6857455"/>
              <a:gd name="connsiteY5" fmla="*/ 507040 h 874716"/>
              <a:gd name="connsiteX6" fmla="*/ 6628860 w 6857455"/>
              <a:gd name="connsiteY6" fmla="*/ 495418 h 874716"/>
              <a:gd name="connsiteX7" fmla="*/ 6588662 w 6857455"/>
              <a:gd name="connsiteY7" fmla="*/ 487227 h 874716"/>
              <a:gd name="connsiteX8" fmla="*/ 6476074 w 6857455"/>
              <a:gd name="connsiteY8" fmla="*/ 511230 h 874716"/>
              <a:gd name="connsiteX9" fmla="*/ 6382345 w 6857455"/>
              <a:gd name="connsiteY9" fmla="*/ 534853 h 874716"/>
              <a:gd name="connsiteX10" fmla="*/ 6369391 w 6857455"/>
              <a:gd name="connsiteY10" fmla="*/ 531615 h 874716"/>
              <a:gd name="connsiteX11" fmla="*/ 6244799 w 6857455"/>
              <a:gd name="connsiteY11" fmla="*/ 512182 h 874716"/>
              <a:gd name="connsiteX12" fmla="*/ 6190315 w 6857455"/>
              <a:gd name="connsiteY12" fmla="*/ 485703 h 874716"/>
              <a:gd name="connsiteX13" fmla="*/ 6115446 w 6857455"/>
              <a:gd name="connsiteY13" fmla="*/ 462270 h 874716"/>
              <a:gd name="connsiteX14" fmla="*/ 6032194 w 6857455"/>
              <a:gd name="connsiteY14" fmla="*/ 434266 h 874716"/>
              <a:gd name="connsiteX15" fmla="*/ 5971042 w 6857455"/>
              <a:gd name="connsiteY15" fmla="*/ 420738 h 874716"/>
              <a:gd name="connsiteX16" fmla="*/ 5880933 w 6857455"/>
              <a:gd name="connsiteY16" fmla="*/ 430646 h 874716"/>
              <a:gd name="connsiteX17" fmla="*/ 5862452 w 6857455"/>
              <a:gd name="connsiteY17" fmla="*/ 438648 h 874716"/>
              <a:gd name="connsiteX18" fmla="*/ 5685283 w 6857455"/>
              <a:gd name="connsiteY18" fmla="*/ 498658 h 874716"/>
              <a:gd name="connsiteX19" fmla="*/ 5567169 w 6857455"/>
              <a:gd name="connsiteY19" fmla="*/ 499420 h 874716"/>
              <a:gd name="connsiteX20" fmla="*/ 5527923 w 6857455"/>
              <a:gd name="connsiteY20" fmla="*/ 490466 h 874716"/>
              <a:gd name="connsiteX21" fmla="*/ 5456292 w 6857455"/>
              <a:gd name="connsiteY21" fmla="*/ 450650 h 874716"/>
              <a:gd name="connsiteX22" fmla="*/ 5424670 w 6857455"/>
              <a:gd name="connsiteY22" fmla="*/ 444934 h 874716"/>
              <a:gd name="connsiteX23" fmla="*/ 5368662 w 6857455"/>
              <a:gd name="connsiteY23" fmla="*/ 441124 h 874716"/>
              <a:gd name="connsiteX24" fmla="*/ 5247118 w 6857455"/>
              <a:gd name="connsiteY24" fmla="*/ 444934 h 874716"/>
              <a:gd name="connsiteX25" fmla="*/ 5088617 w 6857455"/>
              <a:gd name="connsiteY25" fmla="*/ 428742 h 874716"/>
              <a:gd name="connsiteX26" fmla="*/ 5025750 w 6857455"/>
              <a:gd name="connsiteY26" fmla="*/ 433694 h 874716"/>
              <a:gd name="connsiteX27" fmla="*/ 4957930 w 6857455"/>
              <a:gd name="connsiteY27" fmla="*/ 442268 h 874716"/>
              <a:gd name="connsiteX28" fmla="*/ 4938116 w 6857455"/>
              <a:gd name="connsiteY28" fmla="*/ 441886 h 874716"/>
              <a:gd name="connsiteX29" fmla="*/ 4833910 w 6857455"/>
              <a:gd name="connsiteY29" fmla="*/ 421693 h 874716"/>
              <a:gd name="connsiteX30" fmla="*/ 4810095 w 6857455"/>
              <a:gd name="connsiteY30" fmla="*/ 408167 h 874716"/>
              <a:gd name="connsiteX31" fmla="*/ 4747991 w 6857455"/>
              <a:gd name="connsiteY31" fmla="*/ 413691 h 874716"/>
              <a:gd name="connsiteX32" fmla="*/ 4692745 w 6857455"/>
              <a:gd name="connsiteY32" fmla="*/ 435790 h 874716"/>
              <a:gd name="connsiteX33" fmla="*/ 4375933 w 6857455"/>
              <a:gd name="connsiteY33" fmla="*/ 483417 h 874716"/>
              <a:gd name="connsiteX34" fmla="*/ 4185426 w 6857455"/>
              <a:gd name="connsiteY34" fmla="*/ 484179 h 874716"/>
              <a:gd name="connsiteX35" fmla="*/ 4052072 w 6857455"/>
              <a:gd name="connsiteY35" fmla="*/ 505134 h 874716"/>
              <a:gd name="connsiteX36" fmla="*/ 4029973 w 6857455"/>
              <a:gd name="connsiteY36" fmla="*/ 527233 h 874716"/>
              <a:gd name="connsiteX37" fmla="*/ 3948626 w 6857455"/>
              <a:gd name="connsiteY37" fmla="*/ 550666 h 874716"/>
              <a:gd name="connsiteX38" fmla="*/ 3871280 w 6857455"/>
              <a:gd name="connsiteY38" fmla="*/ 502275 h 874716"/>
              <a:gd name="connsiteX39" fmla="*/ 3774312 w 6857455"/>
              <a:gd name="connsiteY39" fmla="*/ 429122 h 874716"/>
              <a:gd name="connsiteX40" fmla="*/ 3721543 w 6857455"/>
              <a:gd name="connsiteY40" fmla="*/ 428552 h 874716"/>
              <a:gd name="connsiteX41" fmla="*/ 3612763 w 6857455"/>
              <a:gd name="connsiteY41" fmla="*/ 414263 h 874716"/>
              <a:gd name="connsiteX42" fmla="*/ 3537323 w 6857455"/>
              <a:gd name="connsiteY42" fmla="*/ 389878 h 874716"/>
              <a:gd name="connsiteX43" fmla="*/ 3431593 w 6857455"/>
              <a:gd name="connsiteY43" fmla="*/ 360921 h 874716"/>
              <a:gd name="connsiteX44" fmla="*/ 3392158 w 6857455"/>
              <a:gd name="connsiteY44" fmla="*/ 345681 h 874716"/>
              <a:gd name="connsiteX45" fmla="*/ 3297856 w 6857455"/>
              <a:gd name="connsiteY45" fmla="*/ 323010 h 874716"/>
              <a:gd name="connsiteX46" fmla="*/ 3219748 w 6857455"/>
              <a:gd name="connsiteY46" fmla="*/ 308151 h 874716"/>
              <a:gd name="connsiteX47" fmla="*/ 3156692 w 6857455"/>
              <a:gd name="connsiteY47" fmla="*/ 261668 h 874716"/>
              <a:gd name="connsiteX48" fmla="*/ 3136497 w 6857455"/>
              <a:gd name="connsiteY48" fmla="*/ 237663 h 874716"/>
              <a:gd name="connsiteX49" fmla="*/ 3119733 w 6857455"/>
              <a:gd name="connsiteY49" fmla="*/ 222233 h 874716"/>
              <a:gd name="connsiteX50" fmla="*/ 3045436 w 6857455"/>
              <a:gd name="connsiteY50" fmla="*/ 131742 h 874716"/>
              <a:gd name="connsiteX51" fmla="*/ 3037054 w 6857455"/>
              <a:gd name="connsiteY51" fmla="*/ 124121 h 874716"/>
              <a:gd name="connsiteX52" fmla="*/ 2936466 w 6857455"/>
              <a:gd name="connsiteY52" fmla="*/ 82400 h 874716"/>
              <a:gd name="connsiteX53" fmla="*/ 2901031 w 6857455"/>
              <a:gd name="connsiteY53" fmla="*/ 59731 h 874716"/>
              <a:gd name="connsiteX54" fmla="*/ 2828259 w 6857455"/>
              <a:gd name="connsiteY54" fmla="*/ 3149 h 874716"/>
              <a:gd name="connsiteX55" fmla="*/ 2799492 w 6857455"/>
              <a:gd name="connsiteY55" fmla="*/ 1245 h 874716"/>
              <a:gd name="connsiteX56" fmla="*/ 2693570 w 6857455"/>
              <a:gd name="connsiteY56" fmla="*/ 35154 h 874716"/>
              <a:gd name="connsiteX57" fmla="*/ 2639847 w 6857455"/>
              <a:gd name="connsiteY57" fmla="*/ 73448 h 874716"/>
              <a:gd name="connsiteX58" fmla="*/ 2621178 w 6857455"/>
              <a:gd name="connsiteY58" fmla="*/ 88688 h 874716"/>
              <a:gd name="connsiteX59" fmla="*/ 2489348 w 6857455"/>
              <a:gd name="connsiteY59" fmla="*/ 72304 h 874716"/>
              <a:gd name="connsiteX60" fmla="*/ 2452580 w 6857455"/>
              <a:gd name="connsiteY60" fmla="*/ 68683 h 874716"/>
              <a:gd name="connsiteX61" fmla="*/ 2326464 w 6857455"/>
              <a:gd name="connsiteY61" fmla="*/ 50395 h 874716"/>
              <a:gd name="connsiteX62" fmla="*/ 2300365 w 6857455"/>
              <a:gd name="connsiteY62" fmla="*/ 54777 h 874716"/>
              <a:gd name="connsiteX63" fmla="*/ 2130434 w 6857455"/>
              <a:gd name="connsiteY63" fmla="*/ 58397 h 874716"/>
              <a:gd name="connsiteX64" fmla="*/ 2118621 w 6857455"/>
              <a:gd name="connsiteY64" fmla="*/ 47919 h 874716"/>
              <a:gd name="connsiteX65" fmla="*/ 2057659 w 6857455"/>
              <a:gd name="connsiteY65" fmla="*/ 16866 h 874716"/>
              <a:gd name="connsiteX66" fmla="*/ 1976314 w 6857455"/>
              <a:gd name="connsiteY66" fmla="*/ 8865 h 874716"/>
              <a:gd name="connsiteX67" fmla="*/ 1961454 w 6857455"/>
              <a:gd name="connsiteY67" fmla="*/ 11724 h 874716"/>
              <a:gd name="connsiteX68" fmla="*/ 1906588 w 6857455"/>
              <a:gd name="connsiteY68" fmla="*/ 30964 h 874716"/>
              <a:gd name="connsiteX69" fmla="*/ 1783330 w 6857455"/>
              <a:gd name="connsiteY69" fmla="*/ 48871 h 874716"/>
              <a:gd name="connsiteX70" fmla="*/ 1759327 w 6857455"/>
              <a:gd name="connsiteY70" fmla="*/ 55349 h 874716"/>
              <a:gd name="connsiteX71" fmla="*/ 1716082 w 6857455"/>
              <a:gd name="connsiteY71" fmla="*/ 65445 h 874716"/>
              <a:gd name="connsiteX72" fmla="*/ 1598920 w 6857455"/>
              <a:gd name="connsiteY72" fmla="*/ 72114 h 874716"/>
              <a:gd name="connsiteX73" fmla="*/ 1542150 w 6857455"/>
              <a:gd name="connsiteY73" fmla="*/ 62207 h 874716"/>
              <a:gd name="connsiteX74" fmla="*/ 1516813 w 6857455"/>
              <a:gd name="connsiteY74" fmla="*/ 62779 h 874716"/>
              <a:gd name="connsiteX75" fmla="*/ 1432228 w 6857455"/>
              <a:gd name="connsiteY75" fmla="*/ 88116 h 874716"/>
              <a:gd name="connsiteX76" fmla="*/ 1224765 w 6857455"/>
              <a:gd name="connsiteY76" fmla="*/ 71924 h 874716"/>
              <a:gd name="connsiteX77" fmla="*/ 1159231 w 6857455"/>
              <a:gd name="connsiteY77" fmla="*/ 58207 h 874716"/>
              <a:gd name="connsiteX78" fmla="*/ 1124370 w 6857455"/>
              <a:gd name="connsiteY78" fmla="*/ 56301 h 874716"/>
              <a:gd name="connsiteX79" fmla="*/ 1075600 w 6857455"/>
              <a:gd name="connsiteY79" fmla="*/ 75542 h 874716"/>
              <a:gd name="connsiteX80" fmla="*/ 986633 w 6857455"/>
              <a:gd name="connsiteY80" fmla="*/ 79162 h 874716"/>
              <a:gd name="connsiteX81" fmla="*/ 861089 w 6857455"/>
              <a:gd name="connsiteY81" fmla="*/ 76304 h 874716"/>
              <a:gd name="connsiteX82" fmla="*/ 759168 w 6857455"/>
              <a:gd name="connsiteY82" fmla="*/ 104689 h 874716"/>
              <a:gd name="connsiteX83" fmla="*/ 723735 w 6857455"/>
              <a:gd name="connsiteY83" fmla="*/ 140696 h 874716"/>
              <a:gd name="connsiteX84" fmla="*/ 647532 w 6857455"/>
              <a:gd name="connsiteY84" fmla="*/ 147934 h 874716"/>
              <a:gd name="connsiteX85" fmla="*/ 552659 w 6857455"/>
              <a:gd name="connsiteY85" fmla="*/ 95926 h 874716"/>
              <a:gd name="connsiteX86" fmla="*/ 541800 w 6857455"/>
              <a:gd name="connsiteY86" fmla="*/ 97640 h 874716"/>
              <a:gd name="connsiteX87" fmla="*/ 375107 w 6857455"/>
              <a:gd name="connsiteY87" fmla="*/ 123169 h 874716"/>
              <a:gd name="connsiteX88" fmla="*/ 273567 w 6857455"/>
              <a:gd name="connsiteY88" fmla="*/ 145458 h 874716"/>
              <a:gd name="connsiteX89" fmla="*/ 264043 w 6857455"/>
              <a:gd name="connsiteY89" fmla="*/ 154792 h 874716"/>
              <a:gd name="connsiteX90" fmla="*/ 169360 w 6857455"/>
              <a:gd name="connsiteY90" fmla="*/ 177273 h 874716"/>
              <a:gd name="connsiteX91" fmla="*/ 89347 w 6857455"/>
              <a:gd name="connsiteY91" fmla="*/ 157460 h 874716"/>
              <a:gd name="connsiteX92" fmla="*/ 34291 w 6857455"/>
              <a:gd name="connsiteY92" fmla="*/ 145268 h 874716"/>
              <a:gd name="connsiteX93" fmla="*/ 0 w 6857455"/>
              <a:gd name="connsiteY93" fmla="*/ 142056 h 874716"/>
              <a:gd name="connsiteX94" fmla="*/ 0 w 6857455"/>
              <a:gd name="connsiteY94" fmla="*/ 849556 h 874716"/>
              <a:gd name="connsiteX95" fmla="*/ 60652 w 6857455"/>
              <a:gd name="connsiteY95" fmla="*/ 844783 h 874716"/>
              <a:gd name="connsiteX96" fmla="*/ 119068 w 6857455"/>
              <a:gd name="connsiteY96" fmla="*/ 827281 h 874716"/>
              <a:gd name="connsiteX97" fmla="*/ 171840 w 6857455"/>
              <a:gd name="connsiteY97" fmla="*/ 804420 h 874716"/>
              <a:gd name="connsiteX98" fmla="*/ 274329 w 6857455"/>
              <a:gd name="connsiteY98" fmla="*/ 794324 h 874716"/>
              <a:gd name="connsiteX99" fmla="*/ 306715 w 6857455"/>
              <a:gd name="connsiteY99" fmla="*/ 788798 h 874716"/>
              <a:gd name="connsiteX100" fmla="*/ 393967 w 6857455"/>
              <a:gd name="connsiteY100" fmla="*/ 765937 h 874716"/>
              <a:gd name="connsiteX101" fmla="*/ 493793 w 6857455"/>
              <a:gd name="connsiteY101" fmla="*/ 725549 h 874716"/>
              <a:gd name="connsiteX102" fmla="*/ 546373 w 6857455"/>
              <a:gd name="connsiteY102" fmla="*/ 740600 h 874716"/>
              <a:gd name="connsiteX103" fmla="*/ 730211 w 6857455"/>
              <a:gd name="connsiteY103" fmla="*/ 698116 h 874716"/>
              <a:gd name="connsiteX104" fmla="*/ 784889 w 6857455"/>
              <a:gd name="connsiteY104" fmla="*/ 676018 h 874716"/>
              <a:gd name="connsiteX105" fmla="*/ 800509 w 6857455"/>
              <a:gd name="connsiteY105" fmla="*/ 661349 h 874716"/>
              <a:gd name="connsiteX106" fmla="*/ 857661 w 6857455"/>
              <a:gd name="connsiteY106" fmla="*/ 626868 h 874716"/>
              <a:gd name="connsiteX107" fmla="*/ 949102 w 6857455"/>
              <a:gd name="connsiteY107" fmla="*/ 614676 h 874716"/>
              <a:gd name="connsiteX108" fmla="*/ 960342 w 6857455"/>
              <a:gd name="connsiteY108" fmla="*/ 607435 h 874716"/>
              <a:gd name="connsiteX109" fmla="*/ 977109 w 6857455"/>
              <a:gd name="connsiteY109" fmla="*/ 595815 h 874716"/>
              <a:gd name="connsiteX110" fmla="*/ 1071218 w 6857455"/>
              <a:gd name="connsiteY110" fmla="*/ 575240 h 874716"/>
              <a:gd name="connsiteX111" fmla="*/ 1091983 w 6857455"/>
              <a:gd name="connsiteY111" fmla="*/ 568764 h 874716"/>
              <a:gd name="connsiteX112" fmla="*/ 1109321 w 6857455"/>
              <a:gd name="connsiteY112" fmla="*/ 557904 h 874716"/>
              <a:gd name="connsiteX113" fmla="*/ 1162279 w 6857455"/>
              <a:gd name="connsiteY113" fmla="*/ 532949 h 874716"/>
              <a:gd name="connsiteX114" fmla="*/ 1206097 w 6857455"/>
              <a:gd name="connsiteY114" fmla="*/ 532187 h 874716"/>
              <a:gd name="connsiteX115" fmla="*/ 1266867 w 6857455"/>
              <a:gd name="connsiteY115" fmla="*/ 518088 h 874716"/>
              <a:gd name="connsiteX116" fmla="*/ 1380219 w 6857455"/>
              <a:gd name="connsiteY116" fmla="*/ 504182 h 874716"/>
              <a:gd name="connsiteX117" fmla="*/ 1403461 w 6857455"/>
              <a:gd name="connsiteY117" fmla="*/ 496180 h 874716"/>
              <a:gd name="connsiteX118" fmla="*/ 1544054 w 6857455"/>
              <a:gd name="connsiteY118" fmla="*/ 458268 h 874716"/>
              <a:gd name="connsiteX119" fmla="*/ 1656644 w 6857455"/>
              <a:gd name="connsiteY119" fmla="*/ 459032 h 874716"/>
              <a:gd name="connsiteX120" fmla="*/ 1665406 w 6857455"/>
              <a:gd name="connsiteY120" fmla="*/ 460747 h 874716"/>
              <a:gd name="connsiteX121" fmla="*/ 1708461 w 6857455"/>
              <a:gd name="connsiteY121" fmla="*/ 473318 h 874716"/>
              <a:gd name="connsiteX122" fmla="*/ 1775140 w 6857455"/>
              <a:gd name="connsiteY122" fmla="*/ 469891 h 874716"/>
              <a:gd name="connsiteX123" fmla="*/ 1821051 w 6857455"/>
              <a:gd name="connsiteY123" fmla="*/ 452554 h 874716"/>
              <a:gd name="connsiteX124" fmla="*/ 1878203 w 6857455"/>
              <a:gd name="connsiteY124" fmla="*/ 451792 h 874716"/>
              <a:gd name="connsiteX125" fmla="*/ 1943547 w 6857455"/>
              <a:gd name="connsiteY125" fmla="*/ 462651 h 874716"/>
              <a:gd name="connsiteX126" fmla="*/ 1972884 w 6857455"/>
              <a:gd name="connsiteY126" fmla="*/ 464937 h 874716"/>
              <a:gd name="connsiteX127" fmla="*/ 2053469 w 6857455"/>
              <a:gd name="connsiteY127" fmla="*/ 487417 h 874716"/>
              <a:gd name="connsiteX128" fmla="*/ 2101477 w 6857455"/>
              <a:gd name="connsiteY128" fmla="*/ 481893 h 874716"/>
              <a:gd name="connsiteX129" fmla="*/ 2148722 w 6857455"/>
              <a:gd name="connsiteY129" fmla="*/ 467033 h 874716"/>
              <a:gd name="connsiteX130" fmla="*/ 2179011 w 6857455"/>
              <a:gd name="connsiteY130" fmla="*/ 452744 h 874716"/>
              <a:gd name="connsiteX131" fmla="*/ 2240165 w 6857455"/>
              <a:gd name="connsiteY131" fmla="*/ 442648 h 874716"/>
              <a:gd name="connsiteX132" fmla="*/ 2251404 w 6857455"/>
              <a:gd name="connsiteY132" fmla="*/ 444172 h 874716"/>
              <a:gd name="connsiteX133" fmla="*/ 2433912 w 6857455"/>
              <a:gd name="connsiteY133" fmla="*/ 456746 h 874716"/>
              <a:gd name="connsiteX134" fmla="*/ 2506302 w 6857455"/>
              <a:gd name="connsiteY134" fmla="*/ 476939 h 874716"/>
              <a:gd name="connsiteX135" fmla="*/ 2521735 w 6857455"/>
              <a:gd name="connsiteY135" fmla="*/ 479415 h 874716"/>
              <a:gd name="connsiteX136" fmla="*/ 2675854 w 6857455"/>
              <a:gd name="connsiteY136" fmla="*/ 502086 h 874716"/>
              <a:gd name="connsiteX137" fmla="*/ 2692998 w 6857455"/>
              <a:gd name="connsiteY137" fmla="*/ 503038 h 874716"/>
              <a:gd name="connsiteX138" fmla="*/ 2740816 w 6857455"/>
              <a:gd name="connsiteY138" fmla="*/ 499037 h 874716"/>
              <a:gd name="connsiteX139" fmla="*/ 2853596 w 6857455"/>
              <a:gd name="connsiteY139" fmla="*/ 540187 h 874716"/>
              <a:gd name="connsiteX140" fmla="*/ 2966565 w 6857455"/>
              <a:gd name="connsiteY140" fmla="*/ 554286 h 874716"/>
              <a:gd name="connsiteX141" fmla="*/ 3028671 w 6857455"/>
              <a:gd name="connsiteY141" fmla="*/ 554094 h 874716"/>
              <a:gd name="connsiteX142" fmla="*/ 3073059 w 6857455"/>
              <a:gd name="connsiteY142" fmla="*/ 564192 h 874716"/>
              <a:gd name="connsiteX143" fmla="*/ 3182219 w 6857455"/>
              <a:gd name="connsiteY143" fmla="*/ 594862 h 874716"/>
              <a:gd name="connsiteX144" fmla="*/ 3233656 w 6857455"/>
              <a:gd name="connsiteY144" fmla="*/ 599625 h 874716"/>
              <a:gd name="connsiteX145" fmla="*/ 3288332 w 6857455"/>
              <a:gd name="connsiteY145" fmla="*/ 609914 h 874716"/>
              <a:gd name="connsiteX146" fmla="*/ 3423591 w 6857455"/>
              <a:gd name="connsiteY146" fmla="*/ 656015 h 874716"/>
              <a:gd name="connsiteX147" fmla="*/ 3534084 w 6857455"/>
              <a:gd name="connsiteY147" fmla="*/ 653349 h 874716"/>
              <a:gd name="connsiteX148" fmla="*/ 3604571 w 6857455"/>
              <a:gd name="connsiteY148" fmla="*/ 653918 h 874716"/>
              <a:gd name="connsiteX149" fmla="*/ 3688586 w 6857455"/>
              <a:gd name="connsiteY149" fmla="*/ 669160 h 874716"/>
              <a:gd name="connsiteX150" fmla="*/ 3757358 w 6857455"/>
              <a:gd name="connsiteY150" fmla="*/ 691450 h 874716"/>
              <a:gd name="connsiteX151" fmla="*/ 3852421 w 6857455"/>
              <a:gd name="connsiteY151" fmla="*/ 709167 h 874716"/>
              <a:gd name="connsiteX152" fmla="*/ 3947104 w 6857455"/>
              <a:gd name="connsiteY152" fmla="*/ 743267 h 874716"/>
              <a:gd name="connsiteX153" fmla="*/ 4013208 w 6857455"/>
              <a:gd name="connsiteY153" fmla="*/ 769367 h 874716"/>
              <a:gd name="connsiteX154" fmla="*/ 4105222 w 6857455"/>
              <a:gd name="connsiteY154" fmla="*/ 792417 h 874716"/>
              <a:gd name="connsiteX155" fmla="*/ 4246006 w 6857455"/>
              <a:gd name="connsiteY155" fmla="*/ 808610 h 874716"/>
              <a:gd name="connsiteX156" fmla="*/ 4310779 w 6857455"/>
              <a:gd name="connsiteY156" fmla="*/ 810326 h 874716"/>
              <a:gd name="connsiteX157" fmla="*/ 4413272 w 6857455"/>
              <a:gd name="connsiteY157" fmla="*/ 848235 h 874716"/>
              <a:gd name="connsiteX158" fmla="*/ 4457087 w 6857455"/>
              <a:gd name="connsiteY158" fmla="*/ 866524 h 874716"/>
              <a:gd name="connsiteX159" fmla="*/ 4496523 w 6857455"/>
              <a:gd name="connsiteY159" fmla="*/ 851284 h 874716"/>
              <a:gd name="connsiteX160" fmla="*/ 4522050 w 6857455"/>
              <a:gd name="connsiteY160" fmla="*/ 833757 h 874716"/>
              <a:gd name="connsiteX161" fmla="*/ 4602824 w 6857455"/>
              <a:gd name="connsiteY161" fmla="*/ 848618 h 874716"/>
              <a:gd name="connsiteX162" fmla="*/ 4688553 w 6857455"/>
              <a:gd name="connsiteY162" fmla="*/ 864238 h 874716"/>
              <a:gd name="connsiteX163" fmla="*/ 4749895 w 6857455"/>
              <a:gd name="connsiteY163" fmla="*/ 874716 h 874716"/>
              <a:gd name="connsiteX164" fmla="*/ 4826480 w 6857455"/>
              <a:gd name="connsiteY164" fmla="*/ 866334 h 874716"/>
              <a:gd name="connsiteX165" fmla="*/ 4886870 w 6857455"/>
              <a:gd name="connsiteY165" fmla="*/ 862906 h 874716"/>
              <a:gd name="connsiteX166" fmla="*/ 4935639 w 6857455"/>
              <a:gd name="connsiteY166" fmla="*/ 853190 h 874716"/>
              <a:gd name="connsiteX167" fmla="*/ 4952784 w 6857455"/>
              <a:gd name="connsiteY167" fmla="*/ 847473 h 874716"/>
              <a:gd name="connsiteX168" fmla="*/ 5088617 w 6857455"/>
              <a:gd name="connsiteY168" fmla="*/ 802896 h 874716"/>
              <a:gd name="connsiteX169" fmla="*/ 5233781 w 6857455"/>
              <a:gd name="connsiteY169" fmla="*/ 767271 h 874716"/>
              <a:gd name="connsiteX170" fmla="*/ 5327893 w 6857455"/>
              <a:gd name="connsiteY170" fmla="*/ 789752 h 874716"/>
              <a:gd name="connsiteX171" fmla="*/ 5362946 w 6857455"/>
              <a:gd name="connsiteY171" fmla="*/ 789370 h 874716"/>
              <a:gd name="connsiteX172" fmla="*/ 5524115 w 6857455"/>
              <a:gd name="connsiteY172" fmla="*/ 794514 h 874716"/>
              <a:gd name="connsiteX173" fmla="*/ 5552500 w 6857455"/>
              <a:gd name="connsiteY173" fmla="*/ 800038 h 874716"/>
              <a:gd name="connsiteX174" fmla="*/ 5705857 w 6857455"/>
              <a:gd name="connsiteY174" fmla="*/ 777367 h 874716"/>
              <a:gd name="connsiteX175" fmla="*/ 5761485 w 6857455"/>
              <a:gd name="connsiteY175" fmla="*/ 773557 h 874716"/>
              <a:gd name="connsiteX176" fmla="*/ 5812731 w 6857455"/>
              <a:gd name="connsiteY176" fmla="*/ 767271 h 874716"/>
              <a:gd name="connsiteX177" fmla="*/ 5884361 w 6857455"/>
              <a:gd name="connsiteY177" fmla="*/ 765747 h 874716"/>
              <a:gd name="connsiteX178" fmla="*/ 5958660 w 6857455"/>
              <a:gd name="connsiteY178" fmla="*/ 768605 h 874716"/>
              <a:gd name="connsiteX179" fmla="*/ 6041528 w 6857455"/>
              <a:gd name="connsiteY179" fmla="*/ 768033 h 874716"/>
              <a:gd name="connsiteX180" fmla="*/ 6074297 w 6857455"/>
              <a:gd name="connsiteY180" fmla="*/ 763081 h 874716"/>
              <a:gd name="connsiteX181" fmla="*/ 6162880 w 6857455"/>
              <a:gd name="connsiteY181" fmla="*/ 766509 h 874716"/>
              <a:gd name="connsiteX182" fmla="*/ 6209364 w 6857455"/>
              <a:gd name="connsiteY182" fmla="*/ 760795 h 874716"/>
              <a:gd name="connsiteX183" fmla="*/ 6285948 w 6857455"/>
              <a:gd name="connsiteY183" fmla="*/ 759651 h 874716"/>
              <a:gd name="connsiteX184" fmla="*/ 6310905 w 6857455"/>
              <a:gd name="connsiteY184" fmla="*/ 758316 h 874716"/>
              <a:gd name="connsiteX185" fmla="*/ 6333194 w 6857455"/>
              <a:gd name="connsiteY185" fmla="*/ 757554 h 874716"/>
              <a:gd name="connsiteX186" fmla="*/ 6409586 w 6857455"/>
              <a:gd name="connsiteY186" fmla="*/ 773177 h 874716"/>
              <a:gd name="connsiteX187" fmla="*/ 6477407 w 6857455"/>
              <a:gd name="connsiteY187" fmla="*/ 774129 h 874716"/>
              <a:gd name="connsiteX188" fmla="*/ 6596283 w 6857455"/>
              <a:gd name="connsiteY188" fmla="*/ 786703 h 874716"/>
              <a:gd name="connsiteX189" fmla="*/ 6622573 w 6857455"/>
              <a:gd name="connsiteY189" fmla="*/ 782321 h 874716"/>
              <a:gd name="connsiteX190" fmla="*/ 6704872 w 6857455"/>
              <a:gd name="connsiteY190" fmla="*/ 780607 h 874716"/>
              <a:gd name="connsiteX191" fmla="*/ 6751738 w 6857455"/>
              <a:gd name="connsiteY191" fmla="*/ 779273 h 874716"/>
              <a:gd name="connsiteX192" fmla="*/ 6809650 w 6857455"/>
              <a:gd name="connsiteY192" fmla="*/ 788417 h 874716"/>
              <a:gd name="connsiteX193" fmla="*/ 6832976 w 6857455"/>
              <a:gd name="connsiteY193" fmla="*/ 800428 h 87471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Lst>
            <a:rect l="l" t="t" r="r" b="b"/>
            <a:pathLst>
              <a:path w="6857455" h="874716">
                <a:moveTo>
                  <a:pt x="6857455" y="804643"/>
                </a:moveTo>
                <a:lnTo>
                  <a:pt x="6857455" y="562246"/>
                </a:lnTo>
                <a:lnTo>
                  <a:pt x="6829178" y="551284"/>
                </a:lnTo>
                <a:cubicBezTo>
                  <a:pt x="6805745" y="539044"/>
                  <a:pt x="6784885" y="521708"/>
                  <a:pt x="6766024" y="500372"/>
                </a:cubicBezTo>
                <a:cubicBezTo>
                  <a:pt x="6755166" y="488179"/>
                  <a:pt x="6746784" y="486845"/>
                  <a:pt x="6734971" y="500944"/>
                </a:cubicBezTo>
                <a:cubicBezTo>
                  <a:pt x="6721257" y="517326"/>
                  <a:pt x="6701634" y="510850"/>
                  <a:pt x="6683915" y="507040"/>
                </a:cubicBezTo>
                <a:cubicBezTo>
                  <a:pt x="6665629" y="503230"/>
                  <a:pt x="6647148" y="499228"/>
                  <a:pt x="6628860" y="495418"/>
                </a:cubicBezTo>
                <a:cubicBezTo>
                  <a:pt x="6615335" y="492752"/>
                  <a:pt x="6601999" y="490466"/>
                  <a:pt x="6588662" y="487227"/>
                </a:cubicBezTo>
                <a:cubicBezTo>
                  <a:pt x="6547133" y="477129"/>
                  <a:pt x="6509794" y="480177"/>
                  <a:pt x="6476074" y="511230"/>
                </a:cubicBezTo>
                <a:cubicBezTo>
                  <a:pt x="6450356" y="535043"/>
                  <a:pt x="6417399" y="542093"/>
                  <a:pt x="6382345" y="534853"/>
                </a:cubicBezTo>
                <a:cubicBezTo>
                  <a:pt x="6377963" y="533901"/>
                  <a:pt x="6372439" y="530091"/>
                  <a:pt x="6369391" y="531615"/>
                </a:cubicBezTo>
                <a:cubicBezTo>
                  <a:pt x="6323479" y="553904"/>
                  <a:pt x="6287092" y="514658"/>
                  <a:pt x="6244799" y="512182"/>
                </a:cubicBezTo>
                <a:cubicBezTo>
                  <a:pt x="6226130" y="511040"/>
                  <a:pt x="6207079" y="496942"/>
                  <a:pt x="6190315" y="485703"/>
                </a:cubicBezTo>
                <a:cubicBezTo>
                  <a:pt x="6167262" y="470271"/>
                  <a:pt x="6146687" y="455412"/>
                  <a:pt x="6115446" y="462270"/>
                </a:cubicBezTo>
                <a:cubicBezTo>
                  <a:pt x="6084203" y="469319"/>
                  <a:pt x="6055627" y="456364"/>
                  <a:pt x="6032194" y="434266"/>
                </a:cubicBezTo>
                <a:cubicBezTo>
                  <a:pt x="6014287" y="417501"/>
                  <a:pt x="5994665" y="415977"/>
                  <a:pt x="5971042" y="420738"/>
                </a:cubicBezTo>
                <a:cubicBezTo>
                  <a:pt x="5941513" y="426645"/>
                  <a:pt x="5910842" y="427027"/>
                  <a:pt x="5880933" y="430646"/>
                </a:cubicBezTo>
                <a:cubicBezTo>
                  <a:pt x="5874454" y="431408"/>
                  <a:pt x="5866265" y="434076"/>
                  <a:pt x="5862452" y="438648"/>
                </a:cubicBezTo>
                <a:cubicBezTo>
                  <a:pt x="5815779" y="495418"/>
                  <a:pt x="5750055" y="495990"/>
                  <a:pt x="5685283" y="498658"/>
                </a:cubicBezTo>
                <a:cubicBezTo>
                  <a:pt x="5646039" y="500372"/>
                  <a:pt x="5606604" y="500372"/>
                  <a:pt x="5567169" y="499420"/>
                </a:cubicBezTo>
                <a:cubicBezTo>
                  <a:pt x="5553832" y="499228"/>
                  <a:pt x="5539736" y="496180"/>
                  <a:pt x="5527923" y="490466"/>
                </a:cubicBezTo>
                <a:cubicBezTo>
                  <a:pt x="5503348" y="478463"/>
                  <a:pt x="5480680" y="462843"/>
                  <a:pt x="5456292" y="450650"/>
                </a:cubicBezTo>
                <a:cubicBezTo>
                  <a:pt x="5447151" y="445886"/>
                  <a:pt x="5435338" y="445696"/>
                  <a:pt x="5424670" y="444934"/>
                </a:cubicBezTo>
                <a:cubicBezTo>
                  <a:pt x="5405809" y="443410"/>
                  <a:pt x="5384854" y="447982"/>
                  <a:pt x="5368662" y="441124"/>
                </a:cubicBezTo>
                <a:cubicBezTo>
                  <a:pt x="5326559" y="423407"/>
                  <a:pt x="5287123" y="427407"/>
                  <a:pt x="5247118" y="444934"/>
                </a:cubicBezTo>
                <a:cubicBezTo>
                  <a:pt x="5191108" y="469509"/>
                  <a:pt x="5138148" y="467605"/>
                  <a:pt x="5088617" y="428742"/>
                </a:cubicBezTo>
                <a:cubicBezTo>
                  <a:pt x="5066328" y="411215"/>
                  <a:pt x="5044609" y="419596"/>
                  <a:pt x="5025750" y="433694"/>
                </a:cubicBezTo>
                <a:cubicBezTo>
                  <a:pt x="5004032" y="450078"/>
                  <a:pt x="4982885" y="454268"/>
                  <a:pt x="4957930" y="442268"/>
                </a:cubicBezTo>
                <a:cubicBezTo>
                  <a:pt x="4952404" y="439600"/>
                  <a:pt x="4944594" y="440933"/>
                  <a:pt x="4938116" y="441886"/>
                </a:cubicBezTo>
                <a:cubicBezTo>
                  <a:pt x="4901158" y="446648"/>
                  <a:pt x="4864009" y="454650"/>
                  <a:pt x="4833910" y="421693"/>
                </a:cubicBezTo>
                <a:cubicBezTo>
                  <a:pt x="4828004" y="415214"/>
                  <a:pt x="4818097" y="412549"/>
                  <a:pt x="4810095" y="408167"/>
                </a:cubicBezTo>
                <a:cubicBezTo>
                  <a:pt x="4776566" y="390258"/>
                  <a:pt x="4777900" y="391974"/>
                  <a:pt x="4747991" y="413691"/>
                </a:cubicBezTo>
                <a:cubicBezTo>
                  <a:pt x="4732369" y="425121"/>
                  <a:pt x="4710842" y="436742"/>
                  <a:pt x="4692745" y="435790"/>
                </a:cubicBezTo>
                <a:cubicBezTo>
                  <a:pt x="4583584" y="430075"/>
                  <a:pt x="4479758" y="457508"/>
                  <a:pt x="4375933" y="483417"/>
                </a:cubicBezTo>
                <a:cubicBezTo>
                  <a:pt x="4311923" y="499420"/>
                  <a:pt x="4249436" y="500372"/>
                  <a:pt x="4185426" y="484179"/>
                </a:cubicBezTo>
                <a:cubicBezTo>
                  <a:pt x="4139133" y="472367"/>
                  <a:pt x="4095315" y="491800"/>
                  <a:pt x="4052072" y="505134"/>
                </a:cubicBezTo>
                <a:cubicBezTo>
                  <a:pt x="4043117" y="507799"/>
                  <a:pt x="4034735" y="518278"/>
                  <a:pt x="4029973" y="527233"/>
                </a:cubicBezTo>
                <a:cubicBezTo>
                  <a:pt x="4012826" y="558858"/>
                  <a:pt x="3984441" y="563810"/>
                  <a:pt x="3948626" y="550666"/>
                </a:cubicBezTo>
                <a:cubicBezTo>
                  <a:pt x="3920241" y="540377"/>
                  <a:pt x="3894332" y="526661"/>
                  <a:pt x="3871280" y="502275"/>
                </a:cubicBezTo>
                <a:cubicBezTo>
                  <a:pt x="3844229" y="473701"/>
                  <a:pt x="3816224" y="441124"/>
                  <a:pt x="3774312" y="429122"/>
                </a:cubicBezTo>
                <a:cubicBezTo>
                  <a:pt x="3756214" y="423979"/>
                  <a:pt x="3740593" y="423217"/>
                  <a:pt x="3721543" y="428552"/>
                </a:cubicBezTo>
                <a:cubicBezTo>
                  <a:pt x="3684583" y="438837"/>
                  <a:pt x="3647436" y="446078"/>
                  <a:pt x="3612763" y="414263"/>
                </a:cubicBezTo>
                <a:cubicBezTo>
                  <a:pt x="3593712" y="396736"/>
                  <a:pt x="3567994" y="385496"/>
                  <a:pt x="3537323" y="389878"/>
                </a:cubicBezTo>
                <a:cubicBezTo>
                  <a:pt x="3499031" y="395402"/>
                  <a:pt x="3464168" y="381496"/>
                  <a:pt x="3431593" y="360921"/>
                </a:cubicBezTo>
                <a:cubicBezTo>
                  <a:pt x="3419971" y="353491"/>
                  <a:pt x="3405682" y="349301"/>
                  <a:pt x="3392158" y="345681"/>
                </a:cubicBezTo>
                <a:cubicBezTo>
                  <a:pt x="3360915" y="337298"/>
                  <a:pt x="3329480" y="329868"/>
                  <a:pt x="3297856" y="323010"/>
                </a:cubicBezTo>
                <a:cubicBezTo>
                  <a:pt x="3271948" y="317296"/>
                  <a:pt x="3245849" y="313104"/>
                  <a:pt x="3219748" y="308151"/>
                </a:cubicBezTo>
                <a:cubicBezTo>
                  <a:pt x="3191173" y="302817"/>
                  <a:pt x="3168502" y="290433"/>
                  <a:pt x="3156692" y="261668"/>
                </a:cubicBezTo>
                <a:cubicBezTo>
                  <a:pt x="3152882" y="252524"/>
                  <a:pt x="3143737" y="245283"/>
                  <a:pt x="3136497" y="237663"/>
                </a:cubicBezTo>
                <a:cubicBezTo>
                  <a:pt x="3131355" y="232139"/>
                  <a:pt x="3124495" y="227947"/>
                  <a:pt x="3119733" y="222233"/>
                </a:cubicBezTo>
                <a:cubicBezTo>
                  <a:pt x="3094776" y="192132"/>
                  <a:pt x="3070201" y="161843"/>
                  <a:pt x="3045436" y="131742"/>
                </a:cubicBezTo>
                <a:cubicBezTo>
                  <a:pt x="3042958" y="128884"/>
                  <a:pt x="3040292" y="125455"/>
                  <a:pt x="3037054" y="124121"/>
                </a:cubicBezTo>
                <a:cubicBezTo>
                  <a:pt x="3003525" y="110215"/>
                  <a:pt x="2969614" y="97070"/>
                  <a:pt x="2936466" y="82400"/>
                </a:cubicBezTo>
                <a:cubicBezTo>
                  <a:pt x="2923702" y="76686"/>
                  <a:pt x="2910558" y="69637"/>
                  <a:pt x="2901031" y="59731"/>
                </a:cubicBezTo>
                <a:cubicBezTo>
                  <a:pt x="2879314" y="37250"/>
                  <a:pt x="2859502" y="12866"/>
                  <a:pt x="2828259" y="3149"/>
                </a:cubicBezTo>
                <a:cubicBezTo>
                  <a:pt x="2819114" y="293"/>
                  <a:pt x="2808256" y="-1231"/>
                  <a:pt x="2799492" y="1245"/>
                </a:cubicBezTo>
                <a:cubicBezTo>
                  <a:pt x="2763867" y="11532"/>
                  <a:pt x="2729005" y="24296"/>
                  <a:pt x="2693570" y="35154"/>
                </a:cubicBezTo>
                <a:cubicBezTo>
                  <a:pt x="2671092" y="41823"/>
                  <a:pt x="2650707" y="49825"/>
                  <a:pt x="2639847" y="73448"/>
                </a:cubicBezTo>
                <a:cubicBezTo>
                  <a:pt x="2636801" y="80114"/>
                  <a:pt x="2628226" y="87354"/>
                  <a:pt x="2621178" y="88688"/>
                </a:cubicBezTo>
                <a:cubicBezTo>
                  <a:pt x="2575839" y="97260"/>
                  <a:pt x="2531069" y="101451"/>
                  <a:pt x="2489348" y="72304"/>
                </a:cubicBezTo>
                <a:cubicBezTo>
                  <a:pt x="2480585" y="66017"/>
                  <a:pt x="2464201" y="66017"/>
                  <a:pt x="2452580" y="68683"/>
                </a:cubicBezTo>
                <a:cubicBezTo>
                  <a:pt x="2407811" y="78590"/>
                  <a:pt x="2365328" y="82020"/>
                  <a:pt x="2326464" y="50395"/>
                </a:cubicBezTo>
                <a:cubicBezTo>
                  <a:pt x="2321892" y="46585"/>
                  <a:pt x="2307224" y="50015"/>
                  <a:pt x="2300365" y="54777"/>
                </a:cubicBezTo>
                <a:cubicBezTo>
                  <a:pt x="2234259" y="101261"/>
                  <a:pt x="2198064" y="102405"/>
                  <a:pt x="2130434" y="58397"/>
                </a:cubicBezTo>
                <a:cubicBezTo>
                  <a:pt x="2126052" y="55539"/>
                  <a:pt x="2120337" y="52301"/>
                  <a:pt x="2118621" y="47919"/>
                </a:cubicBezTo>
                <a:cubicBezTo>
                  <a:pt x="2107001" y="19914"/>
                  <a:pt x="2082236" y="19152"/>
                  <a:pt x="2057659" y="16866"/>
                </a:cubicBezTo>
                <a:cubicBezTo>
                  <a:pt x="2030608" y="14390"/>
                  <a:pt x="2003555" y="11152"/>
                  <a:pt x="1976314" y="8865"/>
                </a:cubicBezTo>
                <a:cubicBezTo>
                  <a:pt x="1971550" y="8483"/>
                  <a:pt x="1966216" y="10007"/>
                  <a:pt x="1961454" y="11724"/>
                </a:cubicBezTo>
                <a:cubicBezTo>
                  <a:pt x="1943165" y="18010"/>
                  <a:pt x="1925449" y="27154"/>
                  <a:pt x="1906588" y="30964"/>
                </a:cubicBezTo>
                <a:cubicBezTo>
                  <a:pt x="1865821" y="39156"/>
                  <a:pt x="1826385" y="55539"/>
                  <a:pt x="1783330" y="48871"/>
                </a:cubicBezTo>
                <a:cubicBezTo>
                  <a:pt x="1775902" y="47729"/>
                  <a:pt x="1767327" y="53253"/>
                  <a:pt x="1759327" y="55349"/>
                </a:cubicBezTo>
                <a:cubicBezTo>
                  <a:pt x="1744849" y="58969"/>
                  <a:pt x="1730750" y="64111"/>
                  <a:pt x="1716082" y="65445"/>
                </a:cubicBezTo>
                <a:cubicBezTo>
                  <a:pt x="1677218" y="68875"/>
                  <a:pt x="1637975" y="71924"/>
                  <a:pt x="1598920" y="72114"/>
                </a:cubicBezTo>
                <a:cubicBezTo>
                  <a:pt x="1580061" y="72304"/>
                  <a:pt x="1561201" y="65065"/>
                  <a:pt x="1542150" y="62207"/>
                </a:cubicBezTo>
                <a:cubicBezTo>
                  <a:pt x="1533578" y="60873"/>
                  <a:pt x="1519669" y="58587"/>
                  <a:pt x="1516813" y="62779"/>
                </a:cubicBezTo>
                <a:cubicBezTo>
                  <a:pt x="1494714" y="94592"/>
                  <a:pt x="1463661" y="88496"/>
                  <a:pt x="1432228" y="88116"/>
                </a:cubicBezTo>
                <a:cubicBezTo>
                  <a:pt x="1362884" y="87354"/>
                  <a:pt x="1295826" y="60493"/>
                  <a:pt x="1224765" y="71924"/>
                </a:cubicBezTo>
                <a:cubicBezTo>
                  <a:pt x="1204191" y="75162"/>
                  <a:pt x="1181330" y="62397"/>
                  <a:pt x="1159231" y="58207"/>
                </a:cubicBezTo>
                <a:cubicBezTo>
                  <a:pt x="1147801" y="56111"/>
                  <a:pt x="1135228" y="53633"/>
                  <a:pt x="1124370" y="56301"/>
                </a:cubicBezTo>
                <a:cubicBezTo>
                  <a:pt x="1107605" y="60493"/>
                  <a:pt x="1091411" y="68113"/>
                  <a:pt x="1075600" y="75542"/>
                </a:cubicBezTo>
                <a:cubicBezTo>
                  <a:pt x="1046261" y="89258"/>
                  <a:pt x="1016162" y="89258"/>
                  <a:pt x="986633" y="79162"/>
                </a:cubicBezTo>
                <a:cubicBezTo>
                  <a:pt x="944722" y="64873"/>
                  <a:pt x="903193" y="64873"/>
                  <a:pt x="861089" y="76304"/>
                </a:cubicBezTo>
                <a:cubicBezTo>
                  <a:pt x="826990" y="85638"/>
                  <a:pt x="791935" y="92116"/>
                  <a:pt x="759168" y="104689"/>
                </a:cubicBezTo>
                <a:cubicBezTo>
                  <a:pt x="744689" y="110215"/>
                  <a:pt x="732497" y="126597"/>
                  <a:pt x="723735" y="140696"/>
                </a:cubicBezTo>
                <a:cubicBezTo>
                  <a:pt x="706018" y="169271"/>
                  <a:pt x="674013" y="169081"/>
                  <a:pt x="647532" y="147934"/>
                </a:cubicBezTo>
                <a:cubicBezTo>
                  <a:pt x="619717" y="125645"/>
                  <a:pt x="584664" y="112501"/>
                  <a:pt x="552659" y="95926"/>
                </a:cubicBezTo>
                <a:cubicBezTo>
                  <a:pt x="549993" y="94592"/>
                  <a:pt x="545039" y="96116"/>
                  <a:pt x="541800" y="97640"/>
                </a:cubicBezTo>
                <a:cubicBezTo>
                  <a:pt x="488649" y="122407"/>
                  <a:pt x="433593" y="126979"/>
                  <a:pt x="375107" y="123169"/>
                </a:cubicBezTo>
                <a:cubicBezTo>
                  <a:pt x="341960" y="121073"/>
                  <a:pt x="307289" y="137076"/>
                  <a:pt x="273567" y="145458"/>
                </a:cubicBezTo>
                <a:cubicBezTo>
                  <a:pt x="269757" y="146410"/>
                  <a:pt x="266519" y="151174"/>
                  <a:pt x="264043" y="154792"/>
                </a:cubicBezTo>
                <a:cubicBezTo>
                  <a:pt x="240228" y="190800"/>
                  <a:pt x="208223" y="200706"/>
                  <a:pt x="169360" y="177273"/>
                </a:cubicBezTo>
                <a:cubicBezTo>
                  <a:pt x="143643" y="161651"/>
                  <a:pt x="118114" y="158032"/>
                  <a:pt x="89347" y="157460"/>
                </a:cubicBezTo>
                <a:cubicBezTo>
                  <a:pt x="71059" y="157078"/>
                  <a:pt x="52962" y="147934"/>
                  <a:pt x="34291" y="145268"/>
                </a:cubicBezTo>
                <a:lnTo>
                  <a:pt x="0" y="142056"/>
                </a:lnTo>
                <a:lnTo>
                  <a:pt x="0" y="849556"/>
                </a:lnTo>
                <a:lnTo>
                  <a:pt x="60652" y="844783"/>
                </a:lnTo>
                <a:cubicBezTo>
                  <a:pt x="80251" y="839473"/>
                  <a:pt x="99446" y="832043"/>
                  <a:pt x="119068" y="827281"/>
                </a:cubicBezTo>
                <a:cubicBezTo>
                  <a:pt x="137355" y="822899"/>
                  <a:pt x="154501" y="812802"/>
                  <a:pt x="171840" y="804420"/>
                </a:cubicBezTo>
                <a:cubicBezTo>
                  <a:pt x="204985" y="788417"/>
                  <a:pt x="240420" y="798514"/>
                  <a:pt x="274329" y="794324"/>
                </a:cubicBezTo>
                <a:cubicBezTo>
                  <a:pt x="285188" y="792990"/>
                  <a:pt x="296046" y="791466"/>
                  <a:pt x="306715" y="788798"/>
                </a:cubicBezTo>
                <a:cubicBezTo>
                  <a:pt x="335864" y="781749"/>
                  <a:pt x="365583" y="775653"/>
                  <a:pt x="393967" y="765937"/>
                </a:cubicBezTo>
                <a:cubicBezTo>
                  <a:pt x="426165" y="755078"/>
                  <a:pt x="457028" y="740600"/>
                  <a:pt x="493793" y="725549"/>
                </a:cubicBezTo>
                <a:cubicBezTo>
                  <a:pt x="506557" y="729360"/>
                  <a:pt x="526180" y="739648"/>
                  <a:pt x="546373" y="740600"/>
                </a:cubicBezTo>
                <a:cubicBezTo>
                  <a:pt x="611337" y="743838"/>
                  <a:pt x="672107" y="726121"/>
                  <a:pt x="730211" y="698116"/>
                </a:cubicBezTo>
                <a:cubicBezTo>
                  <a:pt x="747927" y="689734"/>
                  <a:pt x="766980" y="684210"/>
                  <a:pt x="784889" y="676018"/>
                </a:cubicBezTo>
                <a:cubicBezTo>
                  <a:pt x="791173" y="673161"/>
                  <a:pt x="799365" y="667065"/>
                  <a:pt x="800509" y="661349"/>
                </a:cubicBezTo>
                <a:cubicBezTo>
                  <a:pt x="807175" y="628201"/>
                  <a:pt x="831942" y="628772"/>
                  <a:pt x="857661" y="626868"/>
                </a:cubicBezTo>
                <a:cubicBezTo>
                  <a:pt x="888332" y="624582"/>
                  <a:pt x="918621" y="619248"/>
                  <a:pt x="949102" y="614676"/>
                </a:cubicBezTo>
                <a:cubicBezTo>
                  <a:pt x="953104" y="614104"/>
                  <a:pt x="956722" y="610104"/>
                  <a:pt x="960342" y="607435"/>
                </a:cubicBezTo>
                <a:cubicBezTo>
                  <a:pt x="965867" y="603435"/>
                  <a:pt x="971011" y="597339"/>
                  <a:pt x="977109" y="595815"/>
                </a:cubicBezTo>
                <a:cubicBezTo>
                  <a:pt x="1008350" y="588385"/>
                  <a:pt x="1039783" y="582099"/>
                  <a:pt x="1071218" y="575240"/>
                </a:cubicBezTo>
                <a:cubicBezTo>
                  <a:pt x="1078266" y="573716"/>
                  <a:pt x="1085505" y="571812"/>
                  <a:pt x="1091983" y="568764"/>
                </a:cubicBezTo>
                <a:cubicBezTo>
                  <a:pt x="1098079" y="565906"/>
                  <a:pt x="1103223" y="560952"/>
                  <a:pt x="1109321" y="557904"/>
                </a:cubicBezTo>
                <a:cubicBezTo>
                  <a:pt x="1125892" y="549714"/>
                  <a:pt x="1142851" y="542093"/>
                  <a:pt x="1162279" y="532949"/>
                </a:cubicBezTo>
                <a:cubicBezTo>
                  <a:pt x="1173138" y="550094"/>
                  <a:pt x="1187810" y="540377"/>
                  <a:pt x="1206097" y="532187"/>
                </a:cubicBezTo>
                <a:cubicBezTo>
                  <a:pt x="1224765" y="523805"/>
                  <a:pt x="1246292" y="521137"/>
                  <a:pt x="1266867" y="518088"/>
                </a:cubicBezTo>
                <a:cubicBezTo>
                  <a:pt x="1304588" y="512564"/>
                  <a:pt x="1342499" y="509134"/>
                  <a:pt x="1380219" y="504182"/>
                </a:cubicBezTo>
                <a:cubicBezTo>
                  <a:pt x="1388221" y="503038"/>
                  <a:pt x="1397365" y="500944"/>
                  <a:pt x="1403461" y="496180"/>
                </a:cubicBezTo>
                <a:cubicBezTo>
                  <a:pt x="1445181" y="464175"/>
                  <a:pt x="1495858" y="455222"/>
                  <a:pt x="1544054" y="458268"/>
                </a:cubicBezTo>
                <a:cubicBezTo>
                  <a:pt x="1581965" y="460557"/>
                  <a:pt x="1619114" y="462270"/>
                  <a:pt x="1656644" y="459032"/>
                </a:cubicBezTo>
                <a:cubicBezTo>
                  <a:pt x="1659502" y="458841"/>
                  <a:pt x="1663312" y="459223"/>
                  <a:pt x="1665406" y="460747"/>
                </a:cubicBezTo>
                <a:cubicBezTo>
                  <a:pt x="1678360" y="470843"/>
                  <a:pt x="1691887" y="471605"/>
                  <a:pt x="1708461" y="473318"/>
                </a:cubicBezTo>
                <a:cubicBezTo>
                  <a:pt x="1731894" y="475797"/>
                  <a:pt x="1753421" y="474081"/>
                  <a:pt x="1775140" y="469891"/>
                </a:cubicBezTo>
                <a:cubicBezTo>
                  <a:pt x="1790952" y="466843"/>
                  <a:pt x="1806953" y="460557"/>
                  <a:pt x="1821051" y="452554"/>
                </a:cubicBezTo>
                <a:cubicBezTo>
                  <a:pt x="1840672" y="441314"/>
                  <a:pt x="1859535" y="436934"/>
                  <a:pt x="1878203" y="451792"/>
                </a:cubicBezTo>
                <a:cubicBezTo>
                  <a:pt x="1898396" y="467605"/>
                  <a:pt x="1921257" y="462081"/>
                  <a:pt x="1943547" y="462651"/>
                </a:cubicBezTo>
                <a:cubicBezTo>
                  <a:pt x="1953262" y="462843"/>
                  <a:pt x="1963550" y="462461"/>
                  <a:pt x="1972884" y="464937"/>
                </a:cubicBezTo>
                <a:cubicBezTo>
                  <a:pt x="1999935" y="471987"/>
                  <a:pt x="2026036" y="482655"/>
                  <a:pt x="2053469" y="487417"/>
                </a:cubicBezTo>
                <a:cubicBezTo>
                  <a:pt x="2068710" y="490084"/>
                  <a:pt x="2085664" y="485321"/>
                  <a:pt x="2101477" y="481893"/>
                </a:cubicBezTo>
                <a:cubicBezTo>
                  <a:pt x="2117479" y="478273"/>
                  <a:pt x="2133290" y="472749"/>
                  <a:pt x="2148722" y="467033"/>
                </a:cubicBezTo>
                <a:cubicBezTo>
                  <a:pt x="2159199" y="463223"/>
                  <a:pt x="2170629" y="459603"/>
                  <a:pt x="2179011" y="452744"/>
                </a:cubicBezTo>
                <a:cubicBezTo>
                  <a:pt x="2198064" y="437124"/>
                  <a:pt x="2217685" y="434455"/>
                  <a:pt x="2240165" y="442648"/>
                </a:cubicBezTo>
                <a:cubicBezTo>
                  <a:pt x="2243593" y="443982"/>
                  <a:pt x="2247594" y="443982"/>
                  <a:pt x="2251404" y="444172"/>
                </a:cubicBezTo>
                <a:cubicBezTo>
                  <a:pt x="2312370" y="448172"/>
                  <a:pt x="2373330" y="450650"/>
                  <a:pt x="2433912" y="456746"/>
                </a:cubicBezTo>
                <a:cubicBezTo>
                  <a:pt x="2458485" y="459223"/>
                  <a:pt x="2482107" y="470081"/>
                  <a:pt x="2506302" y="476939"/>
                </a:cubicBezTo>
                <a:cubicBezTo>
                  <a:pt x="2511256" y="478273"/>
                  <a:pt x="2516783" y="480369"/>
                  <a:pt x="2521735" y="479415"/>
                </a:cubicBezTo>
                <a:cubicBezTo>
                  <a:pt x="2575647" y="469891"/>
                  <a:pt x="2626132" y="483797"/>
                  <a:pt x="2675854" y="502086"/>
                </a:cubicBezTo>
                <a:cubicBezTo>
                  <a:pt x="2680996" y="503992"/>
                  <a:pt x="2687282" y="503419"/>
                  <a:pt x="2692998" y="503038"/>
                </a:cubicBezTo>
                <a:cubicBezTo>
                  <a:pt x="2709003" y="501706"/>
                  <a:pt x="2726337" y="495038"/>
                  <a:pt x="2740816" y="499037"/>
                </a:cubicBezTo>
                <a:cubicBezTo>
                  <a:pt x="2779297" y="510088"/>
                  <a:pt x="2817398" y="523423"/>
                  <a:pt x="2853596" y="540187"/>
                </a:cubicBezTo>
                <a:cubicBezTo>
                  <a:pt x="2890365" y="557142"/>
                  <a:pt x="2924464" y="571430"/>
                  <a:pt x="2966565" y="554286"/>
                </a:cubicBezTo>
                <a:cubicBezTo>
                  <a:pt x="2984472" y="547045"/>
                  <a:pt x="3008095" y="552190"/>
                  <a:pt x="3028671" y="554094"/>
                </a:cubicBezTo>
                <a:cubicBezTo>
                  <a:pt x="3043720" y="555618"/>
                  <a:pt x="3058198" y="564192"/>
                  <a:pt x="3073059" y="564192"/>
                </a:cubicBezTo>
                <a:cubicBezTo>
                  <a:pt x="3112686" y="564192"/>
                  <a:pt x="3147927" y="574288"/>
                  <a:pt x="3182219" y="594862"/>
                </a:cubicBezTo>
                <a:cubicBezTo>
                  <a:pt x="3195557" y="602863"/>
                  <a:pt x="3216322" y="597529"/>
                  <a:pt x="3233656" y="599625"/>
                </a:cubicBezTo>
                <a:cubicBezTo>
                  <a:pt x="3251947" y="602101"/>
                  <a:pt x="3270804" y="604387"/>
                  <a:pt x="3288332" y="609914"/>
                </a:cubicBezTo>
                <a:cubicBezTo>
                  <a:pt x="3333672" y="624392"/>
                  <a:pt x="3378441" y="640774"/>
                  <a:pt x="3423591" y="656015"/>
                </a:cubicBezTo>
                <a:cubicBezTo>
                  <a:pt x="3460738" y="668590"/>
                  <a:pt x="3497317" y="658683"/>
                  <a:pt x="3534084" y="653349"/>
                </a:cubicBezTo>
                <a:cubicBezTo>
                  <a:pt x="3557137" y="649919"/>
                  <a:pt x="3578662" y="641727"/>
                  <a:pt x="3604571" y="653918"/>
                </a:cubicBezTo>
                <a:cubicBezTo>
                  <a:pt x="3629338" y="665541"/>
                  <a:pt x="3660771" y="662873"/>
                  <a:pt x="3688586" y="669160"/>
                </a:cubicBezTo>
                <a:cubicBezTo>
                  <a:pt x="3712020" y="674494"/>
                  <a:pt x="3734687" y="683068"/>
                  <a:pt x="3757358" y="691450"/>
                </a:cubicBezTo>
                <a:cubicBezTo>
                  <a:pt x="3788221" y="702881"/>
                  <a:pt x="3818700" y="714881"/>
                  <a:pt x="3852421" y="709167"/>
                </a:cubicBezTo>
                <a:cubicBezTo>
                  <a:pt x="3890714" y="702689"/>
                  <a:pt x="3917001" y="727073"/>
                  <a:pt x="3947104" y="743267"/>
                </a:cubicBezTo>
                <a:cubicBezTo>
                  <a:pt x="3967869" y="754316"/>
                  <a:pt x="3990538" y="762509"/>
                  <a:pt x="4013208" y="769367"/>
                </a:cubicBezTo>
                <a:cubicBezTo>
                  <a:pt x="4043497" y="778321"/>
                  <a:pt x="4074740" y="783655"/>
                  <a:pt x="4105222" y="792417"/>
                </a:cubicBezTo>
                <a:cubicBezTo>
                  <a:pt x="4151325" y="805561"/>
                  <a:pt x="4198001" y="815850"/>
                  <a:pt x="4246006" y="808610"/>
                </a:cubicBezTo>
                <a:cubicBezTo>
                  <a:pt x="4268105" y="805372"/>
                  <a:pt x="4288682" y="805561"/>
                  <a:pt x="4310779" y="810326"/>
                </a:cubicBezTo>
                <a:cubicBezTo>
                  <a:pt x="4346974" y="818136"/>
                  <a:pt x="4384123" y="819089"/>
                  <a:pt x="4413272" y="848235"/>
                </a:cubicBezTo>
                <a:cubicBezTo>
                  <a:pt x="4423558" y="858524"/>
                  <a:pt x="4442037" y="861190"/>
                  <a:pt x="4457087" y="866524"/>
                </a:cubicBezTo>
                <a:cubicBezTo>
                  <a:pt x="4474424" y="872812"/>
                  <a:pt x="4487186" y="869572"/>
                  <a:pt x="4496523" y="851284"/>
                </a:cubicBezTo>
                <a:cubicBezTo>
                  <a:pt x="4500713" y="843093"/>
                  <a:pt x="4512715" y="835091"/>
                  <a:pt x="4522050" y="833757"/>
                </a:cubicBezTo>
                <a:cubicBezTo>
                  <a:pt x="4550055" y="829757"/>
                  <a:pt x="4575773" y="835663"/>
                  <a:pt x="4602824" y="848618"/>
                </a:cubicBezTo>
                <a:cubicBezTo>
                  <a:pt x="4628161" y="860810"/>
                  <a:pt x="4659786" y="859476"/>
                  <a:pt x="4688553" y="864238"/>
                </a:cubicBezTo>
                <a:cubicBezTo>
                  <a:pt x="4708936" y="867668"/>
                  <a:pt x="4729321" y="874716"/>
                  <a:pt x="4749895" y="874716"/>
                </a:cubicBezTo>
                <a:cubicBezTo>
                  <a:pt x="4775424" y="874716"/>
                  <a:pt x="4800761" y="868620"/>
                  <a:pt x="4826480" y="866334"/>
                </a:cubicBezTo>
                <a:cubicBezTo>
                  <a:pt x="4846482" y="864430"/>
                  <a:pt x="4866867" y="865192"/>
                  <a:pt x="4886870" y="862906"/>
                </a:cubicBezTo>
                <a:cubicBezTo>
                  <a:pt x="4903254" y="861190"/>
                  <a:pt x="4919447" y="856810"/>
                  <a:pt x="4935639" y="853190"/>
                </a:cubicBezTo>
                <a:cubicBezTo>
                  <a:pt x="4941546" y="851856"/>
                  <a:pt x="4947452" y="846711"/>
                  <a:pt x="4952784" y="847473"/>
                </a:cubicBezTo>
                <a:cubicBezTo>
                  <a:pt x="5005745" y="855666"/>
                  <a:pt x="5043847" y="819089"/>
                  <a:pt x="5088617" y="802896"/>
                </a:cubicBezTo>
                <a:cubicBezTo>
                  <a:pt x="5135672" y="785749"/>
                  <a:pt x="5181204" y="759461"/>
                  <a:pt x="5233781" y="767271"/>
                </a:cubicBezTo>
                <a:cubicBezTo>
                  <a:pt x="5265596" y="772033"/>
                  <a:pt x="5296267" y="783083"/>
                  <a:pt x="5327893" y="789752"/>
                </a:cubicBezTo>
                <a:cubicBezTo>
                  <a:pt x="5339132" y="792038"/>
                  <a:pt x="5351705" y="791656"/>
                  <a:pt x="5362946" y="789370"/>
                </a:cubicBezTo>
                <a:cubicBezTo>
                  <a:pt x="5417240" y="778891"/>
                  <a:pt x="5470771" y="777367"/>
                  <a:pt x="5524115" y="794514"/>
                </a:cubicBezTo>
                <a:cubicBezTo>
                  <a:pt x="5533257" y="797372"/>
                  <a:pt x="5542974" y="800038"/>
                  <a:pt x="5552500" y="800038"/>
                </a:cubicBezTo>
                <a:cubicBezTo>
                  <a:pt x="5604697" y="800038"/>
                  <a:pt x="5655944" y="796038"/>
                  <a:pt x="5705857" y="777367"/>
                </a:cubicBezTo>
                <a:cubicBezTo>
                  <a:pt x="5722622" y="771080"/>
                  <a:pt x="5743006" y="775081"/>
                  <a:pt x="5761485" y="773557"/>
                </a:cubicBezTo>
                <a:cubicBezTo>
                  <a:pt x="5778629" y="772224"/>
                  <a:pt x="5796156" y="771653"/>
                  <a:pt x="5812731" y="767271"/>
                </a:cubicBezTo>
                <a:cubicBezTo>
                  <a:pt x="5836925" y="760795"/>
                  <a:pt x="5859404" y="760033"/>
                  <a:pt x="5884361" y="765747"/>
                </a:cubicBezTo>
                <a:cubicBezTo>
                  <a:pt x="5908174" y="771080"/>
                  <a:pt x="5933892" y="768415"/>
                  <a:pt x="5958660" y="768605"/>
                </a:cubicBezTo>
                <a:cubicBezTo>
                  <a:pt x="5986282" y="768795"/>
                  <a:pt x="6013906" y="768984"/>
                  <a:pt x="6041528" y="768033"/>
                </a:cubicBezTo>
                <a:cubicBezTo>
                  <a:pt x="6052579" y="767653"/>
                  <a:pt x="6065151" y="760033"/>
                  <a:pt x="6074297" y="763081"/>
                </a:cubicBezTo>
                <a:cubicBezTo>
                  <a:pt x="6103824" y="773366"/>
                  <a:pt x="6133353" y="760985"/>
                  <a:pt x="6162880" y="766509"/>
                </a:cubicBezTo>
                <a:cubicBezTo>
                  <a:pt x="6177360" y="769367"/>
                  <a:pt x="6193743" y="761557"/>
                  <a:pt x="6209364" y="760795"/>
                </a:cubicBezTo>
                <a:cubicBezTo>
                  <a:pt x="6234892" y="759461"/>
                  <a:pt x="6260419" y="760033"/>
                  <a:pt x="6285948" y="759651"/>
                </a:cubicBezTo>
                <a:cubicBezTo>
                  <a:pt x="6294330" y="759461"/>
                  <a:pt x="6302523" y="758699"/>
                  <a:pt x="6310905" y="758316"/>
                </a:cubicBezTo>
                <a:cubicBezTo>
                  <a:pt x="6318335" y="757936"/>
                  <a:pt x="6326145" y="756222"/>
                  <a:pt x="6333194" y="757554"/>
                </a:cubicBezTo>
                <a:cubicBezTo>
                  <a:pt x="6358723" y="762318"/>
                  <a:pt x="6383869" y="770129"/>
                  <a:pt x="6409586" y="773177"/>
                </a:cubicBezTo>
                <a:cubicBezTo>
                  <a:pt x="6431875" y="775843"/>
                  <a:pt x="6454928" y="772224"/>
                  <a:pt x="6477407" y="774129"/>
                </a:cubicBezTo>
                <a:cubicBezTo>
                  <a:pt x="6517032" y="777367"/>
                  <a:pt x="6556657" y="783083"/>
                  <a:pt x="6596283" y="786703"/>
                </a:cubicBezTo>
                <a:cubicBezTo>
                  <a:pt x="6604857" y="787465"/>
                  <a:pt x="6613809" y="782701"/>
                  <a:pt x="6622573" y="782321"/>
                </a:cubicBezTo>
                <a:cubicBezTo>
                  <a:pt x="6650006" y="781369"/>
                  <a:pt x="6677439" y="781177"/>
                  <a:pt x="6704872" y="780607"/>
                </a:cubicBezTo>
                <a:cubicBezTo>
                  <a:pt x="6720493" y="780415"/>
                  <a:pt x="6736305" y="780987"/>
                  <a:pt x="6751738" y="779273"/>
                </a:cubicBezTo>
                <a:cubicBezTo>
                  <a:pt x="6772120" y="776987"/>
                  <a:pt x="6790599" y="773557"/>
                  <a:pt x="6809650" y="788417"/>
                </a:cubicBezTo>
                <a:cubicBezTo>
                  <a:pt x="6816984" y="794180"/>
                  <a:pt x="6824819" y="797942"/>
                  <a:pt x="6832976" y="800428"/>
                </a:cubicBezTo>
                <a:close/>
              </a:path>
            </a:pathLst>
          </a:custGeom>
          <a:blipFill dpi="0" rotWithShape="1">
            <a:blip r:embed="rId3">
              <a:alphaModFix amt="57000"/>
            </a:blip>
            <a:srcRect/>
            <a:tile tx="0" ty="0" sx="100000" sy="100000" flip="none" algn="tl"/>
          </a:blipFill>
          <a:ln>
            <a:noFill/>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5" name="Text Placeholder 4">
            <a:extLst>
              <a:ext uri="{FF2B5EF4-FFF2-40B4-BE49-F238E27FC236}">
                <a16:creationId xmlns:a16="http://schemas.microsoft.com/office/drawing/2014/main" id="{BFC4CE63-B8C6-4E6A-89D0-4B283116F5C9}"/>
              </a:ext>
              <a:ext uri="{C183D7F6-B498-43B3-948B-1728B52AA6E4}">
                <adec:decorative xmlns:adec="http://schemas.microsoft.com/office/drawing/2017/decorative" val="1"/>
              </a:ext>
            </a:extLst>
          </p:cNvPr>
          <p:cNvSpPr>
            <a:spLocks noGrp="1"/>
          </p:cNvSpPr>
          <p:nvPr>
            <p:ph type="body" idx="1"/>
          </p:nvPr>
        </p:nvSpPr>
        <p:spPr>
          <a:xfrm>
            <a:off x="4946368" y="6172200"/>
            <a:ext cx="4112860" cy="533400"/>
          </a:xfrm>
        </p:spPr>
        <p:txBody>
          <a:bodyPr vert="horz" lIns="91440" tIns="45720" rIns="91440" bIns="45720" rtlCol="0">
            <a:normAutofit/>
          </a:bodyPr>
          <a:lstStyle/>
          <a:p>
            <a:r>
              <a:rPr lang="en-US" sz="1600" b="1" dirty="0"/>
              <a:t>ASIMO</a:t>
            </a:r>
            <a:r>
              <a:rPr lang="en-US" sz="1600" dirty="0"/>
              <a:t> (</a:t>
            </a:r>
            <a:r>
              <a:rPr lang="en-US" sz="1600" b="1" dirty="0"/>
              <a:t>Advanced Step in Innovative Mobility</a:t>
            </a:r>
            <a:r>
              <a:rPr lang="en-US" sz="1600" dirty="0"/>
              <a:t>) is a </a:t>
            </a:r>
            <a:r>
              <a:rPr lang="en-US" sz="1600" dirty="0">
                <a:hlinkClick r:id="rId4" tooltip="Humanoid robot">
                  <a:extLst>
                    <a:ext uri="{A12FA001-AC4F-418D-AE19-62706E023703}">
                      <ahyp:hlinkClr xmlns:ahyp="http://schemas.microsoft.com/office/drawing/2018/hyperlinkcolor" val="tx"/>
                    </a:ext>
                  </a:extLst>
                </a:hlinkClick>
              </a:rPr>
              <a:t>humanoid robot</a:t>
            </a:r>
            <a:r>
              <a:rPr lang="en-US" sz="1600" dirty="0"/>
              <a:t> created by </a:t>
            </a:r>
            <a:r>
              <a:rPr lang="en-US" sz="1600" dirty="0">
                <a:hlinkClick r:id="rId5" tooltip="Honda">
                  <a:extLst>
                    <a:ext uri="{A12FA001-AC4F-418D-AE19-62706E023703}">
                      <ahyp:hlinkClr xmlns:ahyp="http://schemas.microsoft.com/office/drawing/2018/hyperlinkcolor" val="tx"/>
                    </a:ext>
                  </a:extLst>
                </a:hlinkClick>
              </a:rPr>
              <a:t>Honda</a:t>
            </a:r>
            <a:r>
              <a:rPr lang="en-US" sz="1600" dirty="0"/>
              <a:t> in 2000</a:t>
            </a:r>
          </a:p>
        </p:txBody>
      </p:sp>
    </p:spTree>
    <p:extLst>
      <p:ext uri="{BB962C8B-B14F-4D97-AF65-F5344CB8AC3E}">
        <p14:creationId xmlns:p14="http://schemas.microsoft.com/office/powerpoint/2010/main" val="246462378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D59F5520-F1C7-7BEF-2A38-5FE16E2622A3}"/>
              </a:ext>
            </a:extLst>
          </p:cNvPr>
          <p:cNvSpPr>
            <a:spLocks noGrp="1"/>
          </p:cNvSpPr>
          <p:nvPr>
            <p:ph type="title"/>
          </p:nvPr>
        </p:nvSpPr>
        <p:spPr/>
        <p:txBody>
          <a:bodyPr/>
          <a:lstStyle/>
          <a:p>
            <a:r>
              <a:rPr lang="en-US" dirty="0"/>
              <a:t>What is Intelligence?</a:t>
            </a:r>
          </a:p>
        </p:txBody>
      </p:sp>
      <p:sp>
        <p:nvSpPr>
          <p:cNvPr id="10" name="TextBox 9">
            <a:extLst>
              <a:ext uri="{FF2B5EF4-FFF2-40B4-BE49-F238E27FC236}">
                <a16:creationId xmlns:a16="http://schemas.microsoft.com/office/drawing/2014/main" id="{A6FC4B74-FC62-8C45-ECE7-5CA0F20A2975}"/>
              </a:ext>
            </a:extLst>
          </p:cNvPr>
          <p:cNvSpPr txBox="1"/>
          <p:nvPr/>
        </p:nvSpPr>
        <p:spPr>
          <a:xfrm>
            <a:off x="1219200" y="1447334"/>
            <a:ext cx="4572000" cy="369332"/>
          </a:xfrm>
          <a:prstGeom prst="rect">
            <a:avLst/>
          </a:prstGeom>
          <a:noFill/>
        </p:spPr>
        <p:txBody>
          <a:bodyPr wrap="square">
            <a:spAutoFit/>
          </a:bodyPr>
          <a:lstStyle/>
          <a:p>
            <a:pPr marL="0" indent="0" algn="l" fontAlgn="base">
              <a:buNone/>
            </a:pPr>
            <a:r>
              <a:rPr lang="en-US" b="1" i="0" dirty="0">
                <a:solidFill>
                  <a:srgbClr val="303336"/>
                </a:solidFill>
                <a:effectLst/>
                <a:latin typeface="Calibri" panose="020F0502020204030204" pitchFamily="34" charset="0"/>
              </a:rPr>
              <a:t>Definition from Merriam-Webster</a:t>
            </a:r>
          </a:p>
        </p:txBody>
      </p:sp>
      <p:pic>
        <p:nvPicPr>
          <p:cNvPr id="8" name="Picture 7" descr="intelligence&#10;noun&#10;&#10;(1) the ability to learn or understand or to deal with new or trying situations.&#10;&#10;(2) the ability to apply knowledge to manipulate one's environment or to think abstractly as measured by objective criteria (such as tests)">
            <a:extLst>
              <a:ext uri="{FF2B5EF4-FFF2-40B4-BE49-F238E27FC236}">
                <a16:creationId xmlns:a16="http://schemas.microsoft.com/office/drawing/2014/main" id="{FC3200B7-C58D-5107-3512-3BA9A0266F72}"/>
              </a:ext>
            </a:extLst>
          </p:cNvPr>
          <p:cNvPicPr>
            <a:picLocks noChangeAspect="1"/>
          </p:cNvPicPr>
          <p:nvPr/>
        </p:nvPicPr>
        <p:blipFill>
          <a:blip r:embed="rId2"/>
          <a:stretch>
            <a:fillRect/>
          </a:stretch>
        </p:blipFill>
        <p:spPr>
          <a:xfrm>
            <a:off x="1295400" y="1942640"/>
            <a:ext cx="6553200" cy="4261826"/>
          </a:xfrm>
          <a:prstGeom prst="rect">
            <a:avLst/>
          </a:prstGeom>
          <a:ln>
            <a:noFill/>
          </a:ln>
          <a:effectLst>
            <a:outerShdw blurRad="292100" dist="139700" dir="2700000" algn="tl" rotWithShape="0">
              <a:srgbClr val="333333">
                <a:alpha val="65000"/>
              </a:srgbClr>
            </a:outerShdw>
          </a:effectLst>
        </p:spPr>
        <p:style>
          <a:lnRef idx="2">
            <a:schemeClr val="dk1"/>
          </a:lnRef>
          <a:fillRef idx="1">
            <a:schemeClr val="lt1"/>
          </a:fillRef>
          <a:effectRef idx="0">
            <a:schemeClr val="dk1"/>
          </a:effectRef>
          <a:fontRef idx="minor">
            <a:schemeClr val="dk1"/>
          </a:fontRef>
        </p:style>
      </p:pic>
      <p:sp>
        <p:nvSpPr>
          <p:cNvPr id="27" name="Rectangle 26">
            <a:extLst>
              <a:ext uri="{FF2B5EF4-FFF2-40B4-BE49-F238E27FC236}">
                <a16:creationId xmlns:a16="http://schemas.microsoft.com/office/drawing/2014/main" id="{AF464993-6C69-1AE7-F69F-8CA71A71D8C3}"/>
              </a:ext>
              <a:ext uri="{C183D7F6-B498-43B3-948B-1728B52AA6E4}">
                <adec:decorative xmlns:adec="http://schemas.microsoft.com/office/drawing/2017/decorative" val="1"/>
              </a:ext>
            </a:extLst>
          </p:cNvPr>
          <p:cNvSpPr/>
          <p:nvPr/>
        </p:nvSpPr>
        <p:spPr>
          <a:xfrm>
            <a:off x="1485900" y="3276600"/>
            <a:ext cx="6172200" cy="1295400"/>
          </a:xfrm>
          <a:prstGeom prst="rect">
            <a:avLst/>
          </a:prstGeom>
          <a:noFill/>
        </p:spPr>
        <p:style>
          <a:lnRef idx="2">
            <a:schemeClr val="accent2"/>
          </a:lnRef>
          <a:fillRef idx="1">
            <a:schemeClr val="lt1"/>
          </a:fillRef>
          <a:effectRef idx="0">
            <a:schemeClr val="accent2"/>
          </a:effectRef>
          <a:fontRef idx="minor">
            <a:schemeClr val="dk1"/>
          </a:fontRef>
        </p:style>
        <p:txBody>
          <a:bodyPr rtlCol="0" anchor="ctr"/>
          <a:lstStyle/>
          <a:p>
            <a:pPr algn="ctr"/>
            <a:endParaRPr lang="en-US"/>
          </a:p>
        </p:txBody>
      </p:sp>
    </p:spTree>
    <p:extLst>
      <p:ext uri="{BB962C8B-B14F-4D97-AF65-F5344CB8AC3E}">
        <p14:creationId xmlns:p14="http://schemas.microsoft.com/office/powerpoint/2010/main" val="3831026025"/>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194" name="Rectangle 2"/>
          <p:cNvSpPr>
            <a:spLocks noGrp="1" noChangeArrowheads="1"/>
          </p:cNvSpPr>
          <p:nvPr>
            <p:ph type="title"/>
          </p:nvPr>
        </p:nvSpPr>
        <p:spPr/>
        <p:txBody>
          <a:bodyPr/>
          <a:lstStyle/>
          <a:p>
            <a:r>
              <a:rPr lang="en-US" dirty="0"/>
              <a:t>The Goal of AI</a:t>
            </a:r>
          </a:p>
        </p:txBody>
      </p:sp>
      <p:graphicFrame>
        <p:nvGraphicFramePr>
          <p:cNvPr id="6" name="Content Placeholder 5" descr="think like a human, act like a human, think rationally, or act rationaly?">
            <a:extLst>
              <a:ext uri="{FF2B5EF4-FFF2-40B4-BE49-F238E27FC236}">
                <a16:creationId xmlns:a16="http://schemas.microsoft.com/office/drawing/2014/main" id="{866B7DF7-FCCC-4D51-B98D-02AC3932B9FA}"/>
              </a:ext>
            </a:extLst>
          </p:cNvPr>
          <p:cNvGraphicFramePr>
            <a:graphicFrameLocks noGrp="1"/>
          </p:cNvGraphicFramePr>
          <p:nvPr>
            <p:ph idx="1"/>
            <p:extLst>
              <p:ext uri="{D42A27DB-BD31-4B8C-83A1-F6EECF244321}">
                <p14:modId xmlns:p14="http://schemas.microsoft.com/office/powerpoint/2010/main" val="3036749943"/>
              </p:ext>
            </p:extLst>
          </p:nvPr>
        </p:nvGraphicFramePr>
        <p:xfrm>
          <a:off x="1190625" y="5129189"/>
          <a:ext cx="6762750" cy="1659477"/>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 name="TextBox 1">
            <a:extLst>
              <a:ext uri="{FF2B5EF4-FFF2-40B4-BE49-F238E27FC236}">
                <a16:creationId xmlns:a16="http://schemas.microsoft.com/office/drawing/2014/main" id="{0DC40672-1DAD-B7B0-8166-7B453ED540AE}"/>
              </a:ext>
            </a:extLst>
          </p:cNvPr>
          <p:cNvSpPr txBox="1"/>
          <p:nvPr/>
        </p:nvSpPr>
        <p:spPr>
          <a:xfrm>
            <a:off x="581025" y="1397000"/>
            <a:ext cx="7981950" cy="1015663"/>
          </a:xfrm>
          <a:prstGeom prst="rect">
            <a:avLst/>
          </a:prstGeom>
          <a:noFill/>
        </p:spPr>
        <p:txBody>
          <a:bodyPr wrap="square">
            <a:spAutoFit/>
          </a:bodyPr>
          <a:lstStyle/>
          <a:p>
            <a:pPr algn="ctr"/>
            <a:r>
              <a:rPr lang="en-US" sz="2000" b="1" dirty="0"/>
              <a:t>“Have machines solve problems that are challenging for humans.”</a:t>
            </a:r>
            <a:endParaRPr lang="en-US" sz="2000" dirty="0"/>
          </a:p>
          <a:p>
            <a:pPr algn="ctr"/>
            <a:r>
              <a:rPr lang="en-US" sz="2000" dirty="0"/>
              <a:t>We call such a machine an</a:t>
            </a:r>
            <a:r>
              <a:rPr lang="en-US" sz="2000" b="1" dirty="0"/>
              <a:t> intelligent agent.</a:t>
            </a:r>
          </a:p>
          <a:p>
            <a:pPr algn="ctr"/>
            <a:r>
              <a:rPr lang="en-US" sz="2000" dirty="0"/>
              <a:t>			</a:t>
            </a:r>
            <a:endParaRPr lang="en-US" sz="2000" dirty="0">
              <a:solidFill>
                <a:schemeClr val="bg1">
                  <a:lumMod val="65000"/>
                </a:schemeClr>
              </a:solidFill>
            </a:endParaRPr>
          </a:p>
        </p:txBody>
      </p:sp>
      <p:grpSp>
        <p:nvGrpSpPr>
          <p:cNvPr id="16" name="Group 15">
            <a:extLst>
              <a:ext uri="{FF2B5EF4-FFF2-40B4-BE49-F238E27FC236}">
                <a16:creationId xmlns:a16="http://schemas.microsoft.com/office/drawing/2014/main" id="{00C2F1A9-34A7-1D31-1169-51AFB74AC531}"/>
              </a:ext>
            </a:extLst>
          </p:cNvPr>
          <p:cNvGrpSpPr/>
          <p:nvPr/>
        </p:nvGrpSpPr>
        <p:grpSpPr>
          <a:xfrm>
            <a:off x="628827" y="2347014"/>
            <a:ext cx="2197810" cy="2678673"/>
            <a:chOff x="628827" y="2347014"/>
            <a:chExt cx="2197810" cy="2678673"/>
          </a:xfrm>
        </p:grpSpPr>
        <p:sp>
          <p:nvSpPr>
            <p:cNvPr id="8" name="Freeform: Shape 7">
              <a:extLst>
                <a:ext uri="{FF2B5EF4-FFF2-40B4-BE49-F238E27FC236}">
                  <a16:creationId xmlns:a16="http://schemas.microsoft.com/office/drawing/2014/main" id="{6348F3CA-149F-6CFD-3498-20CECAA62EA2}"/>
                </a:ext>
              </a:extLst>
            </p:cNvPr>
            <p:cNvSpPr/>
            <p:nvPr/>
          </p:nvSpPr>
          <p:spPr>
            <a:xfrm>
              <a:off x="628827" y="2347014"/>
              <a:ext cx="1824182" cy="931994"/>
            </a:xfrm>
            <a:custGeom>
              <a:avLst/>
              <a:gdLst>
                <a:gd name="connsiteX0" fmla="*/ 0 w 1824182"/>
                <a:gd name="connsiteY0" fmla="*/ 93199 h 931994"/>
                <a:gd name="connsiteX1" fmla="*/ 93199 w 1824182"/>
                <a:gd name="connsiteY1" fmla="*/ 0 h 931994"/>
                <a:gd name="connsiteX2" fmla="*/ 1730983 w 1824182"/>
                <a:gd name="connsiteY2" fmla="*/ 0 h 931994"/>
                <a:gd name="connsiteX3" fmla="*/ 1824182 w 1824182"/>
                <a:gd name="connsiteY3" fmla="*/ 93199 h 931994"/>
                <a:gd name="connsiteX4" fmla="*/ 1824182 w 1824182"/>
                <a:gd name="connsiteY4" fmla="*/ 838795 h 931994"/>
                <a:gd name="connsiteX5" fmla="*/ 1730983 w 1824182"/>
                <a:gd name="connsiteY5" fmla="*/ 931994 h 931994"/>
                <a:gd name="connsiteX6" fmla="*/ 93199 w 1824182"/>
                <a:gd name="connsiteY6" fmla="*/ 931994 h 931994"/>
                <a:gd name="connsiteX7" fmla="*/ 0 w 1824182"/>
                <a:gd name="connsiteY7" fmla="*/ 838795 h 931994"/>
                <a:gd name="connsiteX8" fmla="*/ 0 w 1824182"/>
                <a:gd name="connsiteY8" fmla="*/ 93199 h 9319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824182" h="931994">
                  <a:moveTo>
                    <a:pt x="0" y="93199"/>
                  </a:moveTo>
                  <a:cubicBezTo>
                    <a:pt x="0" y="41727"/>
                    <a:pt x="41727" y="0"/>
                    <a:pt x="93199" y="0"/>
                  </a:cubicBezTo>
                  <a:lnTo>
                    <a:pt x="1730983" y="0"/>
                  </a:lnTo>
                  <a:cubicBezTo>
                    <a:pt x="1782455" y="0"/>
                    <a:pt x="1824182" y="41727"/>
                    <a:pt x="1824182" y="93199"/>
                  </a:cubicBezTo>
                  <a:lnTo>
                    <a:pt x="1824182" y="838795"/>
                  </a:lnTo>
                  <a:cubicBezTo>
                    <a:pt x="1824182" y="890267"/>
                    <a:pt x="1782455" y="931994"/>
                    <a:pt x="1730983" y="931994"/>
                  </a:cubicBezTo>
                  <a:lnTo>
                    <a:pt x="93199" y="931994"/>
                  </a:lnTo>
                  <a:cubicBezTo>
                    <a:pt x="41727" y="931994"/>
                    <a:pt x="0" y="890267"/>
                    <a:pt x="0" y="838795"/>
                  </a:cubicBezTo>
                  <a:lnTo>
                    <a:pt x="0" y="93199"/>
                  </a:lnTo>
                  <a:close/>
                </a:path>
              </a:pathLst>
            </a:custGeom>
          </p:spPr>
          <p:style>
            <a:lnRef idx="2">
              <a:schemeClr val="lt1">
                <a:hueOff val="0"/>
                <a:satOff val="0"/>
                <a:lumOff val="0"/>
                <a:alphaOff val="0"/>
              </a:schemeClr>
            </a:lnRef>
            <a:fillRef idx="1">
              <a:schemeClr val="accent2">
                <a:hueOff val="0"/>
                <a:satOff val="0"/>
                <a:lumOff val="0"/>
                <a:alphaOff val="0"/>
              </a:schemeClr>
            </a:fillRef>
            <a:effectRef idx="0">
              <a:schemeClr val="accent2">
                <a:hueOff val="0"/>
                <a:satOff val="0"/>
                <a:lumOff val="0"/>
                <a:alphaOff val="0"/>
              </a:schemeClr>
            </a:effectRef>
            <a:fontRef idx="minor">
              <a:schemeClr val="lt1"/>
            </a:fontRef>
          </p:style>
          <p:txBody>
            <a:bodyPr spcFirstLastPara="0" vert="horz" wrap="square" lIns="142240" tIns="142240" rIns="142240" bIns="386865" numCol="1" spcCol="1270" anchor="t" anchorCtr="0">
              <a:noAutofit/>
            </a:bodyPr>
            <a:lstStyle/>
            <a:p>
              <a:pPr marL="0" lvl="0" indent="0" algn="l" defTabSz="889000">
                <a:lnSpc>
                  <a:spcPct val="90000"/>
                </a:lnSpc>
                <a:spcBef>
                  <a:spcPct val="0"/>
                </a:spcBef>
                <a:spcAft>
                  <a:spcPct val="35000"/>
                </a:spcAft>
                <a:buFont typeface="Arial" panose="020B0604020202020204" pitchFamily="34" charset="0"/>
                <a:buNone/>
              </a:pPr>
              <a:r>
                <a:rPr lang="en-US" sz="2000" b="1" kern="1200" dirty="0"/>
                <a:t>Narrow AI</a:t>
              </a:r>
              <a:endParaRPr lang="en-US" sz="2000" kern="1200" dirty="0"/>
            </a:p>
          </p:txBody>
        </p:sp>
        <p:sp>
          <p:nvSpPr>
            <p:cNvPr id="9" name="Freeform: Shape 8">
              <a:extLst>
                <a:ext uri="{FF2B5EF4-FFF2-40B4-BE49-F238E27FC236}">
                  <a16:creationId xmlns:a16="http://schemas.microsoft.com/office/drawing/2014/main" id="{3CCB6166-4E89-4721-691A-32D5FA5157D4}"/>
                </a:ext>
              </a:extLst>
            </p:cNvPr>
            <p:cNvSpPr/>
            <p:nvPr/>
          </p:nvSpPr>
          <p:spPr>
            <a:xfrm>
              <a:off x="1002455" y="2968344"/>
              <a:ext cx="1824182" cy="2057343"/>
            </a:xfrm>
            <a:custGeom>
              <a:avLst/>
              <a:gdLst>
                <a:gd name="connsiteX0" fmla="*/ 0 w 1824182"/>
                <a:gd name="connsiteY0" fmla="*/ 182418 h 2057343"/>
                <a:gd name="connsiteX1" fmla="*/ 182418 w 1824182"/>
                <a:gd name="connsiteY1" fmla="*/ 0 h 2057343"/>
                <a:gd name="connsiteX2" fmla="*/ 1641764 w 1824182"/>
                <a:gd name="connsiteY2" fmla="*/ 0 h 2057343"/>
                <a:gd name="connsiteX3" fmla="*/ 1824182 w 1824182"/>
                <a:gd name="connsiteY3" fmla="*/ 182418 h 2057343"/>
                <a:gd name="connsiteX4" fmla="*/ 1824182 w 1824182"/>
                <a:gd name="connsiteY4" fmla="*/ 1874925 h 2057343"/>
                <a:gd name="connsiteX5" fmla="*/ 1641764 w 1824182"/>
                <a:gd name="connsiteY5" fmla="*/ 2057343 h 2057343"/>
                <a:gd name="connsiteX6" fmla="*/ 182418 w 1824182"/>
                <a:gd name="connsiteY6" fmla="*/ 2057343 h 2057343"/>
                <a:gd name="connsiteX7" fmla="*/ 0 w 1824182"/>
                <a:gd name="connsiteY7" fmla="*/ 1874925 h 2057343"/>
                <a:gd name="connsiteX8" fmla="*/ 0 w 1824182"/>
                <a:gd name="connsiteY8" fmla="*/ 182418 h 205734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824182" h="2057343">
                  <a:moveTo>
                    <a:pt x="0" y="182418"/>
                  </a:moveTo>
                  <a:cubicBezTo>
                    <a:pt x="0" y="81671"/>
                    <a:pt x="81671" y="0"/>
                    <a:pt x="182418" y="0"/>
                  </a:cubicBezTo>
                  <a:lnTo>
                    <a:pt x="1641764" y="0"/>
                  </a:lnTo>
                  <a:cubicBezTo>
                    <a:pt x="1742511" y="0"/>
                    <a:pt x="1824182" y="81671"/>
                    <a:pt x="1824182" y="182418"/>
                  </a:cubicBezTo>
                  <a:lnTo>
                    <a:pt x="1824182" y="1874925"/>
                  </a:lnTo>
                  <a:cubicBezTo>
                    <a:pt x="1824182" y="1975672"/>
                    <a:pt x="1742511" y="2057343"/>
                    <a:pt x="1641764" y="2057343"/>
                  </a:cubicBezTo>
                  <a:lnTo>
                    <a:pt x="182418" y="2057343"/>
                  </a:lnTo>
                  <a:cubicBezTo>
                    <a:pt x="81671" y="2057343"/>
                    <a:pt x="0" y="1975672"/>
                    <a:pt x="0" y="1874925"/>
                  </a:cubicBezTo>
                  <a:lnTo>
                    <a:pt x="0" y="182418"/>
                  </a:lnTo>
                  <a:close/>
                </a:path>
              </a:pathLst>
            </a:custGeom>
          </p:spPr>
          <p:style>
            <a:lnRef idx="2">
              <a:schemeClr val="accent2">
                <a:hueOff val="0"/>
                <a:satOff val="0"/>
                <a:lumOff val="0"/>
                <a:alphaOff val="0"/>
              </a:schemeClr>
            </a:lnRef>
            <a:fillRef idx="1">
              <a:schemeClr val="lt1">
                <a:alpha val="90000"/>
                <a:hueOff val="0"/>
                <a:satOff val="0"/>
                <a:lumOff val="0"/>
                <a:alphaOff val="0"/>
              </a:schemeClr>
            </a:fillRef>
            <a:effectRef idx="0">
              <a:schemeClr val="lt1">
                <a:alpha val="90000"/>
                <a:hueOff val="0"/>
                <a:satOff val="0"/>
                <a:lumOff val="0"/>
                <a:alphaOff val="0"/>
              </a:schemeClr>
            </a:effectRef>
            <a:fontRef idx="minor">
              <a:schemeClr val="dk1">
                <a:hueOff val="0"/>
                <a:satOff val="0"/>
                <a:lumOff val="0"/>
                <a:alphaOff val="0"/>
              </a:schemeClr>
            </a:fontRef>
          </p:style>
          <p:txBody>
            <a:bodyPr spcFirstLastPara="0" vert="horz" wrap="square" lIns="152996" tIns="152996" rIns="152996" bIns="152996" numCol="1" spcCol="1270" anchor="t" anchorCtr="0">
              <a:noAutofit/>
            </a:bodyPr>
            <a:lstStyle/>
            <a:p>
              <a:pPr marL="114300" lvl="1" indent="-114300" algn="l" defTabSz="622300">
                <a:lnSpc>
                  <a:spcPct val="90000"/>
                </a:lnSpc>
                <a:spcBef>
                  <a:spcPct val="0"/>
                </a:spcBef>
                <a:spcAft>
                  <a:spcPct val="15000"/>
                </a:spcAft>
                <a:buChar char="•"/>
              </a:pPr>
              <a:r>
                <a:rPr lang="en-US" sz="1400" kern="1200" dirty="0"/>
                <a:t>An intelligent agent that can solve a specific problem. </a:t>
              </a:r>
              <a:br>
                <a:rPr lang="en-US" sz="1400" dirty="0"/>
              </a:br>
              <a:br>
                <a:rPr lang="en-US" sz="1400" dirty="0"/>
              </a:br>
              <a:r>
                <a:rPr lang="en-US" sz="1400" kern="1200" dirty="0"/>
                <a:t>E.g., drive a car or play chess.</a:t>
              </a:r>
            </a:p>
          </p:txBody>
        </p:sp>
      </p:grpSp>
      <p:grpSp>
        <p:nvGrpSpPr>
          <p:cNvPr id="17" name="Group 16">
            <a:extLst>
              <a:ext uri="{FF2B5EF4-FFF2-40B4-BE49-F238E27FC236}">
                <a16:creationId xmlns:a16="http://schemas.microsoft.com/office/drawing/2014/main" id="{AAD8371C-1238-A7CA-BB7F-9342422324DE}"/>
              </a:ext>
            </a:extLst>
          </p:cNvPr>
          <p:cNvGrpSpPr/>
          <p:nvPr/>
        </p:nvGrpSpPr>
        <p:grpSpPr>
          <a:xfrm>
            <a:off x="2729549" y="2347014"/>
            <a:ext cx="3027428" cy="2678673"/>
            <a:chOff x="2729549" y="2347014"/>
            <a:chExt cx="3027428" cy="2678673"/>
          </a:xfrm>
        </p:grpSpPr>
        <p:sp>
          <p:nvSpPr>
            <p:cNvPr id="10" name="Freeform: Shape 9">
              <a:extLst>
                <a:ext uri="{FF2B5EF4-FFF2-40B4-BE49-F238E27FC236}">
                  <a16:creationId xmlns:a16="http://schemas.microsoft.com/office/drawing/2014/main" id="{A5CB96B0-E6B1-BEEE-9A6B-94C84BDD3E3C}"/>
                </a:ext>
              </a:extLst>
            </p:cNvPr>
            <p:cNvSpPr/>
            <p:nvPr/>
          </p:nvSpPr>
          <p:spPr>
            <a:xfrm>
              <a:off x="2729549" y="2430595"/>
              <a:ext cx="586263" cy="454168"/>
            </a:xfrm>
            <a:custGeom>
              <a:avLst/>
              <a:gdLst>
                <a:gd name="connsiteX0" fmla="*/ 0 w 586263"/>
                <a:gd name="connsiteY0" fmla="*/ 90834 h 454168"/>
                <a:gd name="connsiteX1" fmla="*/ 359179 w 586263"/>
                <a:gd name="connsiteY1" fmla="*/ 90834 h 454168"/>
                <a:gd name="connsiteX2" fmla="*/ 359179 w 586263"/>
                <a:gd name="connsiteY2" fmla="*/ 0 h 454168"/>
                <a:gd name="connsiteX3" fmla="*/ 586263 w 586263"/>
                <a:gd name="connsiteY3" fmla="*/ 227084 h 454168"/>
                <a:gd name="connsiteX4" fmla="*/ 359179 w 586263"/>
                <a:gd name="connsiteY4" fmla="*/ 454168 h 454168"/>
                <a:gd name="connsiteX5" fmla="*/ 359179 w 586263"/>
                <a:gd name="connsiteY5" fmla="*/ 363334 h 454168"/>
                <a:gd name="connsiteX6" fmla="*/ 0 w 586263"/>
                <a:gd name="connsiteY6" fmla="*/ 363334 h 454168"/>
                <a:gd name="connsiteX7" fmla="*/ 0 w 586263"/>
                <a:gd name="connsiteY7" fmla="*/ 90834 h 45416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586263" h="454168">
                  <a:moveTo>
                    <a:pt x="0" y="90834"/>
                  </a:moveTo>
                  <a:lnTo>
                    <a:pt x="359179" y="90834"/>
                  </a:lnTo>
                  <a:lnTo>
                    <a:pt x="359179" y="0"/>
                  </a:lnTo>
                  <a:lnTo>
                    <a:pt x="586263" y="227084"/>
                  </a:lnTo>
                  <a:lnTo>
                    <a:pt x="359179" y="454168"/>
                  </a:lnTo>
                  <a:lnTo>
                    <a:pt x="359179" y="363334"/>
                  </a:lnTo>
                  <a:lnTo>
                    <a:pt x="0" y="363334"/>
                  </a:lnTo>
                  <a:lnTo>
                    <a:pt x="0" y="90834"/>
                  </a:lnTo>
                  <a:close/>
                </a:path>
              </a:pathLst>
            </a:custGeom>
          </p:spPr>
          <p:style>
            <a:lnRef idx="3">
              <a:schemeClr val="lt1"/>
            </a:lnRef>
            <a:fillRef idx="1">
              <a:schemeClr val="accent3"/>
            </a:fillRef>
            <a:effectRef idx="1">
              <a:schemeClr val="accent3"/>
            </a:effectRef>
            <a:fontRef idx="minor">
              <a:schemeClr val="lt1"/>
            </a:fontRef>
          </p:style>
          <p:txBody>
            <a:bodyPr spcFirstLastPara="0" vert="horz" wrap="square" lIns="0" tIns="90834" rIns="136250" bIns="90834" numCol="1" spcCol="1270" anchor="ctr" anchorCtr="0">
              <a:noAutofit/>
            </a:bodyPr>
            <a:lstStyle/>
            <a:p>
              <a:pPr marL="0" lvl="0" indent="0" algn="ctr" defTabSz="666750">
                <a:lnSpc>
                  <a:spcPct val="90000"/>
                </a:lnSpc>
                <a:spcBef>
                  <a:spcPct val="0"/>
                </a:spcBef>
                <a:spcAft>
                  <a:spcPct val="35000"/>
                </a:spcAft>
                <a:buNone/>
              </a:pPr>
              <a:endParaRPr lang="en-US" sz="1500" kern="1200"/>
            </a:p>
          </p:txBody>
        </p:sp>
        <p:sp>
          <p:nvSpPr>
            <p:cNvPr id="11" name="Freeform: Shape 10">
              <a:extLst>
                <a:ext uri="{FF2B5EF4-FFF2-40B4-BE49-F238E27FC236}">
                  <a16:creationId xmlns:a16="http://schemas.microsoft.com/office/drawing/2014/main" id="{9718E5CA-3931-A07F-3FA7-59F926206C93}"/>
                </a:ext>
              </a:extLst>
            </p:cNvPr>
            <p:cNvSpPr/>
            <p:nvPr/>
          </p:nvSpPr>
          <p:spPr>
            <a:xfrm>
              <a:off x="3559168" y="2347014"/>
              <a:ext cx="1824182" cy="931994"/>
            </a:xfrm>
            <a:custGeom>
              <a:avLst/>
              <a:gdLst>
                <a:gd name="connsiteX0" fmla="*/ 0 w 1824182"/>
                <a:gd name="connsiteY0" fmla="*/ 93199 h 931994"/>
                <a:gd name="connsiteX1" fmla="*/ 93199 w 1824182"/>
                <a:gd name="connsiteY1" fmla="*/ 0 h 931994"/>
                <a:gd name="connsiteX2" fmla="*/ 1730983 w 1824182"/>
                <a:gd name="connsiteY2" fmla="*/ 0 h 931994"/>
                <a:gd name="connsiteX3" fmla="*/ 1824182 w 1824182"/>
                <a:gd name="connsiteY3" fmla="*/ 93199 h 931994"/>
                <a:gd name="connsiteX4" fmla="*/ 1824182 w 1824182"/>
                <a:gd name="connsiteY4" fmla="*/ 838795 h 931994"/>
                <a:gd name="connsiteX5" fmla="*/ 1730983 w 1824182"/>
                <a:gd name="connsiteY5" fmla="*/ 931994 h 931994"/>
                <a:gd name="connsiteX6" fmla="*/ 93199 w 1824182"/>
                <a:gd name="connsiteY6" fmla="*/ 931994 h 931994"/>
                <a:gd name="connsiteX7" fmla="*/ 0 w 1824182"/>
                <a:gd name="connsiteY7" fmla="*/ 838795 h 931994"/>
                <a:gd name="connsiteX8" fmla="*/ 0 w 1824182"/>
                <a:gd name="connsiteY8" fmla="*/ 93199 h 9319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824182" h="931994">
                  <a:moveTo>
                    <a:pt x="0" y="93199"/>
                  </a:moveTo>
                  <a:cubicBezTo>
                    <a:pt x="0" y="41727"/>
                    <a:pt x="41727" y="0"/>
                    <a:pt x="93199" y="0"/>
                  </a:cubicBezTo>
                  <a:lnTo>
                    <a:pt x="1730983" y="0"/>
                  </a:lnTo>
                  <a:cubicBezTo>
                    <a:pt x="1782455" y="0"/>
                    <a:pt x="1824182" y="41727"/>
                    <a:pt x="1824182" y="93199"/>
                  </a:cubicBezTo>
                  <a:lnTo>
                    <a:pt x="1824182" y="838795"/>
                  </a:lnTo>
                  <a:cubicBezTo>
                    <a:pt x="1824182" y="890267"/>
                    <a:pt x="1782455" y="931994"/>
                    <a:pt x="1730983" y="931994"/>
                  </a:cubicBezTo>
                  <a:lnTo>
                    <a:pt x="93199" y="931994"/>
                  </a:lnTo>
                  <a:cubicBezTo>
                    <a:pt x="41727" y="931994"/>
                    <a:pt x="0" y="890267"/>
                    <a:pt x="0" y="838795"/>
                  </a:cubicBezTo>
                  <a:lnTo>
                    <a:pt x="0" y="93199"/>
                  </a:lnTo>
                  <a:close/>
                </a:path>
              </a:pathLst>
            </a:custGeom>
          </p:spPr>
          <p:style>
            <a:lnRef idx="2">
              <a:schemeClr val="lt1">
                <a:hueOff val="0"/>
                <a:satOff val="0"/>
                <a:lumOff val="0"/>
                <a:alphaOff val="0"/>
              </a:schemeClr>
            </a:lnRef>
            <a:fillRef idx="1">
              <a:schemeClr val="accent3">
                <a:hueOff val="0"/>
                <a:satOff val="0"/>
                <a:lumOff val="0"/>
                <a:alphaOff val="0"/>
              </a:schemeClr>
            </a:fillRef>
            <a:effectRef idx="0">
              <a:schemeClr val="accent3">
                <a:hueOff val="0"/>
                <a:satOff val="0"/>
                <a:lumOff val="0"/>
                <a:alphaOff val="0"/>
              </a:schemeClr>
            </a:effectRef>
            <a:fontRef idx="minor">
              <a:schemeClr val="lt1"/>
            </a:fontRef>
          </p:style>
          <p:txBody>
            <a:bodyPr spcFirstLastPara="0" vert="horz" wrap="square" lIns="113792" tIns="113792" rIns="113792" bIns="371625" numCol="1" spcCol="1270" anchor="t" anchorCtr="0">
              <a:noAutofit/>
            </a:bodyPr>
            <a:lstStyle/>
            <a:p>
              <a:pPr marL="0" lvl="0" indent="0" algn="l" defTabSz="711200">
                <a:lnSpc>
                  <a:spcPct val="90000"/>
                </a:lnSpc>
                <a:spcBef>
                  <a:spcPct val="0"/>
                </a:spcBef>
                <a:spcAft>
                  <a:spcPct val="35000"/>
                </a:spcAft>
                <a:buNone/>
              </a:pPr>
              <a:r>
                <a:rPr lang="en-US" sz="1600" b="1" kern="1200" dirty="0"/>
                <a:t>Artificial General Intelligence (AGI)</a:t>
              </a:r>
              <a:endParaRPr lang="en-US" sz="1400" kern="1200" dirty="0"/>
            </a:p>
          </p:txBody>
        </p:sp>
        <p:sp>
          <p:nvSpPr>
            <p:cNvPr id="12" name="Freeform: Shape 11">
              <a:extLst>
                <a:ext uri="{FF2B5EF4-FFF2-40B4-BE49-F238E27FC236}">
                  <a16:creationId xmlns:a16="http://schemas.microsoft.com/office/drawing/2014/main" id="{A45E00BE-7750-52A7-7E40-D67D819FE037}"/>
                </a:ext>
              </a:extLst>
            </p:cNvPr>
            <p:cNvSpPr/>
            <p:nvPr/>
          </p:nvSpPr>
          <p:spPr>
            <a:xfrm>
              <a:off x="3932795" y="2968344"/>
              <a:ext cx="1824182" cy="2057343"/>
            </a:xfrm>
            <a:custGeom>
              <a:avLst/>
              <a:gdLst>
                <a:gd name="connsiteX0" fmla="*/ 0 w 1824182"/>
                <a:gd name="connsiteY0" fmla="*/ 182418 h 2057343"/>
                <a:gd name="connsiteX1" fmla="*/ 182418 w 1824182"/>
                <a:gd name="connsiteY1" fmla="*/ 0 h 2057343"/>
                <a:gd name="connsiteX2" fmla="*/ 1641764 w 1824182"/>
                <a:gd name="connsiteY2" fmla="*/ 0 h 2057343"/>
                <a:gd name="connsiteX3" fmla="*/ 1824182 w 1824182"/>
                <a:gd name="connsiteY3" fmla="*/ 182418 h 2057343"/>
                <a:gd name="connsiteX4" fmla="*/ 1824182 w 1824182"/>
                <a:gd name="connsiteY4" fmla="*/ 1874925 h 2057343"/>
                <a:gd name="connsiteX5" fmla="*/ 1641764 w 1824182"/>
                <a:gd name="connsiteY5" fmla="*/ 2057343 h 2057343"/>
                <a:gd name="connsiteX6" fmla="*/ 182418 w 1824182"/>
                <a:gd name="connsiteY6" fmla="*/ 2057343 h 2057343"/>
                <a:gd name="connsiteX7" fmla="*/ 0 w 1824182"/>
                <a:gd name="connsiteY7" fmla="*/ 1874925 h 2057343"/>
                <a:gd name="connsiteX8" fmla="*/ 0 w 1824182"/>
                <a:gd name="connsiteY8" fmla="*/ 182418 h 205734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824182" h="2057343">
                  <a:moveTo>
                    <a:pt x="0" y="182418"/>
                  </a:moveTo>
                  <a:cubicBezTo>
                    <a:pt x="0" y="81671"/>
                    <a:pt x="81671" y="0"/>
                    <a:pt x="182418" y="0"/>
                  </a:cubicBezTo>
                  <a:lnTo>
                    <a:pt x="1641764" y="0"/>
                  </a:lnTo>
                  <a:cubicBezTo>
                    <a:pt x="1742511" y="0"/>
                    <a:pt x="1824182" y="81671"/>
                    <a:pt x="1824182" y="182418"/>
                  </a:cubicBezTo>
                  <a:lnTo>
                    <a:pt x="1824182" y="1874925"/>
                  </a:lnTo>
                  <a:cubicBezTo>
                    <a:pt x="1824182" y="1975672"/>
                    <a:pt x="1742511" y="2057343"/>
                    <a:pt x="1641764" y="2057343"/>
                  </a:cubicBezTo>
                  <a:lnTo>
                    <a:pt x="182418" y="2057343"/>
                  </a:lnTo>
                  <a:cubicBezTo>
                    <a:pt x="81671" y="2057343"/>
                    <a:pt x="0" y="1975672"/>
                    <a:pt x="0" y="1874925"/>
                  </a:cubicBezTo>
                  <a:lnTo>
                    <a:pt x="0" y="182418"/>
                  </a:lnTo>
                  <a:close/>
                </a:path>
              </a:pathLst>
            </a:custGeom>
          </p:spPr>
          <p:style>
            <a:lnRef idx="2">
              <a:schemeClr val="accent3">
                <a:hueOff val="0"/>
                <a:satOff val="0"/>
                <a:lumOff val="0"/>
                <a:alphaOff val="0"/>
              </a:schemeClr>
            </a:lnRef>
            <a:fillRef idx="1">
              <a:schemeClr val="lt1">
                <a:alpha val="90000"/>
                <a:hueOff val="0"/>
                <a:satOff val="0"/>
                <a:lumOff val="0"/>
                <a:alphaOff val="0"/>
              </a:schemeClr>
            </a:fillRef>
            <a:effectRef idx="0">
              <a:schemeClr val="lt1">
                <a:alpha val="90000"/>
                <a:hueOff val="0"/>
                <a:satOff val="0"/>
                <a:lumOff val="0"/>
                <a:alphaOff val="0"/>
              </a:schemeClr>
            </a:effectRef>
            <a:fontRef idx="minor">
              <a:schemeClr val="dk1">
                <a:hueOff val="0"/>
                <a:satOff val="0"/>
                <a:lumOff val="0"/>
                <a:alphaOff val="0"/>
              </a:schemeClr>
            </a:fontRef>
          </p:style>
          <p:txBody>
            <a:bodyPr spcFirstLastPara="0" vert="horz" wrap="square" lIns="152996" tIns="152996" rIns="152996" bIns="152996" numCol="1" spcCol="1270" anchor="t" anchorCtr="0">
              <a:noAutofit/>
            </a:bodyPr>
            <a:lstStyle/>
            <a:p>
              <a:pPr marL="114300" lvl="1" indent="-114300" algn="l" defTabSz="622300">
                <a:lnSpc>
                  <a:spcPct val="90000"/>
                </a:lnSpc>
                <a:spcBef>
                  <a:spcPct val="0"/>
                </a:spcBef>
                <a:spcAft>
                  <a:spcPct val="15000"/>
                </a:spcAft>
                <a:buChar char="•"/>
              </a:pPr>
              <a:r>
                <a:rPr lang="en-US" sz="1400" kern="1200" dirty="0"/>
                <a:t>A hypothetical intelligent agent which can understand or learn any intellectual task that human beings can. </a:t>
              </a:r>
              <a:r>
                <a:rPr lang="en-US" sz="1200" kern="1200" dirty="0">
                  <a:solidFill>
                    <a:schemeClr val="bg1">
                      <a:lumMod val="65000"/>
                    </a:schemeClr>
                  </a:solidFill>
                  <a:latin typeface="+mn-lt"/>
                  <a:ea typeface="+mn-ea"/>
                  <a:cs typeface="+mn-cs"/>
                </a:rPr>
                <a:t>[Wikipedia: AGI]</a:t>
              </a:r>
              <a:endParaRPr lang="en-US" sz="1400" kern="1200" dirty="0"/>
            </a:p>
          </p:txBody>
        </p:sp>
      </p:grpSp>
      <p:grpSp>
        <p:nvGrpSpPr>
          <p:cNvPr id="18" name="Group 17">
            <a:extLst>
              <a:ext uri="{FF2B5EF4-FFF2-40B4-BE49-F238E27FC236}">
                <a16:creationId xmlns:a16="http://schemas.microsoft.com/office/drawing/2014/main" id="{E158F116-2D69-3A98-8BF4-E0BA1F4D255A}"/>
              </a:ext>
            </a:extLst>
          </p:cNvPr>
          <p:cNvGrpSpPr/>
          <p:nvPr/>
        </p:nvGrpSpPr>
        <p:grpSpPr>
          <a:xfrm>
            <a:off x="5659890" y="2347014"/>
            <a:ext cx="3064112" cy="2678673"/>
            <a:chOff x="5659890" y="2347014"/>
            <a:chExt cx="3064112" cy="2678673"/>
          </a:xfrm>
        </p:grpSpPr>
        <p:sp>
          <p:nvSpPr>
            <p:cNvPr id="13" name="Freeform: Shape 12">
              <a:extLst>
                <a:ext uri="{FF2B5EF4-FFF2-40B4-BE49-F238E27FC236}">
                  <a16:creationId xmlns:a16="http://schemas.microsoft.com/office/drawing/2014/main" id="{9E128CCC-B9CD-F58A-D202-F84221806E63}"/>
                </a:ext>
              </a:extLst>
            </p:cNvPr>
            <p:cNvSpPr/>
            <p:nvPr/>
          </p:nvSpPr>
          <p:spPr>
            <a:xfrm>
              <a:off x="5659890" y="2430595"/>
              <a:ext cx="586263" cy="454168"/>
            </a:xfrm>
            <a:custGeom>
              <a:avLst/>
              <a:gdLst>
                <a:gd name="connsiteX0" fmla="*/ 0 w 586263"/>
                <a:gd name="connsiteY0" fmla="*/ 90834 h 454168"/>
                <a:gd name="connsiteX1" fmla="*/ 359179 w 586263"/>
                <a:gd name="connsiteY1" fmla="*/ 90834 h 454168"/>
                <a:gd name="connsiteX2" fmla="*/ 359179 w 586263"/>
                <a:gd name="connsiteY2" fmla="*/ 0 h 454168"/>
                <a:gd name="connsiteX3" fmla="*/ 586263 w 586263"/>
                <a:gd name="connsiteY3" fmla="*/ 227084 h 454168"/>
                <a:gd name="connsiteX4" fmla="*/ 359179 w 586263"/>
                <a:gd name="connsiteY4" fmla="*/ 454168 h 454168"/>
                <a:gd name="connsiteX5" fmla="*/ 359179 w 586263"/>
                <a:gd name="connsiteY5" fmla="*/ 363334 h 454168"/>
                <a:gd name="connsiteX6" fmla="*/ 0 w 586263"/>
                <a:gd name="connsiteY6" fmla="*/ 363334 h 454168"/>
                <a:gd name="connsiteX7" fmla="*/ 0 w 586263"/>
                <a:gd name="connsiteY7" fmla="*/ 90834 h 45416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586263" h="454168">
                  <a:moveTo>
                    <a:pt x="0" y="90834"/>
                  </a:moveTo>
                  <a:lnTo>
                    <a:pt x="359179" y="90834"/>
                  </a:lnTo>
                  <a:lnTo>
                    <a:pt x="359179" y="0"/>
                  </a:lnTo>
                  <a:lnTo>
                    <a:pt x="586263" y="227084"/>
                  </a:lnTo>
                  <a:lnTo>
                    <a:pt x="359179" y="454168"/>
                  </a:lnTo>
                  <a:lnTo>
                    <a:pt x="359179" y="363334"/>
                  </a:lnTo>
                  <a:lnTo>
                    <a:pt x="0" y="363334"/>
                  </a:lnTo>
                  <a:lnTo>
                    <a:pt x="0" y="90834"/>
                  </a:lnTo>
                  <a:close/>
                </a:path>
              </a:pathLst>
            </a:custGeom>
          </p:spPr>
          <p:style>
            <a:lnRef idx="3">
              <a:schemeClr val="lt1"/>
            </a:lnRef>
            <a:fillRef idx="1">
              <a:schemeClr val="accent4"/>
            </a:fillRef>
            <a:effectRef idx="1">
              <a:schemeClr val="accent4"/>
            </a:effectRef>
            <a:fontRef idx="minor">
              <a:schemeClr val="lt1"/>
            </a:fontRef>
          </p:style>
          <p:txBody>
            <a:bodyPr spcFirstLastPara="0" vert="horz" wrap="square" lIns="0" tIns="90834" rIns="136250" bIns="90834" numCol="1" spcCol="1270" anchor="ctr" anchorCtr="0">
              <a:noAutofit/>
            </a:bodyPr>
            <a:lstStyle/>
            <a:p>
              <a:pPr marL="0" lvl="0" indent="0" algn="ctr" defTabSz="666750">
                <a:lnSpc>
                  <a:spcPct val="90000"/>
                </a:lnSpc>
                <a:spcBef>
                  <a:spcPct val="0"/>
                </a:spcBef>
                <a:spcAft>
                  <a:spcPct val="35000"/>
                </a:spcAft>
                <a:buNone/>
              </a:pPr>
              <a:endParaRPr lang="en-US" sz="1500" kern="1200"/>
            </a:p>
          </p:txBody>
        </p:sp>
        <p:sp>
          <p:nvSpPr>
            <p:cNvPr id="14" name="Freeform: Shape 13">
              <a:extLst>
                <a:ext uri="{FF2B5EF4-FFF2-40B4-BE49-F238E27FC236}">
                  <a16:creationId xmlns:a16="http://schemas.microsoft.com/office/drawing/2014/main" id="{2F9F7217-3140-FC99-D821-368825E3A7C3}"/>
                </a:ext>
              </a:extLst>
            </p:cNvPr>
            <p:cNvSpPr/>
            <p:nvPr/>
          </p:nvSpPr>
          <p:spPr>
            <a:xfrm>
              <a:off x="6489508" y="2347014"/>
              <a:ext cx="1897551" cy="931994"/>
            </a:xfrm>
            <a:custGeom>
              <a:avLst/>
              <a:gdLst>
                <a:gd name="connsiteX0" fmla="*/ 0 w 1897551"/>
                <a:gd name="connsiteY0" fmla="*/ 93199 h 931994"/>
                <a:gd name="connsiteX1" fmla="*/ 93199 w 1897551"/>
                <a:gd name="connsiteY1" fmla="*/ 0 h 931994"/>
                <a:gd name="connsiteX2" fmla="*/ 1804352 w 1897551"/>
                <a:gd name="connsiteY2" fmla="*/ 0 h 931994"/>
                <a:gd name="connsiteX3" fmla="*/ 1897551 w 1897551"/>
                <a:gd name="connsiteY3" fmla="*/ 93199 h 931994"/>
                <a:gd name="connsiteX4" fmla="*/ 1897551 w 1897551"/>
                <a:gd name="connsiteY4" fmla="*/ 838795 h 931994"/>
                <a:gd name="connsiteX5" fmla="*/ 1804352 w 1897551"/>
                <a:gd name="connsiteY5" fmla="*/ 931994 h 931994"/>
                <a:gd name="connsiteX6" fmla="*/ 93199 w 1897551"/>
                <a:gd name="connsiteY6" fmla="*/ 931994 h 931994"/>
                <a:gd name="connsiteX7" fmla="*/ 0 w 1897551"/>
                <a:gd name="connsiteY7" fmla="*/ 838795 h 931994"/>
                <a:gd name="connsiteX8" fmla="*/ 0 w 1897551"/>
                <a:gd name="connsiteY8" fmla="*/ 93199 h 9319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897551" h="931994">
                  <a:moveTo>
                    <a:pt x="0" y="93199"/>
                  </a:moveTo>
                  <a:cubicBezTo>
                    <a:pt x="0" y="41727"/>
                    <a:pt x="41727" y="0"/>
                    <a:pt x="93199" y="0"/>
                  </a:cubicBezTo>
                  <a:lnTo>
                    <a:pt x="1804352" y="0"/>
                  </a:lnTo>
                  <a:cubicBezTo>
                    <a:pt x="1855824" y="0"/>
                    <a:pt x="1897551" y="41727"/>
                    <a:pt x="1897551" y="93199"/>
                  </a:cubicBezTo>
                  <a:lnTo>
                    <a:pt x="1897551" y="838795"/>
                  </a:lnTo>
                  <a:cubicBezTo>
                    <a:pt x="1897551" y="890267"/>
                    <a:pt x="1855824" y="931994"/>
                    <a:pt x="1804352" y="931994"/>
                  </a:cubicBezTo>
                  <a:lnTo>
                    <a:pt x="93199" y="931994"/>
                  </a:lnTo>
                  <a:cubicBezTo>
                    <a:pt x="41727" y="931994"/>
                    <a:pt x="0" y="890267"/>
                    <a:pt x="0" y="838795"/>
                  </a:cubicBezTo>
                  <a:lnTo>
                    <a:pt x="0" y="93199"/>
                  </a:lnTo>
                  <a:close/>
                </a:path>
              </a:pathLst>
            </a:custGeom>
          </p:spPr>
          <p:style>
            <a:lnRef idx="2">
              <a:schemeClr val="lt1">
                <a:hueOff val="0"/>
                <a:satOff val="0"/>
                <a:lumOff val="0"/>
                <a:alphaOff val="0"/>
              </a:schemeClr>
            </a:lnRef>
            <a:fillRef idx="1">
              <a:schemeClr val="accent4">
                <a:hueOff val="0"/>
                <a:satOff val="0"/>
                <a:lumOff val="0"/>
                <a:alphaOff val="0"/>
              </a:schemeClr>
            </a:fillRef>
            <a:effectRef idx="0">
              <a:schemeClr val="accent4">
                <a:hueOff val="0"/>
                <a:satOff val="0"/>
                <a:lumOff val="0"/>
                <a:alphaOff val="0"/>
              </a:schemeClr>
            </a:effectRef>
            <a:fontRef idx="minor">
              <a:schemeClr val="lt1"/>
            </a:fontRef>
          </p:style>
          <p:txBody>
            <a:bodyPr spcFirstLastPara="0" vert="horz" wrap="square" lIns="128016" tIns="128016" rIns="128016" bIns="379245" numCol="1" spcCol="1270" anchor="t" anchorCtr="0">
              <a:noAutofit/>
            </a:bodyPr>
            <a:lstStyle/>
            <a:p>
              <a:pPr marL="0" lvl="0" indent="0" algn="l" defTabSz="800100">
                <a:lnSpc>
                  <a:spcPct val="90000"/>
                </a:lnSpc>
                <a:spcBef>
                  <a:spcPct val="0"/>
                </a:spcBef>
                <a:spcAft>
                  <a:spcPct val="35000"/>
                </a:spcAft>
                <a:buNone/>
              </a:pPr>
              <a:r>
                <a:rPr lang="en-US" sz="1800" b="1" kern="1200" dirty="0"/>
                <a:t>Artificial Superintelligence</a:t>
              </a:r>
            </a:p>
          </p:txBody>
        </p:sp>
        <p:sp>
          <p:nvSpPr>
            <p:cNvPr id="15" name="Freeform: Shape 14">
              <a:extLst>
                <a:ext uri="{FF2B5EF4-FFF2-40B4-BE49-F238E27FC236}">
                  <a16:creationId xmlns:a16="http://schemas.microsoft.com/office/drawing/2014/main" id="{288709BC-C908-1338-738C-C993B5830966}"/>
                </a:ext>
              </a:extLst>
            </p:cNvPr>
            <p:cNvSpPr/>
            <p:nvPr/>
          </p:nvSpPr>
          <p:spPr>
            <a:xfrm>
              <a:off x="6899820" y="2968344"/>
              <a:ext cx="1824182" cy="2057343"/>
            </a:xfrm>
            <a:custGeom>
              <a:avLst/>
              <a:gdLst>
                <a:gd name="connsiteX0" fmla="*/ 0 w 1824182"/>
                <a:gd name="connsiteY0" fmla="*/ 182418 h 2057343"/>
                <a:gd name="connsiteX1" fmla="*/ 182418 w 1824182"/>
                <a:gd name="connsiteY1" fmla="*/ 0 h 2057343"/>
                <a:gd name="connsiteX2" fmla="*/ 1641764 w 1824182"/>
                <a:gd name="connsiteY2" fmla="*/ 0 h 2057343"/>
                <a:gd name="connsiteX3" fmla="*/ 1824182 w 1824182"/>
                <a:gd name="connsiteY3" fmla="*/ 182418 h 2057343"/>
                <a:gd name="connsiteX4" fmla="*/ 1824182 w 1824182"/>
                <a:gd name="connsiteY4" fmla="*/ 1874925 h 2057343"/>
                <a:gd name="connsiteX5" fmla="*/ 1641764 w 1824182"/>
                <a:gd name="connsiteY5" fmla="*/ 2057343 h 2057343"/>
                <a:gd name="connsiteX6" fmla="*/ 182418 w 1824182"/>
                <a:gd name="connsiteY6" fmla="*/ 2057343 h 2057343"/>
                <a:gd name="connsiteX7" fmla="*/ 0 w 1824182"/>
                <a:gd name="connsiteY7" fmla="*/ 1874925 h 2057343"/>
                <a:gd name="connsiteX8" fmla="*/ 0 w 1824182"/>
                <a:gd name="connsiteY8" fmla="*/ 182418 h 205734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824182" h="2057343">
                  <a:moveTo>
                    <a:pt x="0" y="182418"/>
                  </a:moveTo>
                  <a:cubicBezTo>
                    <a:pt x="0" y="81671"/>
                    <a:pt x="81671" y="0"/>
                    <a:pt x="182418" y="0"/>
                  </a:cubicBezTo>
                  <a:lnTo>
                    <a:pt x="1641764" y="0"/>
                  </a:lnTo>
                  <a:cubicBezTo>
                    <a:pt x="1742511" y="0"/>
                    <a:pt x="1824182" y="81671"/>
                    <a:pt x="1824182" y="182418"/>
                  </a:cubicBezTo>
                  <a:lnTo>
                    <a:pt x="1824182" y="1874925"/>
                  </a:lnTo>
                  <a:cubicBezTo>
                    <a:pt x="1824182" y="1975672"/>
                    <a:pt x="1742511" y="2057343"/>
                    <a:pt x="1641764" y="2057343"/>
                  </a:cubicBezTo>
                  <a:lnTo>
                    <a:pt x="182418" y="2057343"/>
                  </a:lnTo>
                  <a:cubicBezTo>
                    <a:pt x="81671" y="2057343"/>
                    <a:pt x="0" y="1975672"/>
                    <a:pt x="0" y="1874925"/>
                  </a:cubicBezTo>
                  <a:lnTo>
                    <a:pt x="0" y="182418"/>
                  </a:lnTo>
                  <a:close/>
                </a:path>
              </a:pathLst>
            </a:custGeom>
          </p:spPr>
          <p:style>
            <a:lnRef idx="2">
              <a:schemeClr val="accent4">
                <a:hueOff val="0"/>
                <a:satOff val="0"/>
                <a:lumOff val="0"/>
                <a:alphaOff val="0"/>
              </a:schemeClr>
            </a:lnRef>
            <a:fillRef idx="1">
              <a:schemeClr val="lt1">
                <a:alpha val="90000"/>
                <a:hueOff val="0"/>
                <a:satOff val="0"/>
                <a:lumOff val="0"/>
                <a:alphaOff val="0"/>
              </a:schemeClr>
            </a:fillRef>
            <a:effectRef idx="0">
              <a:schemeClr val="lt1">
                <a:alpha val="90000"/>
                <a:hueOff val="0"/>
                <a:satOff val="0"/>
                <a:lumOff val="0"/>
                <a:alphaOff val="0"/>
              </a:schemeClr>
            </a:effectRef>
            <a:fontRef idx="minor">
              <a:schemeClr val="dk1">
                <a:hueOff val="0"/>
                <a:satOff val="0"/>
                <a:lumOff val="0"/>
                <a:alphaOff val="0"/>
              </a:schemeClr>
            </a:fontRef>
          </p:style>
          <p:txBody>
            <a:bodyPr spcFirstLastPara="0" vert="horz" wrap="square" lIns="152996" tIns="152996" rIns="152996" bIns="152996" numCol="1" spcCol="1270" anchor="t" anchorCtr="0">
              <a:noAutofit/>
            </a:bodyPr>
            <a:lstStyle/>
            <a:p>
              <a:pPr marL="114300" lvl="1" indent="-114300" algn="l" defTabSz="622300">
                <a:lnSpc>
                  <a:spcPct val="90000"/>
                </a:lnSpc>
                <a:spcBef>
                  <a:spcPct val="0"/>
                </a:spcBef>
                <a:spcAft>
                  <a:spcPct val="15000"/>
                </a:spcAft>
                <a:buChar char="•"/>
              </a:pPr>
              <a:r>
                <a:rPr lang="en-US" sz="1400" kern="1200" dirty="0"/>
                <a:t>A hypothetical intelligent agent possessing intelligence surpassing that of the brightest and most gifted human minds. </a:t>
              </a:r>
              <a:r>
                <a:rPr lang="en-US" sz="1200" kern="1200" dirty="0">
                  <a:solidFill>
                    <a:schemeClr val="bg1">
                      <a:lumMod val="65000"/>
                    </a:schemeClr>
                  </a:solidFill>
                  <a:latin typeface="+mn-lt"/>
                  <a:ea typeface="+mn-ea"/>
                  <a:cs typeface="+mn-cs"/>
                </a:rPr>
                <a:t>[Wikipedia: Superintelligence]</a:t>
              </a:r>
              <a:endParaRPr lang="en-US" sz="1400" kern="1200" dirty="0"/>
            </a:p>
          </p:txBody>
        </p:sp>
      </p:grpSp>
      <p:sp>
        <p:nvSpPr>
          <p:cNvPr id="4" name="TextBox 3">
            <a:extLst>
              <a:ext uri="{FF2B5EF4-FFF2-40B4-BE49-F238E27FC236}">
                <a16:creationId xmlns:a16="http://schemas.microsoft.com/office/drawing/2014/main" id="{96992D9C-939E-4C5F-3DE2-66B465C4813A}"/>
              </a:ext>
            </a:extLst>
          </p:cNvPr>
          <p:cNvSpPr txBox="1"/>
          <p:nvPr/>
        </p:nvSpPr>
        <p:spPr>
          <a:xfrm>
            <a:off x="838200" y="5080943"/>
            <a:ext cx="7981950" cy="400110"/>
          </a:xfrm>
          <a:prstGeom prst="rect">
            <a:avLst/>
          </a:prstGeom>
          <a:noFill/>
        </p:spPr>
        <p:txBody>
          <a:bodyPr wrap="square">
            <a:spAutoFit/>
          </a:bodyPr>
          <a:lstStyle/>
          <a:p>
            <a:r>
              <a:rPr lang="en-US" sz="2000" b="1" dirty="0"/>
              <a:t>How can we achieve this? Create an agent that can:</a:t>
            </a:r>
            <a:r>
              <a:rPr lang="en-US" sz="2000" dirty="0"/>
              <a:t>	</a:t>
            </a:r>
            <a:endParaRPr lang="en-US" sz="2000" dirty="0">
              <a:solidFill>
                <a:schemeClr val="bg1">
                  <a:lumMod val="65000"/>
                </a:schemeClr>
              </a:solidFill>
            </a:endParaRPr>
          </a:p>
        </p:txBody>
      </p:sp>
      <mc:AlternateContent xmlns:mc="http://schemas.openxmlformats.org/markup-compatibility/2006" xmlns:p14="http://schemas.microsoft.com/office/powerpoint/2010/main">
        <mc:Choice Requires="p14">
          <p:contentPart p14:bwMode="auto" r:id="rId8">
            <p14:nvContentPartPr>
              <p14:cNvPr id="5" name="Ink 4">
                <a:extLst>
                  <a:ext uri="{FF2B5EF4-FFF2-40B4-BE49-F238E27FC236}">
                    <a16:creationId xmlns:a16="http://schemas.microsoft.com/office/drawing/2014/main" id="{28880A51-300C-8F5D-4170-28BB816DFE84}"/>
                  </a:ext>
                </a:extLst>
              </p14:cNvPr>
              <p14:cNvContentPartPr/>
              <p14:nvPr/>
            </p14:nvContentPartPr>
            <p14:xfrm>
              <a:off x="9931085" y="3394643"/>
              <a:ext cx="360" cy="360"/>
            </p14:xfrm>
          </p:contentPart>
        </mc:Choice>
        <mc:Fallback xmlns="">
          <p:pic>
            <p:nvPicPr>
              <p:cNvPr id="5" name="Ink 4">
                <a:extLst>
                  <a:ext uri="{FF2B5EF4-FFF2-40B4-BE49-F238E27FC236}">
                    <a16:creationId xmlns:a16="http://schemas.microsoft.com/office/drawing/2014/main" id="{28880A51-300C-8F5D-4170-28BB816DFE84}"/>
                  </a:ext>
                </a:extLst>
              </p:cNvPr>
              <p:cNvPicPr/>
              <p:nvPr/>
            </p:nvPicPr>
            <p:blipFill>
              <a:blip r:embed="rId14"/>
              <a:stretch>
                <a:fillRect/>
              </a:stretch>
            </p:blipFill>
            <p:spPr>
              <a:xfrm>
                <a:off x="9922445" y="3386003"/>
                <a:ext cx="18000" cy="18000"/>
              </a:xfrm>
              <a:prstGeom prst="rect">
                <a:avLst/>
              </a:prstGeom>
            </p:spPr>
          </p:pic>
        </mc:Fallback>
      </mc:AlternateContent>
    </p:spTree>
    <p:extLst>
      <p:ext uri="{BB962C8B-B14F-4D97-AF65-F5344CB8AC3E}">
        <p14:creationId xmlns:p14="http://schemas.microsoft.com/office/powerpoint/2010/main" val="226163313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7"/>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8"/>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6"/>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Graphic spid="6" grpId="0">
        <p:bldAsOne/>
      </p:bldGraphic>
      <p:bldP spid="4" grpId="0"/>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FE9FE6E0-2499-4899-AEE4-A9B64443C289}"/>
              </a:ext>
            </a:extLst>
          </p:cNvPr>
          <p:cNvSpPr txBox="1">
            <a:spLocks noGrp="1"/>
          </p:cNvSpPr>
          <p:nvPr>
            <p:ph type="title"/>
          </p:nvPr>
        </p:nvSpPr>
        <p:spPr>
          <a:xfrm>
            <a:off x="1524000" y="5788781"/>
            <a:ext cx="3306739" cy="584775"/>
          </a:xfrm>
          <a:prstGeom prst="rect">
            <a:avLst/>
          </a:prstGeom>
          <a:noFill/>
          <a:ln>
            <a:noFill/>
            <a:prstDash/>
          </a:ln>
          <a:effectLst/>
        </p:spPr>
        <p:txBody>
          <a:bodyPr rot="0" spcFirstLastPara="0" vertOverflow="overflow" horzOverflow="overflow" vert="horz" wrap="none" lIns="91440" tIns="45720" rIns="91440" bIns="45720" numCol="1" spcCol="0" rtlCol="0" fromWordArt="0" anchor="t" anchorCtr="0" forceAA="0" compatLnSpc="1">
            <a:prstTxWarp prst="textNoShape">
              <a:avLst/>
            </a:prstTxWarp>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200" b="1" i="0" u="none" strike="noStrike" kern="1200" cap="none" spc="0" normalizeH="0" baseline="0" noProof="0" dirty="0">
                <a:ln>
                  <a:noFill/>
                </a:ln>
                <a:solidFill>
                  <a:schemeClr val="tx1"/>
                </a:solidFill>
                <a:effectLst/>
                <a:uLnTx/>
                <a:uFillTx/>
                <a:latin typeface="+mn-lt"/>
                <a:ea typeface="+mn-ea"/>
                <a:cs typeface="+mn-cs"/>
              </a:rPr>
              <a:t>Cognitive Sciences</a:t>
            </a:r>
          </a:p>
        </p:txBody>
      </p:sp>
      <p:graphicFrame>
        <p:nvGraphicFramePr>
          <p:cNvPr id="2" name="Content Placeholder 1">
            <a:extLst>
              <a:ext uri="{FF2B5EF4-FFF2-40B4-BE49-F238E27FC236}">
                <a16:creationId xmlns:a16="http://schemas.microsoft.com/office/drawing/2014/main" id="{3E5A5EF0-9CC7-4975-85A5-A6A3BDCF1401}"/>
              </a:ext>
              <a:ext uri="{C183D7F6-B498-43B3-948B-1728B52AA6E4}">
                <adec:decorative xmlns:adec="http://schemas.microsoft.com/office/drawing/2017/decorative" val="1"/>
              </a:ext>
            </a:extLst>
          </p:cNvPr>
          <p:cNvGraphicFramePr>
            <a:graphicFrameLocks noGrp="1"/>
          </p:cNvGraphicFramePr>
          <p:nvPr>
            <p:ph idx="1"/>
            <p:extLst>
              <p:ext uri="{D42A27DB-BD31-4B8C-83A1-F6EECF244321}">
                <p14:modId xmlns:p14="http://schemas.microsoft.com/office/powerpoint/2010/main" val="2770344853"/>
              </p:ext>
            </p:extLst>
          </p:nvPr>
        </p:nvGraphicFramePr>
        <p:xfrm>
          <a:off x="628650" y="1825627"/>
          <a:ext cx="5391150" cy="3432175"/>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5" name="Left Brace 4">
            <a:extLst>
              <a:ext uri="{FF2B5EF4-FFF2-40B4-BE49-F238E27FC236}">
                <a16:creationId xmlns:a16="http://schemas.microsoft.com/office/drawing/2014/main" id="{4894A1DB-6F51-A0EA-F97D-41524E2C0977}"/>
              </a:ext>
              <a:ext uri="{C183D7F6-B498-43B3-948B-1728B52AA6E4}">
                <adec:decorative xmlns:adec="http://schemas.microsoft.com/office/drawing/2017/decorative" val="1"/>
              </a:ext>
            </a:extLst>
          </p:cNvPr>
          <p:cNvSpPr/>
          <p:nvPr/>
        </p:nvSpPr>
        <p:spPr>
          <a:xfrm rot="16200000">
            <a:off x="3124203" y="2893181"/>
            <a:ext cx="400050" cy="5391150"/>
          </a:xfrm>
          <a:prstGeom prst="lef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graphicFrame>
        <p:nvGraphicFramePr>
          <p:cNvPr id="6" name="Content Placeholder 5">
            <a:extLst>
              <a:ext uri="{FF2B5EF4-FFF2-40B4-BE49-F238E27FC236}">
                <a16:creationId xmlns:a16="http://schemas.microsoft.com/office/drawing/2014/main" id="{BE3F5FDF-8244-970D-24F1-CFA6DEBF300B}"/>
              </a:ext>
              <a:ext uri="{C183D7F6-B498-43B3-948B-1728B52AA6E4}">
                <adec:decorative xmlns:adec="http://schemas.microsoft.com/office/drawing/2017/decorative" val="1"/>
              </a:ext>
            </a:extLst>
          </p:cNvPr>
          <p:cNvGraphicFramePr>
            <a:graphicFrameLocks/>
          </p:cNvGraphicFramePr>
          <p:nvPr>
            <p:extLst>
              <p:ext uri="{D42A27DB-BD31-4B8C-83A1-F6EECF244321}">
                <p14:modId xmlns:p14="http://schemas.microsoft.com/office/powerpoint/2010/main" val="2082554103"/>
              </p:ext>
            </p:extLst>
          </p:nvPr>
        </p:nvGraphicFramePr>
        <p:xfrm>
          <a:off x="990600" y="0"/>
          <a:ext cx="6762750" cy="1659477"/>
        </p:xfrm>
        <a:graphic>
          <a:graphicData uri="http://schemas.openxmlformats.org/drawingml/2006/diagram">
            <dgm:relIds xmlns:dgm="http://schemas.openxmlformats.org/drawingml/2006/diagram" xmlns:r="http://schemas.openxmlformats.org/officeDocument/2006/relationships" r:dm="rId8" r:lo="rId9" r:qs="rId10" r:cs="rId11"/>
          </a:graphicData>
        </a:graphic>
      </p:graphicFrame>
      <p:sp>
        <p:nvSpPr>
          <p:cNvPr id="4" name="Title 2">
            <a:extLst>
              <a:ext uri="{FF2B5EF4-FFF2-40B4-BE49-F238E27FC236}">
                <a16:creationId xmlns:a16="http://schemas.microsoft.com/office/drawing/2014/main" id="{47E42546-2015-E5D3-5084-2514F21533FF}"/>
              </a:ext>
            </a:extLst>
          </p:cNvPr>
          <p:cNvSpPr txBox="1">
            <a:spLocks/>
          </p:cNvSpPr>
          <p:nvPr/>
        </p:nvSpPr>
        <p:spPr>
          <a:xfrm>
            <a:off x="6592026" y="5562600"/>
            <a:ext cx="2055947" cy="1077218"/>
          </a:xfrm>
          <a:prstGeom prst="rect">
            <a:avLst/>
          </a:prstGeom>
          <a:noFill/>
          <a:ln>
            <a:noFill/>
            <a:prstDash/>
          </a:ln>
          <a:effectLst/>
        </p:spPr>
        <p:txBody>
          <a:bodyPr rot="0" spcFirstLastPara="0" vertOverflow="overflow" horzOverflow="overflow" vert="horz" wrap="none" lIns="91440" tIns="45720" rIns="91440" bIns="45720" numCol="1" spcCol="0" rtlCol="0" fromWordArt="0" anchor="t" anchorCtr="0" forceAA="0" compatLnSpc="1">
            <a:prstTxWarp prst="textNoShape">
              <a:avLst/>
            </a:prstTxWarp>
            <a:sp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lnSpc>
                <a:spcPct val="100000"/>
              </a:lnSpc>
              <a:spcBef>
                <a:spcPts val="0"/>
              </a:spcBef>
              <a:defRPr/>
            </a:pPr>
            <a:r>
              <a:rPr lang="en-US" sz="3200" b="1" dirty="0">
                <a:latin typeface="+mn-lt"/>
                <a:ea typeface="+mn-ea"/>
                <a:cs typeface="+mn-cs"/>
              </a:rPr>
              <a:t>Moral </a:t>
            </a:r>
            <a:br>
              <a:rPr lang="en-US" sz="3200" b="1" dirty="0">
                <a:latin typeface="+mn-lt"/>
                <a:ea typeface="+mn-ea"/>
                <a:cs typeface="+mn-cs"/>
              </a:rPr>
            </a:br>
            <a:r>
              <a:rPr lang="en-US" sz="3200" b="1" dirty="0">
                <a:latin typeface="+mn-lt"/>
                <a:ea typeface="+mn-ea"/>
                <a:cs typeface="+mn-cs"/>
              </a:rPr>
              <a:t>Philosophy</a:t>
            </a:r>
          </a:p>
        </p:txBody>
      </p:sp>
      <p:grpSp>
        <p:nvGrpSpPr>
          <p:cNvPr id="14" name="Group 13">
            <a:extLst>
              <a:ext uri="{FF2B5EF4-FFF2-40B4-BE49-F238E27FC236}">
                <a16:creationId xmlns:a16="http://schemas.microsoft.com/office/drawing/2014/main" id="{23C9FECE-A846-6BB7-C79A-433AC982FB35}"/>
              </a:ext>
            </a:extLst>
          </p:cNvPr>
          <p:cNvGrpSpPr/>
          <p:nvPr/>
        </p:nvGrpSpPr>
        <p:grpSpPr>
          <a:xfrm>
            <a:off x="6324600" y="1825627"/>
            <a:ext cx="2402978" cy="3386690"/>
            <a:chOff x="6324600" y="1825627"/>
            <a:chExt cx="2402978" cy="3386690"/>
          </a:xfrm>
        </p:grpSpPr>
        <p:grpSp>
          <p:nvGrpSpPr>
            <p:cNvPr id="7" name="Group 6">
              <a:extLst>
                <a:ext uri="{FF2B5EF4-FFF2-40B4-BE49-F238E27FC236}">
                  <a16:creationId xmlns:a16="http://schemas.microsoft.com/office/drawing/2014/main" id="{8D30211F-BFEA-413F-8D2C-1D0EBC42E3FA}"/>
                </a:ext>
              </a:extLst>
            </p:cNvPr>
            <p:cNvGrpSpPr/>
            <p:nvPr/>
          </p:nvGrpSpPr>
          <p:grpSpPr>
            <a:xfrm>
              <a:off x="6324600" y="1825627"/>
              <a:ext cx="2402978" cy="858030"/>
              <a:chOff x="5481256" y="22742"/>
              <a:chExt cx="2402978" cy="858030"/>
            </a:xfrm>
            <a:solidFill>
              <a:schemeClr val="accent2"/>
            </a:solidFill>
          </p:grpSpPr>
          <p:sp>
            <p:nvSpPr>
              <p:cNvPr id="11" name="Rectangle 10">
                <a:extLst>
                  <a:ext uri="{FF2B5EF4-FFF2-40B4-BE49-F238E27FC236}">
                    <a16:creationId xmlns:a16="http://schemas.microsoft.com/office/drawing/2014/main" id="{D041AFE9-B8F6-86D7-C5BD-C702F0CEE91D}"/>
                  </a:ext>
                </a:extLst>
              </p:cNvPr>
              <p:cNvSpPr/>
              <p:nvPr/>
            </p:nvSpPr>
            <p:spPr>
              <a:xfrm>
                <a:off x="5481256" y="22742"/>
                <a:ext cx="2402978" cy="858030"/>
              </a:xfrm>
              <a:prstGeom prst="rect">
                <a:avLst/>
              </a:prstGeom>
              <a:grpFill/>
              <a:ln>
                <a:noFill/>
              </a:ln>
            </p:spPr>
            <p:style>
              <a:lnRef idx="2">
                <a:schemeClr val="accent5">
                  <a:hueOff val="-12162821"/>
                  <a:satOff val="-296"/>
                  <a:lumOff val="-10393"/>
                  <a:alphaOff val="0"/>
                </a:schemeClr>
              </a:lnRef>
              <a:fillRef idx="1">
                <a:schemeClr val="accent5">
                  <a:hueOff val="-12162821"/>
                  <a:satOff val="-296"/>
                  <a:lumOff val="-10393"/>
                  <a:alphaOff val="0"/>
                </a:schemeClr>
              </a:fillRef>
              <a:effectRef idx="0">
                <a:schemeClr val="accent5">
                  <a:hueOff val="-12162821"/>
                  <a:satOff val="-296"/>
                  <a:lumOff val="-10393"/>
                  <a:alphaOff val="0"/>
                </a:schemeClr>
              </a:effectRef>
              <a:fontRef idx="minor">
                <a:schemeClr val="lt1"/>
              </a:fontRef>
            </p:style>
            <p:txBody>
              <a:bodyPr/>
              <a:lstStyle/>
              <a:p>
                <a:endParaRPr lang="en-US"/>
              </a:p>
            </p:txBody>
          </p:sp>
          <p:sp>
            <p:nvSpPr>
              <p:cNvPr id="12" name="TextBox 11">
                <a:extLst>
                  <a:ext uri="{FF2B5EF4-FFF2-40B4-BE49-F238E27FC236}">
                    <a16:creationId xmlns:a16="http://schemas.microsoft.com/office/drawing/2014/main" id="{950D21E8-C187-E89C-26DA-20FA2E9C8F5F}"/>
                  </a:ext>
                </a:extLst>
              </p:cNvPr>
              <p:cNvSpPr txBox="1"/>
              <p:nvPr/>
            </p:nvSpPr>
            <p:spPr>
              <a:xfrm>
                <a:off x="5481256" y="22742"/>
                <a:ext cx="2402978" cy="858030"/>
              </a:xfrm>
              <a:prstGeom prst="rect">
                <a:avLst/>
              </a:prstGeom>
              <a:grpFill/>
              <a:ln>
                <a:noFill/>
              </a:ln>
            </p:spPr>
            <p:style>
              <a:lnRef idx="0">
                <a:scrgbClr r="0" g="0" b="0"/>
              </a:lnRef>
              <a:fillRef idx="0">
                <a:scrgbClr r="0" g="0" b="0"/>
              </a:fillRef>
              <a:effectRef idx="0">
                <a:scrgbClr r="0" g="0" b="0"/>
              </a:effectRef>
              <a:fontRef idx="minor">
                <a:schemeClr val="lt1"/>
              </a:fontRef>
            </p:style>
            <p:txBody>
              <a:bodyPr spcFirstLastPara="0" vert="horz" wrap="square" lIns="120904" tIns="69088" rIns="120904" bIns="69088" numCol="1" spcCol="1270" anchor="ctr" anchorCtr="0">
                <a:noAutofit/>
              </a:bodyPr>
              <a:lstStyle/>
              <a:p>
                <a:pPr marL="0" lvl="0" indent="0" algn="ctr" defTabSz="755650">
                  <a:lnSpc>
                    <a:spcPct val="90000"/>
                  </a:lnSpc>
                  <a:spcBef>
                    <a:spcPct val="0"/>
                  </a:spcBef>
                  <a:spcAft>
                    <a:spcPct val="35000"/>
                  </a:spcAft>
                  <a:buNone/>
                </a:pPr>
                <a:r>
                  <a:rPr lang="en-US" sz="1700" kern="1200" dirty="0"/>
                  <a:t>AI consciousness</a:t>
                </a:r>
              </a:p>
            </p:txBody>
          </p:sp>
        </p:grpSp>
        <p:grpSp>
          <p:nvGrpSpPr>
            <p:cNvPr id="8" name="Group 7">
              <a:extLst>
                <a:ext uri="{FF2B5EF4-FFF2-40B4-BE49-F238E27FC236}">
                  <a16:creationId xmlns:a16="http://schemas.microsoft.com/office/drawing/2014/main" id="{537CE197-62B7-A6A2-BEA6-11650555F463}"/>
                </a:ext>
              </a:extLst>
            </p:cNvPr>
            <p:cNvGrpSpPr/>
            <p:nvPr/>
          </p:nvGrpSpPr>
          <p:grpSpPr>
            <a:xfrm>
              <a:off x="6324600" y="2683658"/>
              <a:ext cx="2402978" cy="2528659"/>
              <a:chOff x="5481256" y="880773"/>
              <a:chExt cx="2402978" cy="2528659"/>
            </a:xfrm>
            <a:solidFill>
              <a:schemeClr val="accent2">
                <a:lumMod val="20000"/>
                <a:lumOff val="80000"/>
              </a:schemeClr>
            </a:solidFill>
          </p:grpSpPr>
          <p:sp>
            <p:nvSpPr>
              <p:cNvPr id="9" name="Rectangle 8">
                <a:extLst>
                  <a:ext uri="{FF2B5EF4-FFF2-40B4-BE49-F238E27FC236}">
                    <a16:creationId xmlns:a16="http://schemas.microsoft.com/office/drawing/2014/main" id="{086D4D65-C08E-1F8B-BBB1-D00ED7F5F4F5}"/>
                  </a:ext>
                </a:extLst>
              </p:cNvPr>
              <p:cNvSpPr/>
              <p:nvPr/>
            </p:nvSpPr>
            <p:spPr>
              <a:xfrm>
                <a:off x="5481256" y="880773"/>
                <a:ext cx="2402978" cy="2528659"/>
              </a:xfrm>
              <a:prstGeom prst="rect">
                <a:avLst/>
              </a:prstGeom>
              <a:grpFill/>
              <a:ln>
                <a:noFill/>
              </a:ln>
            </p:spPr>
            <p:style>
              <a:lnRef idx="2">
                <a:schemeClr val="accent5">
                  <a:tint val="40000"/>
                  <a:alpha val="90000"/>
                  <a:hueOff val="-11954114"/>
                  <a:satOff val="-12022"/>
                  <a:lumOff val="-1949"/>
                  <a:alphaOff val="0"/>
                </a:schemeClr>
              </a:lnRef>
              <a:fillRef idx="1">
                <a:schemeClr val="accent5">
                  <a:tint val="40000"/>
                  <a:alpha val="90000"/>
                  <a:hueOff val="-11954114"/>
                  <a:satOff val="-12022"/>
                  <a:lumOff val="-1949"/>
                  <a:alphaOff val="0"/>
                </a:schemeClr>
              </a:fillRef>
              <a:effectRef idx="0">
                <a:schemeClr val="accent5">
                  <a:tint val="40000"/>
                  <a:alpha val="90000"/>
                  <a:hueOff val="-11954114"/>
                  <a:satOff val="-12022"/>
                  <a:lumOff val="-1949"/>
                  <a:alphaOff val="0"/>
                </a:schemeClr>
              </a:effectRef>
              <a:fontRef idx="minor">
                <a:schemeClr val="dk1">
                  <a:hueOff val="0"/>
                  <a:satOff val="0"/>
                  <a:lumOff val="0"/>
                  <a:alphaOff val="0"/>
                </a:schemeClr>
              </a:fontRef>
            </p:style>
            <p:txBody>
              <a:bodyPr/>
              <a:lstStyle/>
              <a:p>
                <a:endParaRPr lang="en-US"/>
              </a:p>
            </p:txBody>
          </p:sp>
          <p:sp>
            <p:nvSpPr>
              <p:cNvPr id="10" name="TextBox 9">
                <a:extLst>
                  <a:ext uri="{FF2B5EF4-FFF2-40B4-BE49-F238E27FC236}">
                    <a16:creationId xmlns:a16="http://schemas.microsoft.com/office/drawing/2014/main" id="{4973D866-48F3-D086-16B3-0982DD2628E5}"/>
                  </a:ext>
                </a:extLst>
              </p:cNvPr>
              <p:cNvSpPr txBox="1"/>
              <p:nvPr/>
            </p:nvSpPr>
            <p:spPr>
              <a:xfrm>
                <a:off x="5481256" y="880773"/>
                <a:ext cx="2402978" cy="2528659"/>
              </a:xfrm>
              <a:prstGeom prst="rect">
                <a:avLst/>
              </a:prstGeom>
              <a:grpFill/>
              <a:ln>
                <a:noFill/>
              </a:ln>
            </p:spPr>
            <p:style>
              <a:lnRef idx="0">
                <a:scrgbClr r="0" g="0" b="0"/>
              </a:lnRef>
              <a:fillRef idx="0">
                <a:scrgbClr r="0" g="0" b="0"/>
              </a:fillRef>
              <a:effectRef idx="0">
                <a:scrgbClr r="0" g="0" b="0"/>
              </a:effectRef>
              <a:fontRef idx="minor">
                <a:schemeClr val="dk1">
                  <a:hueOff val="0"/>
                  <a:satOff val="0"/>
                  <a:lumOff val="0"/>
                  <a:alphaOff val="0"/>
                </a:schemeClr>
              </a:fontRef>
            </p:style>
            <p:txBody>
              <a:bodyPr spcFirstLastPara="0" vert="horz" wrap="square" lIns="90678" tIns="90678" rIns="120904" bIns="136017" numCol="1" spcCol="1270" anchor="t" anchorCtr="0">
                <a:noAutofit/>
              </a:bodyPr>
              <a:lstStyle/>
              <a:p>
                <a:pPr marL="171450" lvl="1" indent="-171450" algn="l" defTabSz="755650">
                  <a:lnSpc>
                    <a:spcPct val="90000"/>
                  </a:lnSpc>
                  <a:spcBef>
                    <a:spcPct val="0"/>
                  </a:spcBef>
                  <a:spcAft>
                    <a:spcPct val="15000"/>
                  </a:spcAft>
                  <a:buChar char="•"/>
                </a:pPr>
                <a:r>
                  <a:rPr lang="en-US" sz="1700" kern="1200" dirty="0"/>
                  <a:t>What does it mean that a machine is conscient/sentient?</a:t>
                </a:r>
              </a:p>
              <a:p>
                <a:pPr marL="171450" lvl="1" indent="-171450" algn="l" defTabSz="755650">
                  <a:lnSpc>
                    <a:spcPct val="90000"/>
                  </a:lnSpc>
                  <a:spcBef>
                    <a:spcPct val="0"/>
                  </a:spcBef>
                  <a:spcAft>
                    <a:spcPct val="15000"/>
                  </a:spcAft>
                  <a:buChar char="•"/>
                </a:pPr>
                <a:endParaRPr lang="en-US" sz="1700" kern="1200" dirty="0"/>
              </a:p>
              <a:p>
                <a:pPr marL="171450" lvl="1" indent="-171450" algn="l" defTabSz="755650">
                  <a:lnSpc>
                    <a:spcPct val="90000"/>
                  </a:lnSpc>
                  <a:spcBef>
                    <a:spcPct val="0"/>
                  </a:spcBef>
                  <a:spcAft>
                    <a:spcPct val="15000"/>
                  </a:spcAft>
                  <a:buChar char="•"/>
                </a:pPr>
                <a:r>
                  <a:rPr lang="en-US" sz="1700" kern="1200" dirty="0"/>
                  <a:t>How can we tell?</a:t>
                </a:r>
                <a:endParaRPr lang="en-US" sz="1700" dirty="0"/>
              </a:p>
              <a:p>
                <a:pPr marL="171450" lvl="1" indent="-171450" algn="l" defTabSz="755650">
                  <a:lnSpc>
                    <a:spcPct val="90000"/>
                  </a:lnSpc>
                  <a:spcBef>
                    <a:spcPct val="0"/>
                  </a:spcBef>
                  <a:spcAft>
                    <a:spcPct val="15000"/>
                  </a:spcAft>
                  <a:buChar char="•"/>
                </a:pPr>
                <a:r>
                  <a:rPr lang="en-US" sz="1700" kern="1200" dirty="0"/>
                  <a:t>What do we do then?</a:t>
                </a:r>
              </a:p>
              <a:p>
                <a:pPr marL="171450" lvl="1" indent="-171450" algn="l" defTabSz="755650">
                  <a:lnSpc>
                    <a:spcPct val="90000"/>
                  </a:lnSpc>
                  <a:spcBef>
                    <a:spcPct val="0"/>
                  </a:spcBef>
                  <a:spcAft>
                    <a:spcPct val="15000"/>
                  </a:spcAft>
                  <a:buChar char="•"/>
                </a:pPr>
                <a:endParaRPr lang="en-US" sz="1700" kern="1200" dirty="0"/>
              </a:p>
              <a:p>
                <a:pPr marL="171450" lvl="1" indent="-171450" algn="l" defTabSz="755650">
                  <a:lnSpc>
                    <a:spcPct val="90000"/>
                  </a:lnSpc>
                  <a:spcBef>
                    <a:spcPct val="0"/>
                  </a:spcBef>
                  <a:spcAft>
                    <a:spcPct val="15000"/>
                  </a:spcAft>
                  <a:buChar char="•"/>
                </a:pPr>
                <a:endParaRPr lang="en-US" sz="1700" kern="1200" dirty="0"/>
              </a:p>
            </p:txBody>
          </p:sp>
        </p:grpSp>
      </p:grpSp>
      <p:sp>
        <p:nvSpPr>
          <p:cNvPr id="13" name="Arrow: Down 12">
            <a:extLst>
              <a:ext uri="{FF2B5EF4-FFF2-40B4-BE49-F238E27FC236}">
                <a16:creationId xmlns:a16="http://schemas.microsoft.com/office/drawing/2014/main" id="{C3B63EDF-41D8-C167-8111-990D74E4E8B8}"/>
              </a:ext>
            </a:extLst>
          </p:cNvPr>
          <p:cNvSpPr/>
          <p:nvPr/>
        </p:nvSpPr>
        <p:spPr>
          <a:xfrm>
            <a:off x="7239000" y="4648200"/>
            <a:ext cx="609600" cy="990600"/>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5"/>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4"/>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4"/>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P spid="5" grpId="0" animBg="1"/>
      <p:bldP spid="4" grpId="0"/>
      <p:bldP spid="13" grpId="0" animBg="1"/>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le 5">
            <a:extLst>
              <a:ext uri="{FF2B5EF4-FFF2-40B4-BE49-F238E27FC236}">
                <a16:creationId xmlns:a16="http://schemas.microsoft.com/office/drawing/2014/main" id="{1F1999A5-A9F1-D8DC-079A-32F097EB75B4}"/>
              </a:ext>
              <a:ext uri="{C183D7F6-B498-43B3-948B-1728B52AA6E4}">
                <adec:decorative xmlns:adec="http://schemas.microsoft.com/office/drawing/2017/decorative" val="1"/>
              </a:ext>
            </a:extLst>
          </p:cNvPr>
          <p:cNvSpPr txBox="1">
            <a:spLocks noGrp="1"/>
          </p:cNvSpPr>
          <p:nvPr>
            <p:ph type="title"/>
          </p:nvPr>
        </p:nvSpPr>
        <p:spPr>
          <a:xfrm>
            <a:off x="7290292" y="3230039"/>
            <a:ext cx="1828800" cy="954107"/>
          </a:xfrm>
          <a:prstGeom prst="rect">
            <a:avLst/>
          </a:prstGeom>
          <a:noFill/>
          <a:ln>
            <a:noFill/>
            <a:prstDash/>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chemeClr val="tx1"/>
                </a:solidFill>
                <a:effectLst/>
                <a:uLnTx/>
                <a:uFillTx/>
                <a:latin typeface="+mn-lt"/>
                <a:ea typeface="+mn-ea"/>
                <a:cs typeface="+mn-cs"/>
              </a:rPr>
              <a:t>Alan Turing (1950) </a:t>
            </a:r>
            <a:r>
              <a:rPr lang="en-US" sz="1400" dirty="0">
                <a:latin typeface="+mn-lt"/>
                <a:ea typeface="+mn-ea"/>
                <a:cs typeface="+mn-cs"/>
              </a:rPr>
              <a:t>“</a:t>
            </a:r>
            <a:r>
              <a:rPr kumimoji="0" lang="en-US" sz="1400" b="0" u="none" strike="noStrike" kern="1200" cap="none" spc="0" normalizeH="0" baseline="0" noProof="0" dirty="0">
                <a:ln>
                  <a:noFill/>
                </a:ln>
                <a:solidFill>
                  <a:schemeClr val="tx1"/>
                </a:solidFill>
                <a:effectLst/>
                <a:uLnTx/>
                <a:uFillTx/>
                <a:latin typeface="+mn-lt"/>
                <a:ea typeface="+mn-ea"/>
                <a:cs typeface="+mn-cs"/>
              </a:rPr>
              <a:t>Computing machinery and intelligence”</a:t>
            </a:r>
          </a:p>
        </p:txBody>
      </p:sp>
      <p:sp>
        <p:nvSpPr>
          <p:cNvPr id="8195" name="Rectangle 3"/>
          <p:cNvSpPr>
            <a:spLocks noGrp="1" noChangeArrowheads="1"/>
          </p:cNvSpPr>
          <p:nvPr>
            <p:ph idx="1"/>
          </p:nvPr>
        </p:nvSpPr>
        <p:spPr>
          <a:xfrm>
            <a:off x="628650" y="1447800"/>
            <a:ext cx="6762750" cy="5029200"/>
          </a:xfrm>
        </p:spPr>
        <p:txBody>
          <a:bodyPr>
            <a:noAutofit/>
          </a:bodyPr>
          <a:lstStyle/>
          <a:p>
            <a:r>
              <a:rPr lang="en-US" sz="1600" dirty="0"/>
              <a:t>Alan Turing rejects the question “Can machines think?”</a:t>
            </a:r>
          </a:p>
          <a:p>
            <a:r>
              <a:rPr lang="en-US" sz="1600" dirty="0"/>
              <a:t>The Turing Test tries to define what acting like a human means.</a:t>
            </a:r>
            <a:br>
              <a:rPr lang="en-US" sz="1600" dirty="0"/>
            </a:br>
            <a:endParaRPr lang="en-US" sz="1600" dirty="0"/>
          </a:p>
          <a:p>
            <a:endParaRPr lang="en-US" sz="1600" dirty="0"/>
          </a:p>
          <a:p>
            <a:pPr marL="0" indent="0">
              <a:buNone/>
            </a:pPr>
            <a:br>
              <a:rPr lang="en-US" sz="1600" dirty="0"/>
            </a:br>
            <a:endParaRPr lang="en-US" sz="1600" dirty="0"/>
          </a:p>
          <a:p>
            <a:endParaRPr lang="en-US" sz="1600" dirty="0"/>
          </a:p>
          <a:p>
            <a:pPr marL="0" indent="0">
              <a:buNone/>
            </a:pPr>
            <a:endParaRPr lang="en-US" sz="1600" dirty="0"/>
          </a:p>
          <a:p>
            <a:r>
              <a:rPr lang="en-US" sz="1600" dirty="0"/>
              <a:t>What capabilities would a computer need to have to pass the Turing Test? These are still the core AI areas.</a:t>
            </a:r>
          </a:p>
          <a:p>
            <a:pPr lvl="1"/>
            <a:r>
              <a:rPr lang="en-US" sz="1400" dirty="0"/>
              <a:t>Natural language processing</a:t>
            </a:r>
          </a:p>
          <a:p>
            <a:pPr lvl="1"/>
            <a:r>
              <a:rPr lang="en-US" sz="1400" dirty="0"/>
              <a:t>Knowledge representation</a:t>
            </a:r>
          </a:p>
          <a:p>
            <a:pPr lvl="1"/>
            <a:r>
              <a:rPr lang="en-US" sz="1400" dirty="0"/>
              <a:t>Automated reasoning</a:t>
            </a:r>
          </a:p>
          <a:p>
            <a:pPr lvl="1"/>
            <a:r>
              <a:rPr lang="en-US" sz="1400" dirty="0"/>
              <a:t>Machine learning</a:t>
            </a:r>
            <a:endParaRPr lang="en-US" sz="1600" dirty="0"/>
          </a:p>
          <a:p>
            <a:r>
              <a:rPr lang="en-US" sz="1600" dirty="0"/>
              <a:t>Turing predicted that by the year 2000, machines would be able to fool 30% of human judges for five minutes. </a:t>
            </a:r>
            <a:br>
              <a:rPr lang="en-US" sz="1600" dirty="0"/>
            </a:br>
            <a:r>
              <a:rPr lang="en-US" sz="1600" dirty="0"/>
              <a:t>ChatGPT (2023) is probably doing a least that!</a:t>
            </a:r>
          </a:p>
        </p:txBody>
      </p:sp>
      <p:pic>
        <p:nvPicPr>
          <p:cNvPr id="8196" name="Picture 4" descr="A diagram of the setup of the Turing test with the human interrogator trying to establish if she is communicating with a human or an AI system."/>
          <p:cNvPicPr>
            <a:picLocks noChangeAspect="1" noChangeArrowheads="1"/>
          </p:cNvPicPr>
          <p:nvPr/>
        </p:nvPicPr>
        <p:blipFill>
          <a:blip r:embed="rId3" cstate="print"/>
          <a:srcRect/>
          <a:stretch>
            <a:fillRect/>
          </a:stretch>
        </p:blipFill>
        <p:spPr bwMode="auto">
          <a:xfrm>
            <a:off x="1524000" y="2209800"/>
            <a:ext cx="4579176" cy="1587153"/>
          </a:xfrm>
          <a:prstGeom prst="rect">
            <a:avLst/>
          </a:prstGeom>
          <a:noFill/>
          <a:ln w="9525">
            <a:noFill/>
            <a:miter lim="800000"/>
            <a:headEnd/>
            <a:tailEnd/>
          </a:ln>
        </p:spPr>
      </p:pic>
      <p:pic>
        <p:nvPicPr>
          <p:cNvPr id="10245" name="Picture 3">
            <a:extLst>
              <a:ext uri="{C183D7F6-B498-43B3-948B-1728B52AA6E4}">
                <adec:decorative xmlns:adec="http://schemas.microsoft.com/office/drawing/2017/decorative" val="1"/>
              </a:ext>
            </a:extLst>
          </p:cNvPr>
          <p:cNvPicPr>
            <a:picLocks noChangeAspect="1" noChangeArrowheads="1"/>
          </p:cNvPicPr>
          <p:nvPr/>
        </p:nvPicPr>
        <p:blipFill>
          <a:blip r:embed="rId4" cstate="print"/>
          <a:srcRect/>
          <a:stretch>
            <a:fillRect/>
          </a:stretch>
        </p:blipFill>
        <p:spPr bwMode="auto">
          <a:xfrm>
            <a:off x="7580737" y="1555471"/>
            <a:ext cx="1247911" cy="1551806"/>
          </a:xfrm>
          <a:prstGeom prst="rect">
            <a:avLst/>
          </a:prstGeom>
          <a:ln>
            <a:noFill/>
          </a:ln>
          <a:effectLst>
            <a:outerShdw blurRad="292100" dist="139700" dir="2700000" algn="tl" rotWithShape="0">
              <a:srgbClr val="333333">
                <a:alpha val="65000"/>
              </a:srgbClr>
            </a:outerShdw>
          </a:effectLst>
        </p:spPr>
      </p:pic>
      <p:graphicFrame>
        <p:nvGraphicFramePr>
          <p:cNvPr id="2" name="Content Placeholder 5">
            <a:extLst>
              <a:ext uri="{FF2B5EF4-FFF2-40B4-BE49-F238E27FC236}">
                <a16:creationId xmlns:a16="http://schemas.microsoft.com/office/drawing/2014/main" id="{FB9E4C2B-4282-1092-DA38-43E2C14F5727}"/>
              </a:ext>
              <a:ext uri="{C183D7F6-B498-43B3-948B-1728B52AA6E4}">
                <adec:decorative xmlns:adec="http://schemas.microsoft.com/office/drawing/2017/decorative" val="1"/>
              </a:ext>
            </a:extLst>
          </p:cNvPr>
          <p:cNvGraphicFramePr>
            <a:graphicFrameLocks/>
          </p:cNvGraphicFramePr>
          <p:nvPr>
            <p:extLst>
              <p:ext uri="{D42A27DB-BD31-4B8C-83A1-F6EECF244321}">
                <p14:modId xmlns:p14="http://schemas.microsoft.com/office/powerpoint/2010/main" val="3402827423"/>
              </p:ext>
            </p:extLst>
          </p:nvPr>
        </p:nvGraphicFramePr>
        <p:xfrm>
          <a:off x="990600" y="0"/>
          <a:ext cx="6762750" cy="1659477"/>
        </p:xfrm>
        <a:graphic>
          <a:graphicData uri="http://schemas.openxmlformats.org/drawingml/2006/diagram">
            <dgm:relIds xmlns:dgm="http://schemas.openxmlformats.org/drawingml/2006/diagram" xmlns:r="http://schemas.openxmlformats.org/officeDocument/2006/relationships" r:dm="rId5" r:lo="rId6" r:qs="rId7" r:cs="rId8"/>
          </a:graphicData>
        </a:graphic>
      </p:graphicFrame>
      <p:sp>
        <p:nvSpPr>
          <p:cNvPr id="3" name="TextBox 2">
            <a:extLst>
              <a:ext uri="{FF2B5EF4-FFF2-40B4-BE49-F238E27FC236}">
                <a16:creationId xmlns:a16="http://schemas.microsoft.com/office/drawing/2014/main" id="{3E644102-1A7B-D610-56FB-B4611241010D}"/>
              </a:ext>
              <a:ext uri="{C183D7F6-B498-43B3-948B-1728B52AA6E4}">
                <adec:decorative xmlns:adec="http://schemas.microsoft.com/office/drawing/2017/decorative" val="1"/>
              </a:ext>
            </a:extLst>
          </p:cNvPr>
          <p:cNvSpPr txBox="1"/>
          <p:nvPr/>
        </p:nvSpPr>
        <p:spPr>
          <a:xfrm>
            <a:off x="1138101" y="3060761"/>
            <a:ext cx="1631224" cy="646331"/>
          </a:xfrm>
          <a:prstGeom prst="rect">
            <a:avLst/>
          </a:prstGeom>
          <a:noFill/>
        </p:spPr>
        <p:txBody>
          <a:bodyPr wrap="square" rtlCol="0">
            <a:spAutoFit/>
          </a:bodyPr>
          <a:lstStyle/>
          <a:p>
            <a:pPr algn="ctr"/>
            <a:r>
              <a:rPr lang="en-US" sz="1200" dirty="0"/>
              <a:t>Needs to decide if she talks to a human or an AI system.</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195">
                                            <p:txEl>
                                              <p:pRg st="6" end="6"/>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8195">
                                            <p:txEl>
                                              <p:pRg st="7" end="7"/>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8195">
                                            <p:txEl>
                                              <p:pRg st="8" end="8"/>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8195">
                                            <p:txEl>
                                              <p:pRg st="9" end="9"/>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8195">
                                            <p:txEl>
                                              <p:pRg st="10" end="10"/>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8195">
                                            <p:txEl>
                                              <p:pRg st="11" end="1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267" name="Rectangle 2"/>
          <p:cNvSpPr>
            <a:spLocks noGrp="1" noChangeArrowheads="1"/>
          </p:cNvSpPr>
          <p:nvPr>
            <p:ph type="title"/>
          </p:nvPr>
        </p:nvSpPr>
        <p:spPr>
          <a:xfrm>
            <a:off x="611717" y="-12701"/>
            <a:ext cx="7886700" cy="1325563"/>
          </a:xfrm>
        </p:spPr>
        <p:txBody>
          <a:bodyPr/>
          <a:lstStyle/>
          <a:p>
            <a:r>
              <a:rPr lang="en-US" dirty="0"/>
              <a:t>Turing Test: Criticism</a:t>
            </a:r>
          </a:p>
        </p:txBody>
      </p:sp>
      <p:sp>
        <p:nvSpPr>
          <p:cNvPr id="8195" name="Rectangle 3"/>
          <p:cNvSpPr>
            <a:spLocks noGrp="1" noChangeArrowheads="1"/>
          </p:cNvSpPr>
          <p:nvPr>
            <p:ph idx="1"/>
          </p:nvPr>
        </p:nvSpPr>
        <p:spPr>
          <a:xfrm>
            <a:off x="685800" y="1066800"/>
            <a:ext cx="4605863" cy="5257800"/>
          </a:xfrm>
        </p:spPr>
        <p:txBody>
          <a:bodyPr>
            <a:normAutofit fontScale="70000" lnSpcReduction="20000"/>
          </a:bodyPr>
          <a:lstStyle/>
          <a:p>
            <a:pPr marL="0" indent="0">
              <a:buNone/>
            </a:pPr>
            <a:r>
              <a:rPr lang="en-US" sz="2400" dirty="0"/>
              <a:t>What are some potential problems with the Turing Test?</a:t>
            </a:r>
            <a:endParaRPr lang="en-US" sz="1600" dirty="0"/>
          </a:p>
          <a:p>
            <a:pPr lvl="1"/>
            <a:r>
              <a:rPr lang="en-US" dirty="0"/>
              <a:t>Some human behavior is not intelligent.</a:t>
            </a:r>
          </a:p>
          <a:p>
            <a:pPr lvl="1"/>
            <a:r>
              <a:rPr lang="en-US" dirty="0"/>
              <a:t>Some intelligent behavior may not be human.</a:t>
            </a:r>
          </a:p>
          <a:p>
            <a:pPr lvl="1"/>
            <a:r>
              <a:rPr lang="en-US" dirty="0"/>
              <a:t>Human observers may be easy to fool.</a:t>
            </a:r>
          </a:p>
          <a:p>
            <a:pPr lvl="2">
              <a:buFont typeface="Arial" pitchFamily="34" charset="0"/>
              <a:buChar char="•"/>
            </a:pPr>
            <a:r>
              <a:rPr lang="en-US" dirty="0"/>
              <a:t>A lot depends on expectations.</a:t>
            </a:r>
          </a:p>
          <a:p>
            <a:pPr lvl="2">
              <a:buFont typeface="Arial" pitchFamily="34" charset="0"/>
              <a:buChar char="•"/>
            </a:pPr>
            <a:r>
              <a:rPr lang="en-US" dirty="0"/>
              <a:t>Anthropomorphic fallacy: humans tend to humanize things.</a:t>
            </a:r>
          </a:p>
          <a:p>
            <a:pPr lvl="1"/>
            <a:r>
              <a:rPr lang="en-US" dirty="0"/>
              <a:t>Imitate intelligence without intelligence. E.g., the early chatbots ELIZA (1964) simulates a conversation using pattern matching.</a:t>
            </a:r>
          </a:p>
          <a:p>
            <a:pPr marL="0" indent="0">
              <a:buNone/>
            </a:pPr>
            <a:endParaRPr lang="en-US" sz="2400" dirty="0"/>
          </a:p>
          <a:p>
            <a:pPr marL="0" indent="0">
              <a:buNone/>
            </a:pPr>
            <a:r>
              <a:rPr lang="en-US" sz="2400" dirty="0"/>
              <a:t>Is passing the Turing test a good scientific goal?</a:t>
            </a:r>
          </a:p>
          <a:p>
            <a:pPr lvl="1"/>
            <a:r>
              <a:rPr lang="en-US" dirty="0"/>
              <a:t>Engineering perspective: Imitating a human is not a good way to solve practical problems.</a:t>
            </a:r>
          </a:p>
          <a:p>
            <a:pPr lvl="1"/>
            <a:r>
              <a:rPr lang="en-US" dirty="0"/>
              <a:t>We can create useful intelligent agents without trying to imitate humans.</a:t>
            </a:r>
          </a:p>
        </p:txBody>
      </p:sp>
      <p:sp>
        <p:nvSpPr>
          <p:cNvPr id="4" name="TextBox 3">
            <a:extLst>
              <a:ext uri="{FF2B5EF4-FFF2-40B4-BE49-F238E27FC236}">
                <a16:creationId xmlns:a16="http://schemas.microsoft.com/office/drawing/2014/main" id="{393C4225-2660-EA17-EAC2-588B90A17022}"/>
              </a:ext>
            </a:extLst>
          </p:cNvPr>
          <p:cNvSpPr txBox="1"/>
          <p:nvPr/>
        </p:nvSpPr>
        <p:spPr>
          <a:xfrm>
            <a:off x="5973233" y="1394632"/>
            <a:ext cx="2781300" cy="369332"/>
          </a:xfrm>
          <a:prstGeom prst="rect">
            <a:avLst/>
          </a:prstGeom>
          <a:noFill/>
        </p:spPr>
        <p:txBody>
          <a:bodyPr wrap="square">
            <a:spAutoFit/>
          </a:bodyPr>
          <a:lstStyle/>
          <a:p>
            <a:r>
              <a:rPr lang="en-US" b="1" dirty="0"/>
              <a:t>Chinese Room Argument</a:t>
            </a:r>
          </a:p>
        </p:txBody>
      </p:sp>
      <p:pic>
        <p:nvPicPr>
          <p:cNvPr id="6146" name="Picture 2" descr="Robots that gain consciousness and become like humans. « Psychological ...">
            <a:extLst>
              <a:ext uri="{FF2B5EF4-FFF2-40B4-BE49-F238E27FC236}">
                <a16:creationId xmlns:a16="http://schemas.microsoft.com/office/drawing/2014/main" id="{032C3494-7E0D-AE45-B66A-C2D26844F2D7}"/>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715000" y="1828800"/>
            <a:ext cx="3048000" cy="2000250"/>
          </a:xfrm>
          <a:prstGeom prst="rect">
            <a:avLst/>
          </a:prstGeom>
          <a:noFill/>
          <a:extLst>
            <a:ext uri="{909E8E84-426E-40DD-AFC4-6F175D3DCCD1}">
              <a14:hiddenFill xmlns:a14="http://schemas.microsoft.com/office/drawing/2010/main">
                <a:solidFill>
                  <a:srgbClr val="FFFFFF"/>
                </a:solidFill>
              </a14:hiddenFill>
            </a:ext>
          </a:extLst>
        </p:spPr>
      </p:pic>
      <p:sp>
        <p:nvSpPr>
          <p:cNvPr id="7" name="TextBox 6">
            <a:extLst>
              <a:ext uri="{FF2B5EF4-FFF2-40B4-BE49-F238E27FC236}">
                <a16:creationId xmlns:a16="http://schemas.microsoft.com/office/drawing/2014/main" id="{B5D0DCB2-4A36-0BDB-EB16-18BD8B3FBACE}"/>
              </a:ext>
            </a:extLst>
          </p:cNvPr>
          <p:cNvSpPr txBox="1"/>
          <p:nvPr/>
        </p:nvSpPr>
        <p:spPr>
          <a:xfrm>
            <a:off x="5833533" y="3868486"/>
            <a:ext cx="2895600" cy="830997"/>
          </a:xfrm>
          <a:prstGeom prst="rect">
            <a:avLst/>
          </a:prstGeom>
          <a:noFill/>
        </p:spPr>
        <p:txBody>
          <a:bodyPr wrap="square">
            <a:spAutoFit/>
          </a:bodyPr>
          <a:lstStyle/>
          <a:p>
            <a:r>
              <a:rPr lang="en-US" sz="1600" dirty="0"/>
              <a:t>Thought experiment by John Searle (1980): Imitate intelligence using rules. </a:t>
            </a:r>
          </a:p>
        </p:txBody>
      </p:sp>
      <p:cxnSp>
        <p:nvCxnSpPr>
          <p:cNvPr id="9" name="Straight Connector 8">
            <a:extLst>
              <a:ext uri="{FF2B5EF4-FFF2-40B4-BE49-F238E27FC236}">
                <a16:creationId xmlns:a16="http://schemas.microsoft.com/office/drawing/2014/main" id="{5694F0D9-0638-DFA0-D73B-BC2AB56271F7}"/>
              </a:ext>
              <a:ext uri="{C183D7F6-B498-43B3-948B-1728B52AA6E4}">
                <adec:decorative xmlns:adec="http://schemas.microsoft.com/office/drawing/2017/decorative" val="1"/>
              </a:ext>
            </a:extLst>
          </p:cNvPr>
          <p:cNvCxnSpPr>
            <a:cxnSpLocks/>
          </p:cNvCxnSpPr>
          <p:nvPr/>
        </p:nvCxnSpPr>
        <p:spPr>
          <a:xfrm>
            <a:off x="5562600" y="1066800"/>
            <a:ext cx="0" cy="5257800"/>
          </a:xfrm>
          <a:prstGeom prst="line">
            <a:avLst/>
          </a:prstGeom>
          <a:ln w="28575" cap="flat" cmpd="sng" algn="ctr">
            <a:solidFill>
              <a:schemeClr val="accent4"/>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sp>
        <p:nvSpPr>
          <p:cNvPr id="2" name="Arrow: Right 1">
            <a:extLst>
              <a:ext uri="{FF2B5EF4-FFF2-40B4-BE49-F238E27FC236}">
                <a16:creationId xmlns:a16="http://schemas.microsoft.com/office/drawing/2014/main" id="{5E2D6868-C925-9B65-03CA-3301086BF6B5}"/>
              </a:ext>
              <a:ext uri="{C183D7F6-B498-43B3-948B-1728B52AA6E4}">
                <adec:decorative xmlns:adec="http://schemas.microsoft.com/office/drawing/2017/decorative" val="1"/>
              </a:ext>
            </a:extLst>
          </p:cNvPr>
          <p:cNvSpPr/>
          <p:nvPr/>
        </p:nvSpPr>
        <p:spPr>
          <a:xfrm>
            <a:off x="5147735" y="3102451"/>
            <a:ext cx="491066" cy="457200"/>
          </a:xfrm>
          <a:prstGeom prst="rightArrow">
            <a:avLst/>
          </a:prstGeom>
        </p:spPr>
        <p:style>
          <a:lnRef idx="3">
            <a:schemeClr val="lt1"/>
          </a:lnRef>
          <a:fillRef idx="1">
            <a:schemeClr val="accent4"/>
          </a:fillRef>
          <a:effectRef idx="1">
            <a:schemeClr val="accent4"/>
          </a:effectRef>
          <a:fontRef idx="minor">
            <a:schemeClr val="lt1"/>
          </a:fontRef>
        </p:style>
        <p:txBody>
          <a:bodyPr rtlCol="0" anchor="ctr"/>
          <a:lstStyle/>
          <a:p>
            <a:pPr algn="ctr"/>
            <a:endParaRPr lang="en-US"/>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195">
                                            <p:txEl>
                                              <p:pRg st="3" end="3"/>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8195">
                                            <p:txEl>
                                              <p:pRg st="4" end="4"/>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8195">
                                            <p:txEl>
                                              <p:pRg st="5" end="5"/>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6146"/>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8195">
                                            <p:txEl>
                                              <p:pRg st="6" end="6"/>
                                            </p:txEl>
                                          </p:spTgt>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4"/>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9"/>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7"/>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2"/>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nodeType="clickEffect">
                                  <p:stCondLst>
                                    <p:cond delay="0"/>
                                  </p:stCondLst>
                                  <p:childTnLst>
                                    <p:set>
                                      <p:cBhvr>
                                        <p:cTn id="28" dur="1" fill="hold">
                                          <p:stCondLst>
                                            <p:cond delay="0"/>
                                          </p:stCondLst>
                                        </p:cTn>
                                        <p:tgtEl>
                                          <p:spTgt spid="8195">
                                            <p:txEl>
                                              <p:pRg st="8" end="8"/>
                                            </p:txEl>
                                          </p:spTgt>
                                        </p:tgtEl>
                                        <p:attrNameLst>
                                          <p:attrName>style.visibility</p:attrName>
                                        </p:attrNameLst>
                                      </p:cBhvr>
                                      <p:to>
                                        <p:strVal val="visible"/>
                                      </p:to>
                                    </p:set>
                                  </p:childTnLst>
                                </p:cTn>
                              </p:par>
                              <p:par>
                                <p:cTn id="29" presetID="1" presetClass="entr" presetSubtype="0" fill="hold" nodeType="withEffect">
                                  <p:stCondLst>
                                    <p:cond delay="0"/>
                                  </p:stCondLst>
                                  <p:childTnLst>
                                    <p:set>
                                      <p:cBhvr>
                                        <p:cTn id="30" dur="1" fill="hold">
                                          <p:stCondLst>
                                            <p:cond delay="0"/>
                                          </p:stCondLst>
                                        </p:cTn>
                                        <p:tgtEl>
                                          <p:spTgt spid="8195">
                                            <p:txEl>
                                              <p:pRg st="9" end="9"/>
                                            </p:txEl>
                                          </p:spTgt>
                                        </p:tgtEl>
                                        <p:attrNameLst>
                                          <p:attrName>style.visibility</p:attrName>
                                        </p:attrNameLst>
                                      </p:cBhvr>
                                      <p:to>
                                        <p:strVal val="visible"/>
                                      </p:to>
                                    </p:set>
                                  </p:childTnLst>
                                </p:cTn>
                              </p:par>
                              <p:par>
                                <p:cTn id="31" presetID="1" presetClass="entr" presetSubtype="0" fill="hold" nodeType="withEffect">
                                  <p:stCondLst>
                                    <p:cond delay="0"/>
                                  </p:stCondLst>
                                  <p:childTnLst>
                                    <p:set>
                                      <p:cBhvr>
                                        <p:cTn id="32" dur="1" fill="hold">
                                          <p:stCondLst>
                                            <p:cond delay="0"/>
                                          </p:stCondLst>
                                        </p:cTn>
                                        <p:tgtEl>
                                          <p:spTgt spid="8195">
                                            <p:txEl>
                                              <p:pRg st="10" end="1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7" grpId="0"/>
      <p:bldP spid="2" grpId="0" animBg="1"/>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le 5">
            <a:extLst>
              <a:ext uri="{FF2B5EF4-FFF2-40B4-BE49-F238E27FC236}">
                <a16:creationId xmlns:a16="http://schemas.microsoft.com/office/drawing/2014/main" id="{0432B707-2004-CB32-910E-24AEAE3AD8BA}"/>
              </a:ext>
            </a:extLst>
          </p:cNvPr>
          <p:cNvSpPr>
            <a:spLocks noGrp="1"/>
          </p:cNvSpPr>
          <p:nvPr>
            <p:ph type="title"/>
          </p:nvPr>
        </p:nvSpPr>
        <p:spPr>
          <a:xfrm>
            <a:off x="628650" y="-1325563"/>
            <a:ext cx="7886700" cy="1325563"/>
          </a:xfrm>
        </p:spPr>
        <p:txBody>
          <a:bodyPr vert="horz" lIns="91440" tIns="45720" rIns="91440" bIns="45720" rtlCol="0" anchor="b">
            <a:normAutofit/>
          </a:bodyPr>
          <a:lstStyle/>
          <a:p>
            <a:r>
              <a:rPr lang="en-US" dirty="0"/>
              <a:t>Thinking Rationally?</a:t>
            </a:r>
          </a:p>
        </p:txBody>
      </p:sp>
      <p:sp>
        <p:nvSpPr>
          <p:cNvPr id="3" name="Content Placeholder 2"/>
          <p:cNvSpPr>
            <a:spLocks noGrp="1"/>
          </p:cNvSpPr>
          <p:nvPr>
            <p:ph idx="1"/>
          </p:nvPr>
        </p:nvSpPr>
        <p:spPr>
          <a:xfrm>
            <a:off x="628650" y="1495556"/>
            <a:ext cx="7886700" cy="3228844"/>
          </a:xfrm>
        </p:spPr>
        <p:txBody>
          <a:bodyPr>
            <a:normAutofit fontScale="77500" lnSpcReduction="20000"/>
          </a:bodyPr>
          <a:lstStyle/>
          <a:p>
            <a:pPr>
              <a:buFontTx/>
              <a:buChar char="•"/>
            </a:pPr>
            <a:r>
              <a:rPr lang="en-US" b="1" dirty="0"/>
              <a:t>Thinking Rationality</a:t>
            </a:r>
            <a:r>
              <a:rPr lang="en-US" dirty="0"/>
              <a:t>: Draw sensible conclusions from facts, logic and data.</a:t>
            </a:r>
          </a:p>
          <a:p>
            <a:pPr>
              <a:buFontTx/>
              <a:buChar char="•"/>
            </a:pPr>
            <a:r>
              <a:rPr lang="en-US" b="1" dirty="0"/>
              <a:t>Logic</a:t>
            </a:r>
            <a:r>
              <a:rPr lang="en-US" dirty="0"/>
              <a:t>: A chain of argument that always yield correct conclusions. </a:t>
            </a:r>
            <a:br>
              <a:rPr lang="en-US" dirty="0"/>
            </a:br>
            <a:r>
              <a:rPr lang="en-US" sz="1800" dirty="0"/>
              <a:t>E.g., “Socrates is a man; all men are mortal; therefore, Socrates is mortal.”</a:t>
            </a:r>
            <a:endParaRPr lang="en-US" sz="2000" dirty="0"/>
          </a:p>
          <a:p>
            <a:pPr>
              <a:buFontTx/>
              <a:buChar char="•"/>
            </a:pPr>
            <a:r>
              <a:rPr lang="en-US" b="1" dirty="0"/>
              <a:t>Logic-based approach to AI</a:t>
            </a:r>
            <a:r>
              <a:rPr lang="en-US" dirty="0"/>
              <a:t>: Describe a problem in formal logic notation and apply general deduction procedures to solve it.</a:t>
            </a:r>
            <a:br>
              <a:rPr lang="en-US" dirty="0"/>
            </a:br>
            <a:r>
              <a:rPr lang="en-US" dirty="0"/>
              <a:t>Issues:</a:t>
            </a:r>
          </a:p>
          <a:p>
            <a:pPr lvl="1"/>
            <a:r>
              <a:rPr lang="en-US" dirty="0"/>
              <a:t>Describing real-world problems and knowledge using logic notation is hard.</a:t>
            </a:r>
          </a:p>
          <a:p>
            <a:pPr lvl="1"/>
            <a:r>
              <a:rPr lang="en-US" dirty="0"/>
              <a:t>Computational complexity of finding the solution.</a:t>
            </a:r>
          </a:p>
          <a:p>
            <a:pPr lvl="1"/>
            <a:r>
              <a:rPr lang="en-US" dirty="0"/>
              <a:t>Much intelligent or “rational” behavior in an uncertain world cannot be defined by simple logic rules.</a:t>
            </a:r>
          </a:p>
        </p:txBody>
      </p:sp>
      <mc:AlternateContent xmlns:mc="http://schemas.openxmlformats.org/markup-compatibility/2006" xmlns:a14="http://schemas.microsoft.com/office/drawing/2010/main">
        <mc:Choice Requires="a14">
          <p:sp>
            <p:nvSpPr>
              <p:cNvPr id="2" name="Rectangle 1">
                <a:extLst>
                  <a:ext uri="{FF2B5EF4-FFF2-40B4-BE49-F238E27FC236}">
                    <a16:creationId xmlns:a16="http://schemas.microsoft.com/office/drawing/2014/main" id="{D2D37FFC-3C6B-43CF-8251-E9BAF4CAF6D9}"/>
                  </a:ext>
                </a:extLst>
              </p:cNvPr>
              <p:cNvSpPr/>
              <p:nvPr/>
            </p:nvSpPr>
            <p:spPr>
              <a:xfrm>
                <a:off x="1752600" y="4876800"/>
                <a:ext cx="6000750" cy="1716367"/>
              </a:xfrm>
              <a:prstGeom prst="rect">
                <a:avLst/>
              </a:prstGeom>
            </p:spPr>
            <p:style>
              <a:lnRef idx="2">
                <a:schemeClr val="accent6">
                  <a:shade val="50000"/>
                </a:schemeClr>
              </a:lnRef>
              <a:fillRef idx="1">
                <a:schemeClr val="accent6"/>
              </a:fillRef>
              <a:effectRef idx="0">
                <a:schemeClr val="accent6"/>
              </a:effectRef>
              <a:fontRef idx="minor">
                <a:schemeClr val="lt1"/>
              </a:fontRef>
            </p:style>
            <p:txBody>
              <a:bodyPr wrap="square">
                <a:spAutoFit/>
              </a:bodyPr>
              <a:lstStyle/>
              <a:p>
                <a:pPr indent="-114300" algn="ctr"/>
                <a:r>
                  <a:rPr lang="en-US" dirty="0"/>
                  <a:t>Example: What about the logical implication</a:t>
                </a:r>
              </a:p>
              <a:p>
                <a:pPr indent="-114300" algn="ctr"/>
                <a:r>
                  <a:rPr lang="en-US" dirty="0"/>
                  <a:t> </a:t>
                </a:r>
                <a14:m>
                  <m:oMath xmlns:m="http://schemas.openxmlformats.org/officeDocument/2006/math">
                    <m:r>
                      <a:rPr lang="en-US" i="1">
                        <a:latin typeface="Cambria Math" panose="02040503050406030204" pitchFamily="18" charset="0"/>
                      </a:rPr>
                      <m:t>𝑠𝑡𝑢𝑑𝑦</m:t>
                    </m:r>
                    <m:r>
                      <a:rPr lang="en-US" i="1">
                        <a:latin typeface="Cambria Math" panose="02040503050406030204" pitchFamily="18" charset="0"/>
                      </a:rPr>
                      <m:t> </m:t>
                    </m:r>
                    <m:r>
                      <a:rPr lang="en-US" i="1">
                        <a:latin typeface="Cambria Math" panose="02040503050406030204" pitchFamily="18" charset="0"/>
                      </a:rPr>
                      <m:t>ℎ𝑎𝑟𝑑</m:t>
                    </m:r>
                    <m:r>
                      <a:rPr lang="en-US" i="1">
                        <a:latin typeface="Cambria Math" panose="02040503050406030204" pitchFamily="18" charset="0"/>
                      </a:rPr>
                      <m:t> </m:t>
                    </m:r>
                    <m:groupChr>
                      <m:groupChrPr>
                        <m:chr m:val="⇒"/>
                        <m:pos m:val="bot"/>
                        <m:vertJc m:val="bot"/>
                        <m:ctrlPr>
                          <a:rPr lang="en-US" i="1">
                            <a:latin typeface="Cambria Math" panose="02040503050406030204" pitchFamily="18" charset="0"/>
                          </a:rPr>
                        </m:ctrlPr>
                      </m:groupChrPr>
                      <m:e/>
                    </m:groupChr>
                    <m:r>
                      <a:rPr lang="en-US" i="1">
                        <a:latin typeface="Cambria Math" panose="02040503050406030204" pitchFamily="18" charset="0"/>
                      </a:rPr>
                      <m:t>𝐴</m:t>
                    </m:r>
                    <m:r>
                      <a:rPr lang="en-US" i="1">
                        <a:latin typeface="Cambria Math" panose="02040503050406030204" pitchFamily="18" charset="0"/>
                      </a:rPr>
                      <m:t> </m:t>
                    </m:r>
                    <m:r>
                      <a:rPr lang="en-US" i="1">
                        <a:latin typeface="Cambria Math" panose="02040503050406030204" pitchFamily="18" charset="0"/>
                      </a:rPr>
                      <m:t>𝑖𝑛</m:t>
                    </m:r>
                    <m:r>
                      <a:rPr lang="en-US" i="1">
                        <a:latin typeface="Cambria Math" panose="02040503050406030204" pitchFamily="18" charset="0"/>
                      </a:rPr>
                      <m:t> </m:t>
                    </m:r>
                    <m:r>
                      <a:rPr lang="en-US" b="0" i="1" smtClean="0">
                        <a:latin typeface="Cambria Math" panose="02040503050406030204" pitchFamily="18" charset="0"/>
                      </a:rPr>
                      <m:t>𝑚𝑦</m:t>
                    </m:r>
                    <m:r>
                      <a:rPr lang="en-US" b="0" i="1" smtClean="0">
                        <a:latin typeface="Cambria Math" panose="02040503050406030204" pitchFamily="18" charset="0"/>
                      </a:rPr>
                      <m:t> </m:t>
                    </m:r>
                    <m:r>
                      <a:rPr lang="en-US" i="1">
                        <a:latin typeface="Cambria Math" panose="02040503050406030204" pitchFamily="18" charset="0"/>
                      </a:rPr>
                      <m:t>𝐴𝐼</m:t>
                    </m:r>
                    <m:r>
                      <a:rPr lang="en-US" b="0" i="1" smtClean="0">
                        <a:latin typeface="Cambria Math" panose="02040503050406030204" pitchFamily="18" charset="0"/>
                      </a:rPr>
                      <m:t> </m:t>
                    </m:r>
                    <m:r>
                      <a:rPr lang="en-US" b="0" i="1" smtClean="0">
                        <a:latin typeface="Cambria Math" panose="02040503050406030204" pitchFamily="18" charset="0"/>
                      </a:rPr>
                      <m:t>𝑐𝑜𝑢𝑟𝑠𝑒</m:t>
                    </m:r>
                  </m:oMath>
                </a14:m>
                <a:endParaRPr lang="en-US" dirty="0"/>
              </a:p>
              <a:p>
                <a:pPr indent="-114300" algn="ctr"/>
                <a:endParaRPr lang="en-US" dirty="0"/>
              </a:p>
              <a:p>
                <a:pPr indent="-114300" algn="ctr"/>
                <a:r>
                  <a:rPr lang="en-US" dirty="0"/>
                  <a:t>Should it rather be</a:t>
                </a:r>
              </a:p>
              <a:p>
                <a:pPr indent="-114300" algn="ctr"/>
                <a14:m>
                  <m:oMathPara xmlns:m="http://schemas.openxmlformats.org/officeDocument/2006/math">
                    <m:oMath>
                      <m:r>
                        <a:rPr lang="en-US" i="1" smtClean="0">
                          <a:latin typeface="Cambria Math" panose="02040503050406030204" pitchFamily="18" charset="0"/>
                        </a:rPr>
                        <m:t>𝑠𝑡𝑢𝑑𝑦</m:t>
                      </m:r>
                      <m:r>
                        <a:rPr lang="en-US" i="1" smtClean="0">
                          <a:latin typeface="Cambria Math" panose="02040503050406030204" pitchFamily="18" charset="0"/>
                        </a:rPr>
                        <m:t> </m:t>
                      </m:r>
                      <m:r>
                        <a:rPr lang="en-US" i="1" smtClean="0">
                          <a:latin typeface="Cambria Math" panose="02040503050406030204" pitchFamily="18" charset="0"/>
                        </a:rPr>
                        <m:t>ℎ𝑎𝑟𝑑</m:t>
                      </m:r>
                      <m:r>
                        <a:rPr lang="en-US" b="0" i="1" smtClean="0">
                          <a:latin typeface="Cambria Math" panose="02040503050406030204" pitchFamily="18" charset="0"/>
                        </a:rPr>
                        <m:t> </m:t>
                      </m:r>
                      <m:r>
                        <a:rPr lang="en-US" b="0" i="1" smtClean="0">
                          <a:latin typeface="Cambria Math" panose="02040503050406030204" pitchFamily="18" charset="0"/>
                        </a:rPr>
                        <m:t>𝐴𝑁𝐷</m:t>
                      </m:r>
                      <m:r>
                        <a:rPr lang="en-US" b="0" i="1" smtClean="0">
                          <a:latin typeface="Cambria Math" panose="02040503050406030204" pitchFamily="18" charset="0"/>
                        </a:rPr>
                        <m:t> </m:t>
                      </m:r>
                      <m:r>
                        <a:rPr lang="en-US" b="0" i="1" smtClean="0">
                          <a:latin typeface="Cambria Math" panose="02040503050406030204" pitchFamily="18" charset="0"/>
                        </a:rPr>
                        <m:t>𝑏𝑒</m:t>
                      </m:r>
                      <m:r>
                        <a:rPr lang="en-US" b="0" i="1" smtClean="0">
                          <a:latin typeface="Cambria Math" panose="02040503050406030204" pitchFamily="18" charset="0"/>
                        </a:rPr>
                        <m:t> </m:t>
                      </m:r>
                      <m:r>
                        <a:rPr lang="en-US" b="0" i="1" smtClean="0">
                          <a:latin typeface="Cambria Math" panose="02040503050406030204" pitchFamily="18" charset="0"/>
                        </a:rPr>
                        <m:t>𝑙𝑢𝑐𝑘𝑦</m:t>
                      </m:r>
                      <m:r>
                        <a:rPr lang="en-US" i="1" smtClean="0">
                          <a:latin typeface="Cambria Math" panose="02040503050406030204" pitchFamily="18" charset="0"/>
                        </a:rPr>
                        <m:t> </m:t>
                      </m:r>
                      <m:r>
                        <a:rPr lang="en-US" b="0" i="1" smtClean="0">
                          <a:latin typeface="Cambria Math" panose="02040503050406030204" pitchFamily="18" charset="0"/>
                        </a:rPr>
                        <m:t>𝐴𝑁𝐷</m:t>
                      </m:r>
                      <m:r>
                        <a:rPr lang="en-US" b="0" i="1" smtClean="0">
                          <a:latin typeface="Cambria Math" panose="02040503050406030204" pitchFamily="18" charset="0"/>
                        </a:rPr>
                        <m:t> …</m:t>
                      </m:r>
                      <m:groupChr>
                        <m:groupChrPr>
                          <m:chr m:val="⇒"/>
                          <m:pos m:val="bot"/>
                          <m:vertJc m:val="bot"/>
                          <m:ctrlPr>
                            <a:rPr lang="en-US" i="1">
                              <a:latin typeface="Cambria Math" panose="02040503050406030204" pitchFamily="18" charset="0"/>
                            </a:rPr>
                          </m:ctrlPr>
                        </m:groupChrPr>
                        <m:e/>
                      </m:groupChr>
                      <m:r>
                        <a:rPr lang="en-US" i="1">
                          <a:latin typeface="Cambria Math" panose="02040503050406030204" pitchFamily="18" charset="0"/>
                        </a:rPr>
                        <m:t>𝐴</m:t>
                      </m:r>
                      <m:r>
                        <a:rPr lang="en-US" i="1">
                          <a:latin typeface="Cambria Math" panose="02040503050406030204" pitchFamily="18" charset="0"/>
                        </a:rPr>
                        <m:t> </m:t>
                      </m:r>
                      <m:r>
                        <a:rPr lang="en-US" i="1">
                          <a:latin typeface="Cambria Math" panose="02040503050406030204" pitchFamily="18" charset="0"/>
                        </a:rPr>
                        <m:t>𝑖𝑛</m:t>
                      </m:r>
                      <m:r>
                        <a:rPr lang="en-US" i="1">
                          <a:latin typeface="Cambria Math" panose="02040503050406030204" pitchFamily="18" charset="0"/>
                        </a:rPr>
                        <m:t> </m:t>
                      </m:r>
                      <m:r>
                        <a:rPr lang="en-US" b="0" i="1" smtClean="0">
                          <a:latin typeface="Cambria Math" panose="02040503050406030204" pitchFamily="18" charset="0"/>
                        </a:rPr>
                        <m:t>𝑚𝑦</m:t>
                      </m:r>
                      <m:r>
                        <a:rPr lang="en-US" b="0" i="1" smtClean="0">
                          <a:latin typeface="Cambria Math" panose="02040503050406030204" pitchFamily="18" charset="0"/>
                        </a:rPr>
                        <m:t> </m:t>
                      </m:r>
                      <m:r>
                        <a:rPr lang="en-US" i="1">
                          <a:latin typeface="Cambria Math" panose="02040503050406030204" pitchFamily="18" charset="0"/>
                        </a:rPr>
                        <m:t>𝐴𝐼</m:t>
                      </m:r>
                      <m:r>
                        <a:rPr lang="en-US" b="0" i="1" smtClean="0">
                          <a:latin typeface="Cambria Math" panose="02040503050406030204" pitchFamily="18" charset="0"/>
                        </a:rPr>
                        <m:t> </m:t>
                      </m:r>
                      <m:r>
                        <a:rPr lang="en-US" b="0" i="1" smtClean="0">
                          <a:latin typeface="Cambria Math" panose="02040503050406030204" pitchFamily="18" charset="0"/>
                        </a:rPr>
                        <m:t>𝑐𝑜𝑢𝑟𝑠𝑒</m:t>
                      </m:r>
                    </m:oMath>
                  </m:oMathPara>
                </a14:m>
                <a:endParaRPr lang="en-US" dirty="0"/>
              </a:p>
            </p:txBody>
          </p:sp>
        </mc:Choice>
        <mc:Fallback xmlns="">
          <p:sp>
            <p:nvSpPr>
              <p:cNvPr id="2" name="Rectangle 1">
                <a:extLst>
                  <a:ext uri="{FF2B5EF4-FFF2-40B4-BE49-F238E27FC236}">
                    <a16:creationId xmlns:a16="http://schemas.microsoft.com/office/drawing/2014/main" id="{D2D37FFC-3C6B-43CF-8251-E9BAF4CAF6D9}"/>
                  </a:ext>
                </a:extLst>
              </p:cNvPr>
              <p:cNvSpPr>
                <a:spLocks noRot="1" noChangeAspect="1" noMove="1" noResize="1" noEditPoints="1" noAdjustHandles="1" noChangeArrowheads="1" noChangeShapeType="1" noTextEdit="1"/>
              </p:cNvSpPr>
              <p:nvPr/>
            </p:nvSpPr>
            <p:spPr>
              <a:xfrm>
                <a:off x="1752600" y="4876800"/>
                <a:ext cx="6000750" cy="1716367"/>
              </a:xfrm>
              <a:prstGeom prst="rect">
                <a:avLst/>
              </a:prstGeom>
              <a:blipFill>
                <a:blip r:embed="rId3"/>
                <a:stretch>
                  <a:fillRect t="-1408"/>
                </a:stretch>
              </a:blipFill>
            </p:spPr>
            <p:txBody>
              <a:bodyPr/>
              <a:lstStyle/>
              <a:p>
                <a:r>
                  <a:rPr lang="en-US">
                    <a:noFill/>
                  </a:rPr>
                  <a:t> </a:t>
                </a:r>
              </a:p>
            </p:txBody>
          </p:sp>
        </mc:Fallback>
      </mc:AlternateContent>
      <p:graphicFrame>
        <p:nvGraphicFramePr>
          <p:cNvPr id="4" name="Content Placeholder 5">
            <a:extLst>
              <a:ext uri="{FF2B5EF4-FFF2-40B4-BE49-F238E27FC236}">
                <a16:creationId xmlns:a16="http://schemas.microsoft.com/office/drawing/2014/main" id="{86EDA3C4-09A0-A9CD-0B35-6E779062BC01}"/>
              </a:ext>
              <a:ext uri="{C183D7F6-B498-43B3-948B-1728B52AA6E4}">
                <adec:decorative xmlns:adec="http://schemas.microsoft.com/office/drawing/2017/decorative" val="1"/>
              </a:ext>
            </a:extLst>
          </p:cNvPr>
          <p:cNvGraphicFramePr>
            <a:graphicFrameLocks/>
          </p:cNvGraphicFramePr>
          <p:nvPr>
            <p:extLst>
              <p:ext uri="{D42A27DB-BD31-4B8C-83A1-F6EECF244321}">
                <p14:modId xmlns:p14="http://schemas.microsoft.com/office/powerpoint/2010/main" val="147419120"/>
              </p:ext>
            </p:extLst>
          </p:nvPr>
        </p:nvGraphicFramePr>
        <p:xfrm>
          <a:off x="990600" y="0"/>
          <a:ext cx="6762750" cy="1659477"/>
        </p:xfrm>
        <a:graphic>
          <a:graphicData uri="http://schemas.openxmlformats.org/drawingml/2006/diagram">
            <dgm:relIds xmlns:dgm="http://schemas.openxmlformats.org/drawingml/2006/diagram" xmlns:r="http://schemas.openxmlformats.org/officeDocument/2006/relationships" r:dm="rId4" r:lo="rId5" r:qs="rId6" r:cs="rId7"/>
          </a:graphicData>
        </a:graphic>
      </p:graphicFrame>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3">
                                            <p:txEl>
                                              <p:pRg st="3" end="3"/>
                                            </p:txEl>
                                          </p:spTgt>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P spid="2" grpId="0" animBg="1"/>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343602D5-101B-2C26-4ABD-5858D33587D4}"/>
              </a:ext>
            </a:extLst>
          </p:cNvPr>
          <p:cNvSpPr>
            <a:spLocks noGrp="1"/>
          </p:cNvSpPr>
          <p:nvPr>
            <p:ph type="title"/>
          </p:nvPr>
        </p:nvSpPr>
        <p:spPr>
          <a:xfrm>
            <a:off x="628650" y="-1325563"/>
            <a:ext cx="7886700" cy="1325563"/>
          </a:xfrm>
        </p:spPr>
        <p:txBody>
          <a:bodyPr vert="horz" lIns="91440" tIns="45720" rIns="91440" bIns="45720" rtlCol="0" anchor="b">
            <a:normAutofit/>
          </a:bodyPr>
          <a:lstStyle/>
          <a:p>
            <a:r>
              <a:rPr lang="en-US" dirty="0"/>
              <a:t>Acting Rationally</a:t>
            </a:r>
          </a:p>
        </p:txBody>
      </p:sp>
      <p:sp>
        <p:nvSpPr>
          <p:cNvPr id="2" name="Speech Bubble: Rectangle with Corners Rounded 1">
            <a:extLst>
              <a:ext uri="{FF2B5EF4-FFF2-40B4-BE49-F238E27FC236}">
                <a16:creationId xmlns:a16="http://schemas.microsoft.com/office/drawing/2014/main" id="{344807E9-6908-42EF-D1EC-4DD78FCC0943}"/>
              </a:ext>
            </a:extLst>
          </p:cNvPr>
          <p:cNvSpPr/>
          <p:nvPr/>
        </p:nvSpPr>
        <p:spPr>
          <a:xfrm>
            <a:off x="5105400" y="1316577"/>
            <a:ext cx="3505200" cy="685800"/>
          </a:xfrm>
          <a:prstGeom prst="wedgeRoundRectCallout">
            <a:avLst>
              <a:gd name="adj1" fmla="val 7966"/>
              <a:gd name="adj2" fmla="val -76096"/>
              <a:gd name="adj3" fmla="val 16667"/>
            </a:avLst>
          </a:prstGeom>
        </p:spPr>
        <p:style>
          <a:lnRef idx="3">
            <a:schemeClr val="lt1"/>
          </a:lnRef>
          <a:fillRef idx="1">
            <a:schemeClr val="accent6"/>
          </a:fillRef>
          <a:effectRef idx="1">
            <a:schemeClr val="accent6"/>
          </a:effectRef>
          <a:fontRef idx="minor">
            <a:schemeClr val="lt1"/>
          </a:fontRef>
        </p:style>
        <p:txBody>
          <a:bodyPr rtlCol="0" anchor="ctr"/>
          <a:lstStyle/>
          <a:p>
            <a:pPr algn="ctr"/>
            <a:r>
              <a:rPr lang="en-US" dirty="0"/>
              <a:t>Acting rational means to try to achieve the “best” outcome.</a:t>
            </a:r>
          </a:p>
        </p:txBody>
      </p:sp>
      <p:sp>
        <p:nvSpPr>
          <p:cNvPr id="11267" name="Rectangle 3"/>
          <p:cNvSpPr>
            <a:spLocks noGrp="1" noChangeArrowheads="1"/>
          </p:cNvSpPr>
          <p:nvPr>
            <p:ph idx="1"/>
          </p:nvPr>
        </p:nvSpPr>
        <p:spPr>
          <a:xfrm>
            <a:off x="628650" y="2133599"/>
            <a:ext cx="7886700" cy="4267201"/>
          </a:xfrm>
        </p:spPr>
        <p:txBody>
          <a:bodyPr>
            <a:normAutofit fontScale="70000" lnSpcReduction="20000"/>
          </a:bodyPr>
          <a:lstStyle/>
          <a:p>
            <a:pPr>
              <a:defRPr/>
            </a:pPr>
            <a:r>
              <a:rPr lang="en-US" dirty="0"/>
              <a:t>Best means that we need to do </a:t>
            </a:r>
            <a:r>
              <a:rPr lang="en-US" b="1" dirty="0"/>
              <a:t>optimization</a:t>
            </a:r>
            <a:r>
              <a:rPr lang="en-US" dirty="0"/>
              <a:t>.</a:t>
            </a:r>
          </a:p>
          <a:p>
            <a:pPr>
              <a:defRPr/>
            </a:pPr>
            <a:r>
              <a:rPr lang="en-US" dirty="0"/>
              <a:t>The desirability of outcomes can be measured by the economic concept of </a:t>
            </a:r>
            <a:r>
              <a:rPr lang="en-US" b="1" dirty="0"/>
              <a:t>utility. </a:t>
            </a:r>
            <a:r>
              <a:rPr lang="en-US" dirty="0"/>
              <a:t>If there is uncertainty about achieving outcomes, then we need to maximizing the </a:t>
            </a:r>
            <a:r>
              <a:rPr lang="en-US" b="1" dirty="0"/>
              <a:t>expected utility.</a:t>
            </a:r>
          </a:p>
          <a:p>
            <a:endParaRPr lang="en-US" dirty="0"/>
          </a:p>
          <a:p>
            <a:r>
              <a:rPr lang="en-US" dirty="0"/>
              <a:t>Optimization has several advantages:</a:t>
            </a:r>
          </a:p>
          <a:p>
            <a:pPr lvl="1"/>
            <a:r>
              <a:rPr lang="en-US" b="1" dirty="0"/>
              <a:t>Generality</a:t>
            </a:r>
            <a:r>
              <a:rPr lang="en-US" dirty="0"/>
              <a:t>: optimization is not limited to logical rules.</a:t>
            </a:r>
          </a:p>
          <a:p>
            <a:pPr lvl="1"/>
            <a:r>
              <a:rPr lang="en-US" b="1" dirty="0"/>
              <a:t>Practicality</a:t>
            </a:r>
            <a:r>
              <a:rPr lang="en-US" dirty="0"/>
              <a:t>: can be adapted to many real-world problems.</a:t>
            </a:r>
          </a:p>
          <a:p>
            <a:pPr lvl="1"/>
            <a:r>
              <a:rPr lang="en-US" b="1" dirty="0"/>
              <a:t>Well established</a:t>
            </a:r>
            <a:r>
              <a:rPr lang="en-US" dirty="0"/>
              <a:t>: existing solvers and methods for  simulation and experimentation.</a:t>
            </a:r>
          </a:p>
          <a:p>
            <a:pPr lvl="1"/>
            <a:r>
              <a:rPr lang="en-US" dirty="0"/>
              <a:t>Avoids philosophy and psychology in favor of a </a:t>
            </a:r>
            <a:r>
              <a:rPr lang="en-US" b="1" dirty="0"/>
              <a:t>clearly defined objective</a:t>
            </a:r>
            <a:r>
              <a:rPr lang="en-US" dirty="0"/>
              <a:t>.</a:t>
            </a:r>
          </a:p>
          <a:p>
            <a:pPr>
              <a:defRPr/>
            </a:pPr>
            <a:endParaRPr lang="en-US" dirty="0"/>
          </a:p>
          <a:p>
            <a:pPr>
              <a:defRPr/>
            </a:pPr>
            <a:r>
              <a:rPr lang="en-US" b="1" dirty="0"/>
              <a:t>Bounded rationality: </a:t>
            </a:r>
            <a:r>
              <a:rPr lang="en-US" dirty="0"/>
              <a:t>In practice, expected utility optimization is subject to the agent’s knowledge and computational constraints. The agent needs to do the best with its knowledge and resources.</a:t>
            </a:r>
          </a:p>
        </p:txBody>
      </p:sp>
      <p:graphicFrame>
        <p:nvGraphicFramePr>
          <p:cNvPr id="4" name="Content Placeholder 5">
            <a:extLst>
              <a:ext uri="{FF2B5EF4-FFF2-40B4-BE49-F238E27FC236}">
                <a16:creationId xmlns:a16="http://schemas.microsoft.com/office/drawing/2014/main" id="{ABED2194-8702-4B77-15AC-9939D0432D1E}"/>
              </a:ext>
              <a:ext uri="{C183D7F6-B498-43B3-948B-1728B52AA6E4}">
                <adec:decorative xmlns:adec="http://schemas.microsoft.com/office/drawing/2017/decorative" val="1"/>
              </a:ext>
            </a:extLst>
          </p:cNvPr>
          <p:cNvGraphicFramePr>
            <a:graphicFrameLocks/>
          </p:cNvGraphicFramePr>
          <p:nvPr>
            <p:extLst>
              <p:ext uri="{D42A27DB-BD31-4B8C-83A1-F6EECF244321}">
                <p14:modId xmlns:p14="http://schemas.microsoft.com/office/powerpoint/2010/main" val="3388589863"/>
              </p:ext>
            </p:extLst>
          </p:nvPr>
        </p:nvGraphicFramePr>
        <p:xfrm>
          <a:off x="990600" y="0"/>
          <a:ext cx="6762750" cy="1659477"/>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267">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267">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267">
                                            <p:txEl>
                                              <p:pRg st="3" end="3"/>
                                            </p:txEl>
                                          </p:spTgt>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11267">
                                            <p:txEl>
                                              <p:pRg st="4" end="4"/>
                                            </p:txEl>
                                          </p:spTgt>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11267">
                                            <p:txEl>
                                              <p:pRg st="5" end="5"/>
                                            </p:txEl>
                                          </p:spTgt>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11267">
                                            <p:txEl>
                                              <p:pRg st="6" end="6"/>
                                            </p:txEl>
                                          </p:spTgt>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11267">
                                            <p:txEl>
                                              <p:pRg st="7" end="7"/>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11267">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267" grpId="0" build="p"/>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194" name="Rectangle 2"/>
          <p:cNvSpPr>
            <a:spLocks noGrp="1" noChangeArrowheads="1"/>
          </p:cNvSpPr>
          <p:nvPr>
            <p:ph type="title"/>
          </p:nvPr>
        </p:nvSpPr>
        <p:spPr/>
        <p:txBody>
          <a:bodyPr>
            <a:normAutofit/>
          </a:bodyPr>
          <a:lstStyle/>
          <a:p>
            <a:r>
              <a:rPr lang="en-US" sz="3200" dirty="0"/>
              <a:t>The Type of AI is Covered in this Course</a:t>
            </a:r>
          </a:p>
        </p:txBody>
      </p:sp>
      <p:sp>
        <p:nvSpPr>
          <p:cNvPr id="5" name="Rectangle 4">
            <a:extLst>
              <a:ext uri="{FF2B5EF4-FFF2-40B4-BE49-F238E27FC236}">
                <a16:creationId xmlns:a16="http://schemas.microsoft.com/office/drawing/2014/main" id="{E837B443-89B7-4AA6-96BC-9CD32C6AC163}"/>
              </a:ext>
            </a:extLst>
          </p:cNvPr>
          <p:cNvSpPr/>
          <p:nvPr/>
        </p:nvSpPr>
        <p:spPr>
          <a:xfrm>
            <a:off x="228600" y="1633916"/>
            <a:ext cx="8348920" cy="830997"/>
          </a:xfrm>
          <a:prstGeom prst="rect">
            <a:avLst/>
          </a:prstGeom>
        </p:spPr>
        <p:txBody>
          <a:bodyPr wrap="square">
            <a:spAutoFit/>
          </a:bodyPr>
          <a:lstStyle/>
          <a:p>
            <a:pPr lvl="1">
              <a:buNone/>
            </a:pPr>
            <a:r>
              <a:rPr lang="en-US" sz="2400" dirty="0"/>
              <a:t>This course focuses on the computational techniques needed to creating a </a:t>
            </a:r>
            <a:r>
              <a:rPr lang="en-US" sz="2400" b="1" dirty="0"/>
              <a:t>narrow AI agent </a:t>
            </a:r>
            <a:r>
              <a:rPr lang="en-US" sz="2400" dirty="0"/>
              <a:t>that can</a:t>
            </a:r>
          </a:p>
        </p:txBody>
      </p:sp>
      <p:graphicFrame>
        <p:nvGraphicFramePr>
          <p:cNvPr id="6" name="Content Placeholder 5" descr="act rationally.">
            <a:extLst>
              <a:ext uri="{FF2B5EF4-FFF2-40B4-BE49-F238E27FC236}">
                <a16:creationId xmlns:a16="http://schemas.microsoft.com/office/drawing/2014/main" id="{866B7DF7-FCCC-4D51-B98D-02AC3932B9FA}"/>
              </a:ext>
            </a:extLst>
          </p:cNvPr>
          <p:cNvGraphicFramePr>
            <a:graphicFrameLocks noGrp="1"/>
          </p:cNvGraphicFramePr>
          <p:nvPr>
            <p:ph idx="1"/>
            <p:extLst>
              <p:ext uri="{D42A27DB-BD31-4B8C-83A1-F6EECF244321}">
                <p14:modId xmlns:p14="http://schemas.microsoft.com/office/powerpoint/2010/main" val="62900698"/>
              </p:ext>
            </p:extLst>
          </p:nvPr>
        </p:nvGraphicFramePr>
        <p:xfrm>
          <a:off x="1190625" y="1253331"/>
          <a:ext cx="6762750" cy="4351338"/>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7" name="Rectangle 6">
            <a:extLst>
              <a:ext uri="{FF2B5EF4-FFF2-40B4-BE49-F238E27FC236}">
                <a16:creationId xmlns:a16="http://schemas.microsoft.com/office/drawing/2014/main" id="{884441B2-D68C-44C5-ACDC-31A309778453}"/>
              </a:ext>
            </a:extLst>
          </p:cNvPr>
          <p:cNvSpPr/>
          <p:nvPr/>
        </p:nvSpPr>
        <p:spPr>
          <a:xfrm>
            <a:off x="1247775" y="4569151"/>
            <a:ext cx="6762750" cy="1200329"/>
          </a:xfrm>
          <a:prstGeom prst="rect">
            <a:avLst/>
          </a:prstGeom>
        </p:spPr>
        <p:txBody>
          <a:bodyPr wrap="square">
            <a:spAutoFit/>
          </a:bodyPr>
          <a:lstStyle/>
          <a:p>
            <a:pPr algn="ctr"/>
            <a:r>
              <a:rPr lang="en-US" sz="2400" dirty="0"/>
              <a:t>That is, create a machines that acts in a way to solve a specific hard problem that traditionally would have been thought to require human intelligence.</a:t>
            </a:r>
          </a:p>
        </p:txBody>
      </p:sp>
      <p:grpSp>
        <p:nvGrpSpPr>
          <p:cNvPr id="10" name="Group 9">
            <a:extLst>
              <a:ext uri="{FF2B5EF4-FFF2-40B4-BE49-F238E27FC236}">
                <a16:creationId xmlns:a16="http://schemas.microsoft.com/office/drawing/2014/main" id="{3A153E7F-FB0D-470C-B0A5-2388599521CA}"/>
              </a:ext>
              <a:ext uri="{C183D7F6-B498-43B3-948B-1728B52AA6E4}">
                <adec:decorative xmlns:adec="http://schemas.microsoft.com/office/drawing/2017/decorative" val="1"/>
              </a:ext>
            </a:extLst>
          </p:cNvPr>
          <p:cNvGrpSpPr/>
          <p:nvPr/>
        </p:nvGrpSpPr>
        <p:grpSpPr>
          <a:xfrm>
            <a:off x="1066800" y="3048000"/>
            <a:ext cx="1752600" cy="762000"/>
            <a:chOff x="-15240" y="4609699"/>
            <a:chExt cx="1752600" cy="762000"/>
          </a:xfrm>
        </p:grpSpPr>
        <p:cxnSp>
          <p:nvCxnSpPr>
            <p:cNvPr id="3" name="Straight Connector 2">
              <a:extLst>
                <a:ext uri="{FF2B5EF4-FFF2-40B4-BE49-F238E27FC236}">
                  <a16:creationId xmlns:a16="http://schemas.microsoft.com/office/drawing/2014/main" id="{EB65DCB1-7681-43A8-B17C-CFDA1525A14A}"/>
                </a:ext>
              </a:extLst>
            </p:cNvPr>
            <p:cNvCxnSpPr/>
            <p:nvPr/>
          </p:nvCxnSpPr>
          <p:spPr>
            <a:xfrm>
              <a:off x="-15240" y="4609699"/>
              <a:ext cx="1752600" cy="762000"/>
            </a:xfrm>
            <a:prstGeom prst="line">
              <a:avLst/>
            </a:prstGeom>
            <a:ln w="5715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8" name="Straight Connector 7">
              <a:extLst>
                <a:ext uri="{FF2B5EF4-FFF2-40B4-BE49-F238E27FC236}">
                  <a16:creationId xmlns:a16="http://schemas.microsoft.com/office/drawing/2014/main" id="{2CB35F7E-2353-4BE8-AE32-444BBB1105CC}"/>
                </a:ext>
              </a:extLst>
            </p:cNvPr>
            <p:cNvCxnSpPr>
              <a:cxnSpLocks/>
            </p:cNvCxnSpPr>
            <p:nvPr/>
          </p:nvCxnSpPr>
          <p:spPr>
            <a:xfrm flipV="1">
              <a:off x="-15240" y="4609699"/>
              <a:ext cx="1676400" cy="762000"/>
            </a:xfrm>
            <a:prstGeom prst="line">
              <a:avLst/>
            </a:prstGeom>
            <a:ln w="57150">
              <a:solidFill>
                <a:srgbClr val="FF0000"/>
              </a:solidFill>
            </a:ln>
          </p:spPr>
          <p:style>
            <a:lnRef idx="1">
              <a:schemeClr val="accent1"/>
            </a:lnRef>
            <a:fillRef idx="0">
              <a:schemeClr val="accent1"/>
            </a:fillRef>
            <a:effectRef idx="0">
              <a:schemeClr val="accent1"/>
            </a:effectRef>
            <a:fontRef idx="minor">
              <a:schemeClr val="tx1"/>
            </a:fontRef>
          </p:style>
        </p:cxnSp>
      </p:grpSp>
      <p:grpSp>
        <p:nvGrpSpPr>
          <p:cNvPr id="12" name="Group 11">
            <a:extLst>
              <a:ext uri="{FF2B5EF4-FFF2-40B4-BE49-F238E27FC236}">
                <a16:creationId xmlns:a16="http://schemas.microsoft.com/office/drawing/2014/main" id="{C1140C69-6A40-40ED-B68D-91B8B41ADAAF}"/>
              </a:ext>
              <a:ext uri="{C183D7F6-B498-43B3-948B-1728B52AA6E4}">
                <adec:decorative xmlns:adec="http://schemas.microsoft.com/office/drawing/2017/decorative" val="1"/>
              </a:ext>
            </a:extLst>
          </p:cNvPr>
          <p:cNvGrpSpPr/>
          <p:nvPr/>
        </p:nvGrpSpPr>
        <p:grpSpPr>
          <a:xfrm>
            <a:off x="2867025" y="3048000"/>
            <a:ext cx="1752600" cy="762000"/>
            <a:chOff x="-15240" y="4609699"/>
            <a:chExt cx="1752600" cy="762000"/>
          </a:xfrm>
        </p:grpSpPr>
        <p:cxnSp>
          <p:nvCxnSpPr>
            <p:cNvPr id="13" name="Straight Connector 12">
              <a:extLst>
                <a:ext uri="{FF2B5EF4-FFF2-40B4-BE49-F238E27FC236}">
                  <a16:creationId xmlns:a16="http://schemas.microsoft.com/office/drawing/2014/main" id="{5DADC38C-FA29-40BD-AC6E-787B6D40222C}"/>
                </a:ext>
              </a:extLst>
            </p:cNvPr>
            <p:cNvCxnSpPr/>
            <p:nvPr/>
          </p:nvCxnSpPr>
          <p:spPr>
            <a:xfrm>
              <a:off x="-15240" y="4609699"/>
              <a:ext cx="1752600" cy="762000"/>
            </a:xfrm>
            <a:prstGeom prst="line">
              <a:avLst/>
            </a:prstGeom>
            <a:ln w="5715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14" name="Straight Connector 13">
              <a:extLst>
                <a:ext uri="{FF2B5EF4-FFF2-40B4-BE49-F238E27FC236}">
                  <a16:creationId xmlns:a16="http://schemas.microsoft.com/office/drawing/2014/main" id="{BF854F8B-F232-40DB-ADBC-96392E09E494}"/>
                </a:ext>
              </a:extLst>
            </p:cNvPr>
            <p:cNvCxnSpPr>
              <a:cxnSpLocks/>
            </p:cNvCxnSpPr>
            <p:nvPr/>
          </p:nvCxnSpPr>
          <p:spPr>
            <a:xfrm flipV="1">
              <a:off x="-15240" y="4609699"/>
              <a:ext cx="1676400" cy="762000"/>
            </a:xfrm>
            <a:prstGeom prst="line">
              <a:avLst/>
            </a:prstGeom>
            <a:ln w="57150">
              <a:solidFill>
                <a:srgbClr val="FF0000"/>
              </a:solidFill>
            </a:ln>
          </p:spPr>
          <p:style>
            <a:lnRef idx="1">
              <a:schemeClr val="accent1"/>
            </a:lnRef>
            <a:fillRef idx="0">
              <a:schemeClr val="accent1"/>
            </a:fillRef>
            <a:effectRef idx="0">
              <a:schemeClr val="accent1"/>
            </a:effectRef>
            <a:fontRef idx="minor">
              <a:schemeClr val="tx1"/>
            </a:fontRef>
          </p:style>
        </p:cxnSp>
      </p:grpSp>
      <p:grpSp>
        <p:nvGrpSpPr>
          <p:cNvPr id="15" name="Group 14">
            <a:extLst>
              <a:ext uri="{FF2B5EF4-FFF2-40B4-BE49-F238E27FC236}">
                <a16:creationId xmlns:a16="http://schemas.microsoft.com/office/drawing/2014/main" id="{7458D84F-F193-476E-B37D-36E88F9DD236}"/>
              </a:ext>
              <a:ext uri="{C183D7F6-B498-43B3-948B-1728B52AA6E4}">
                <adec:decorative xmlns:adec="http://schemas.microsoft.com/office/drawing/2017/decorative" val="1"/>
              </a:ext>
            </a:extLst>
          </p:cNvPr>
          <p:cNvGrpSpPr/>
          <p:nvPr/>
        </p:nvGrpSpPr>
        <p:grpSpPr>
          <a:xfrm>
            <a:off x="4629150" y="3048000"/>
            <a:ext cx="1752600" cy="762000"/>
            <a:chOff x="-15240" y="4609699"/>
            <a:chExt cx="1752600" cy="762000"/>
          </a:xfrm>
        </p:grpSpPr>
        <p:cxnSp>
          <p:nvCxnSpPr>
            <p:cNvPr id="16" name="Straight Connector 15">
              <a:extLst>
                <a:ext uri="{FF2B5EF4-FFF2-40B4-BE49-F238E27FC236}">
                  <a16:creationId xmlns:a16="http://schemas.microsoft.com/office/drawing/2014/main" id="{D552F11D-F764-4D74-ADD3-A7FE230F75A3}"/>
                </a:ext>
              </a:extLst>
            </p:cNvPr>
            <p:cNvCxnSpPr/>
            <p:nvPr/>
          </p:nvCxnSpPr>
          <p:spPr>
            <a:xfrm>
              <a:off x="-15240" y="4609699"/>
              <a:ext cx="1752600" cy="762000"/>
            </a:xfrm>
            <a:prstGeom prst="line">
              <a:avLst/>
            </a:prstGeom>
            <a:ln w="5715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17" name="Straight Connector 16">
              <a:extLst>
                <a:ext uri="{FF2B5EF4-FFF2-40B4-BE49-F238E27FC236}">
                  <a16:creationId xmlns:a16="http://schemas.microsoft.com/office/drawing/2014/main" id="{0660FAD4-CFBE-42EB-80ED-34BC22C5C19E}"/>
                </a:ext>
              </a:extLst>
            </p:cNvPr>
            <p:cNvCxnSpPr>
              <a:cxnSpLocks/>
            </p:cNvCxnSpPr>
            <p:nvPr/>
          </p:nvCxnSpPr>
          <p:spPr>
            <a:xfrm flipV="1">
              <a:off x="-15240" y="4609699"/>
              <a:ext cx="1676400" cy="762000"/>
            </a:xfrm>
            <a:prstGeom prst="line">
              <a:avLst/>
            </a:prstGeom>
            <a:ln w="57150">
              <a:solidFill>
                <a:srgbClr val="FF0000"/>
              </a:solidFill>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2075795873"/>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000000"/>
        </a:solidFill>
        <a:effectLst/>
      </p:bgPr>
    </p:bg>
    <p:spTree>
      <p:nvGrpSpPr>
        <p:cNvPr id="1" name=""/>
        <p:cNvGrpSpPr/>
        <p:nvPr/>
      </p:nvGrpSpPr>
      <p:grpSpPr>
        <a:xfrm>
          <a:off x="0" y="0"/>
          <a:ext cx="0" cy="0"/>
          <a:chOff x="0" y="0"/>
          <a:chExt cx="0" cy="0"/>
        </a:xfrm>
      </p:grpSpPr>
      <p:sp>
        <p:nvSpPr>
          <p:cNvPr id="11" name="Rectangle 10">
            <a:extLst>
              <a:ext uri="{FF2B5EF4-FFF2-40B4-BE49-F238E27FC236}">
                <a16:creationId xmlns:a16="http://schemas.microsoft.com/office/drawing/2014/main" id="{71B2258F-86CA-4D4D-8270-BC05FCDEBFB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9144000" cy="6857999"/>
          </a:xfrm>
          <a:prstGeom prst="rect">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6" name="Picture 14">
            <a:extLst>
              <a:ext uri="{FF2B5EF4-FFF2-40B4-BE49-F238E27FC236}">
                <a16:creationId xmlns:a16="http://schemas.microsoft.com/office/drawing/2014/main" id="{51991BF2-2552-1D28-54A7-702650B0492E}"/>
              </a:ext>
              <a:ext uri="{C183D7F6-B498-43B3-948B-1728B52AA6E4}">
                <adec:decorative xmlns:adec="http://schemas.microsoft.com/office/drawing/2017/decorative" val="1"/>
              </a:ext>
            </a:extLst>
          </p:cNvPr>
          <p:cNvPicPr>
            <a:picLocks noChangeAspect="1" noChangeArrowheads="1"/>
          </p:cNvPicPr>
          <p:nvPr/>
        </p:nvPicPr>
        <p:blipFill rotWithShape="1">
          <a:blip r:embed="rId2" cstate="print">
            <a:alphaModFix amt="50000"/>
          </a:blip>
          <a:srcRect t="27493" b="22444"/>
          <a:stretch/>
        </p:blipFill>
        <p:spPr bwMode="auto">
          <a:xfrm>
            <a:off x="20" y="1"/>
            <a:ext cx="9143980" cy="6857999"/>
          </a:xfrm>
          <a:prstGeom prst="rect">
            <a:avLst/>
          </a:prstGeom>
          <a:noFill/>
        </p:spPr>
      </p:pic>
      <p:sp>
        <p:nvSpPr>
          <p:cNvPr id="4" name="Title 3">
            <a:extLst>
              <a:ext uri="{FF2B5EF4-FFF2-40B4-BE49-F238E27FC236}">
                <a16:creationId xmlns:a16="http://schemas.microsoft.com/office/drawing/2014/main" id="{AC48B6A4-85FC-FF62-B3C7-8D128C5BE471}"/>
              </a:ext>
            </a:extLst>
          </p:cNvPr>
          <p:cNvSpPr>
            <a:spLocks noGrp="1"/>
          </p:cNvSpPr>
          <p:nvPr>
            <p:ph type="title"/>
          </p:nvPr>
        </p:nvSpPr>
        <p:spPr>
          <a:xfrm>
            <a:off x="1143000" y="1122362"/>
            <a:ext cx="6858000" cy="2900518"/>
          </a:xfrm>
        </p:spPr>
        <p:txBody>
          <a:bodyPr vert="horz" lIns="91440" tIns="45720" rIns="91440" bIns="45720" rtlCol="0" anchor="b">
            <a:normAutofit/>
          </a:bodyPr>
          <a:lstStyle/>
          <a:p>
            <a:pPr algn="ctr"/>
            <a:r>
              <a:rPr lang="en-US">
                <a:solidFill>
                  <a:srgbClr val="FFFFFF"/>
                </a:solidFill>
              </a:rPr>
              <a:t>Intelligent Agents</a:t>
            </a:r>
          </a:p>
        </p:txBody>
      </p:sp>
      <p:sp>
        <p:nvSpPr>
          <p:cNvPr id="5" name="Text Placeholder 4">
            <a:extLst>
              <a:ext uri="{FF2B5EF4-FFF2-40B4-BE49-F238E27FC236}">
                <a16:creationId xmlns:a16="http://schemas.microsoft.com/office/drawing/2014/main" id="{B14CE2D6-8929-F07E-C8F7-0FB634A9DF95}"/>
              </a:ext>
            </a:extLst>
          </p:cNvPr>
          <p:cNvSpPr>
            <a:spLocks noGrp="1"/>
          </p:cNvSpPr>
          <p:nvPr>
            <p:ph type="body" idx="1"/>
          </p:nvPr>
        </p:nvSpPr>
        <p:spPr>
          <a:xfrm>
            <a:off x="1143000" y="4159404"/>
            <a:ext cx="6858000" cy="1098395"/>
          </a:xfrm>
        </p:spPr>
        <p:txBody>
          <a:bodyPr vert="horz" lIns="91440" tIns="45720" rIns="91440" bIns="45720" rtlCol="0">
            <a:normAutofit/>
          </a:bodyPr>
          <a:lstStyle/>
          <a:p>
            <a:pPr algn="ctr"/>
            <a:r>
              <a:rPr lang="en-US" dirty="0">
                <a:solidFill>
                  <a:srgbClr val="FFFFFF"/>
                </a:solidFill>
              </a:rPr>
              <a:t>Machines that act rationally.</a:t>
            </a:r>
          </a:p>
        </p:txBody>
      </p:sp>
      <p:sp>
        <p:nvSpPr>
          <p:cNvPr id="12" name="Text Placeholder 4">
            <a:extLst>
              <a:ext uri="{FF2B5EF4-FFF2-40B4-BE49-F238E27FC236}">
                <a16:creationId xmlns:a16="http://schemas.microsoft.com/office/drawing/2014/main" id="{234A172B-027C-7F8B-3857-6D447AA226D9}"/>
              </a:ext>
              <a:ext uri="{C183D7F6-B498-43B3-948B-1728B52AA6E4}">
                <adec:decorative xmlns:adec="http://schemas.microsoft.com/office/drawing/2017/decorative" val="1"/>
              </a:ext>
            </a:extLst>
          </p:cNvPr>
          <p:cNvSpPr txBox="1">
            <a:spLocks/>
          </p:cNvSpPr>
          <p:nvPr/>
        </p:nvSpPr>
        <p:spPr>
          <a:xfrm>
            <a:off x="609600" y="6248400"/>
            <a:ext cx="8380060" cy="381000"/>
          </a:xfrm>
          <a:prstGeom prst="rect">
            <a:avLst/>
          </a:prstGeom>
        </p:spPr>
        <p:txBody>
          <a:bodyPr vert="horz" lIns="91440" tIns="45720" rIns="91440" bIns="45720" rtlCol="0">
            <a:normAutofit/>
          </a:bodyPr>
          <a:lstStyle>
            <a:lvl1pPr marL="0" indent="0" algn="l"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l" defTabSz="914400" rtl="0" eaLnBrk="1" latinLnBrk="0" hangingPunct="1">
              <a:lnSpc>
                <a:spcPct val="90000"/>
              </a:lnSpc>
              <a:spcBef>
                <a:spcPts val="500"/>
              </a:spcBef>
              <a:buFont typeface="Arial" panose="020B0604020202020204" pitchFamily="34" charset="0"/>
              <a:buNone/>
              <a:defRPr sz="2000" kern="1200">
                <a:solidFill>
                  <a:schemeClr val="tx1">
                    <a:tint val="75000"/>
                  </a:schemeClr>
                </a:solidFill>
                <a:latin typeface="+mn-lt"/>
                <a:ea typeface="+mn-ea"/>
                <a:cs typeface="+mn-cs"/>
              </a:defRPr>
            </a:lvl2pPr>
            <a:lvl3pPr marL="914400" indent="0" algn="l" defTabSz="914400" rtl="0" eaLnBrk="1" latinLnBrk="0" hangingPunct="1">
              <a:lnSpc>
                <a:spcPct val="90000"/>
              </a:lnSpc>
              <a:spcBef>
                <a:spcPts val="500"/>
              </a:spcBef>
              <a:buFont typeface="Arial" panose="020B0604020202020204" pitchFamily="34" charset="0"/>
              <a:buNone/>
              <a:defRPr sz="1800" kern="1200">
                <a:solidFill>
                  <a:schemeClr val="tx1">
                    <a:tint val="75000"/>
                  </a:schemeClr>
                </a:solidFill>
                <a:latin typeface="+mn-lt"/>
                <a:ea typeface="+mn-ea"/>
                <a:cs typeface="+mn-cs"/>
              </a:defRPr>
            </a:lvl3pPr>
            <a:lvl4pPr marL="1371600" indent="0" algn="l" defTabSz="914400" rtl="0" eaLnBrk="1" latinLnBrk="0" hangingPunct="1">
              <a:lnSpc>
                <a:spcPct val="90000"/>
              </a:lnSpc>
              <a:spcBef>
                <a:spcPts val="500"/>
              </a:spcBef>
              <a:buFont typeface="Arial" panose="020B0604020202020204" pitchFamily="34" charset="0"/>
              <a:buNone/>
              <a:defRPr sz="1600" kern="1200">
                <a:solidFill>
                  <a:schemeClr val="tx1">
                    <a:tint val="75000"/>
                  </a:schemeClr>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600" kern="1200">
                <a:solidFill>
                  <a:schemeClr val="tx1">
                    <a:tint val="75000"/>
                  </a:schemeClr>
                </a:solidFill>
                <a:latin typeface="+mn-lt"/>
                <a:ea typeface="+mn-ea"/>
                <a:cs typeface="+mn-cs"/>
              </a:defRPr>
            </a:lvl5pPr>
            <a:lvl6pPr marL="2286000" indent="0" algn="l" defTabSz="914400" rtl="0" eaLnBrk="1" latinLnBrk="0" hangingPunct="1">
              <a:lnSpc>
                <a:spcPct val="90000"/>
              </a:lnSpc>
              <a:spcBef>
                <a:spcPts val="500"/>
              </a:spcBef>
              <a:buFont typeface="Arial" panose="020B0604020202020204" pitchFamily="34" charset="0"/>
              <a:buNone/>
              <a:defRPr sz="1600" kern="1200">
                <a:solidFill>
                  <a:schemeClr val="tx1">
                    <a:tint val="75000"/>
                  </a:schemeClr>
                </a:solidFill>
                <a:latin typeface="+mn-lt"/>
                <a:ea typeface="+mn-ea"/>
                <a:cs typeface="+mn-cs"/>
              </a:defRPr>
            </a:lvl6pPr>
            <a:lvl7pPr marL="2743200" indent="0" algn="l" defTabSz="914400" rtl="0" eaLnBrk="1" latinLnBrk="0" hangingPunct="1">
              <a:lnSpc>
                <a:spcPct val="90000"/>
              </a:lnSpc>
              <a:spcBef>
                <a:spcPts val="500"/>
              </a:spcBef>
              <a:buFont typeface="Arial" panose="020B0604020202020204" pitchFamily="34" charset="0"/>
              <a:buNone/>
              <a:defRPr sz="1600" kern="1200">
                <a:solidFill>
                  <a:schemeClr val="tx1">
                    <a:tint val="75000"/>
                  </a:schemeClr>
                </a:solidFill>
                <a:latin typeface="+mn-lt"/>
                <a:ea typeface="+mn-ea"/>
                <a:cs typeface="+mn-cs"/>
              </a:defRPr>
            </a:lvl7pPr>
            <a:lvl8pPr marL="3200400" indent="0" algn="l" defTabSz="914400" rtl="0" eaLnBrk="1" latinLnBrk="0" hangingPunct="1">
              <a:lnSpc>
                <a:spcPct val="90000"/>
              </a:lnSpc>
              <a:spcBef>
                <a:spcPts val="500"/>
              </a:spcBef>
              <a:buFont typeface="Arial" panose="020B0604020202020204" pitchFamily="34" charset="0"/>
              <a:buNone/>
              <a:defRPr sz="1600" kern="1200">
                <a:solidFill>
                  <a:schemeClr val="tx1">
                    <a:tint val="75000"/>
                  </a:schemeClr>
                </a:solidFill>
                <a:latin typeface="+mn-lt"/>
                <a:ea typeface="+mn-ea"/>
                <a:cs typeface="+mn-cs"/>
              </a:defRPr>
            </a:lvl8pPr>
            <a:lvl9pPr marL="3657600" indent="0" algn="l" defTabSz="914400" rtl="0" eaLnBrk="1" latinLnBrk="0" hangingPunct="1">
              <a:lnSpc>
                <a:spcPct val="90000"/>
              </a:lnSpc>
              <a:spcBef>
                <a:spcPts val="500"/>
              </a:spcBef>
              <a:buFont typeface="Arial" panose="020B0604020202020204" pitchFamily="34" charset="0"/>
              <a:buNone/>
              <a:defRPr sz="1600" kern="1200">
                <a:solidFill>
                  <a:schemeClr val="tx1">
                    <a:tint val="75000"/>
                  </a:schemeClr>
                </a:solidFill>
                <a:latin typeface="+mn-lt"/>
                <a:ea typeface="+mn-ea"/>
                <a:cs typeface="+mn-cs"/>
              </a:defRPr>
            </a:lvl9pPr>
          </a:lstStyle>
          <a:p>
            <a:r>
              <a:rPr lang="en-US" sz="1600" b="1" dirty="0"/>
              <a:t>ASIMO</a:t>
            </a:r>
            <a:r>
              <a:rPr lang="en-US" sz="1600" dirty="0"/>
              <a:t> (</a:t>
            </a:r>
            <a:r>
              <a:rPr lang="en-US" sz="1600" b="1" dirty="0"/>
              <a:t>Advanced Step in Innovative Mobility</a:t>
            </a:r>
            <a:r>
              <a:rPr lang="en-US" sz="1600" dirty="0"/>
              <a:t>) is a </a:t>
            </a:r>
            <a:r>
              <a:rPr lang="en-US" sz="1600" dirty="0">
                <a:hlinkClick r:id="rId3" tooltip="Humanoid robot">
                  <a:extLst>
                    <a:ext uri="{A12FA001-AC4F-418D-AE19-62706E023703}">
                      <ahyp:hlinkClr xmlns:ahyp="http://schemas.microsoft.com/office/drawing/2018/hyperlinkcolor" val="tx"/>
                    </a:ext>
                  </a:extLst>
                </a:hlinkClick>
              </a:rPr>
              <a:t>humanoid robot</a:t>
            </a:r>
            <a:r>
              <a:rPr lang="en-US" sz="1600" dirty="0"/>
              <a:t> created by </a:t>
            </a:r>
            <a:r>
              <a:rPr lang="en-US" sz="1600" dirty="0">
                <a:hlinkClick r:id="rId4" tooltip="Honda">
                  <a:extLst>
                    <a:ext uri="{A12FA001-AC4F-418D-AE19-62706E023703}">
                      <ahyp:hlinkClr xmlns:ahyp="http://schemas.microsoft.com/office/drawing/2018/hyperlinkcolor" val="tx"/>
                    </a:ext>
                  </a:extLst>
                </a:hlinkClick>
              </a:rPr>
              <a:t>Honda</a:t>
            </a:r>
            <a:r>
              <a:rPr lang="en-US" sz="1600" dirty="0"/>
              <a:t> in 2000</a:t>
            </a:r>
          </a:p>
        </p:txBody>
      </p:sp>
    </p:spTree>
    <p:extLst>
      <p:ext uri="{BB962C8B-B14F-4D97-AF65-F5344CB8AC3E}">
        <p14:creationId xmlns:p14="http://schemas.microsoft.com/office/powerpoint/2010/main" val="2272633685"/>
      </p:ext>
    </p:extLst>
  </p:cSld>
  <p:clrMapOvr>
    <a:overrideClrMapping bg1="dk1" tx1="lt1" bg2="dk2" tx2="lt2" accent1="accent1" accent2="accent2" accent3="accent3" accent4="accent4" accent5="accent5" accent6="accent6" hlink="hlink" folHlink="folHlink"/>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194" name="Rectangle 2"/>
          <p:cNvSpPr>
            <a:spLocks noGrp="1" noChangeArrowheads="1"/>
          </p:cNvSpPr>
          <p:nvPr>
            <p:ph type="title"/>
          </p:nvPr>
        </p:nvSpPr>
        <p:spPr>
          <a:xfrm>
            <a:off x="630936" y="251312"/>
            <a:ext cx="7879842" cy="1010264"/>
          </a:xfrm>
        </p:spPr>
        <p:txBody>
          <a:bodyPr anchor="ctr">
            <a:normAutofit fontScale="90000"/>
          </a:bodyPr>
          <a:lstStyle/>
          <a:p>
            <a:r>
              <a:rPr lang="en-US" dirty="0"/>
              <a:t>Components of an Intelligent Agent</a:t>
            </a:r>
          </a:p>
        </p:txBody>
      </p:sp>
      <p:sp>
        <p:nvSpPr>
          <p:cNvPr id="11" name="Rectangle 10">
            <a:extLst>
              <a:ext uri="{FF2B5EF4-FFF2-40B4-BE49-F238E27FC236}">
                <a16:creationId xmlns:a16="http://schemas.microsoft.com/office/drawing/2014/main" id="{CCA3ACF4-94F7-8606-D2F6-5FB02C0CFE44}"/>
              </a:ext>
              <a:ext uri="{C183D7F6-B498-43B3-948B-1728B52AA6E4}">
                <adec:decorative xmlns:adec="http://schemas.microsoft.com/office/drawing/2017/decorative" val="1"/>
              </a:ext>
            </a:extLst>
          </p:cNvPr>
          <p:cNvSpPr/>
          <p:nvPr/>
        </p:nvSpPr>
        <p:spPr>
          <a:xfrm>
            <a:off x="3927578" y="2590800"/>
            <a:ext cx="4291656" cy="2491888"/>
          </a:xfrm>
          <a:prstGeom prst="rect">
            <a:avLst/>
          </a:prstGeom>
        </p:spPr>
        <p:style>
          <a:lnRef idx="2">
            <a:schemeClr val="accent2"/>
          </a:lnRef>
          <a:fillRef idx="1">
            <a:schemeClr val="lt1"/>
          </a:fillRef>
          <a:effectRef idx="0">
            <a:schemeClr val="accent2"/>
          </a:effectRef>
          <a:fontRef idx="minor">
            <a:schemeClr val="dk1"/>
          </a:fontRef>
        </p:style>
        <p:txBody>
          <a:bodyPr rtlCol="0" anchor="ctr"/>
          <a:lstStyle/>
          <a:p>
            <a:pPr algn="ctr"/>
            <a:endParaRPr lang="en-US"/>
          </a:p>
        </p:txBody>
      </p:sp>
      <p:sp>
        <p:nvSpPr>
          <p:cNvPr id="4" name="TextBox 3">
            <a:extLst>
              <a:ext uri="{FF2B5EF4-FFF2-40B4-BE49-F238E27FC236}">
                <a16:creationId xmlns:a16="http://schemas.microsoft.com/office/drawing/2014/main" id="{013B97C3-DCC6-2DA7-0B2D-AD6F495E5EEB}"/>
              </a:ext>
            </a:extLst>
          </p:cNvPr>
          <p:cNvSpPr txBox="1"/>
          <p:nvPr/>
        </p:nvSpPr>
        <p:spPr>
          <a:xfrm>
            <a:off x="787387" y="1641448"/>
            <a:ext cx="2752104" cy="4478149"/>
          </a:xfrm>
          <a:prstGeom prst="rect">
            <a:avLst/>
          </a:prstGeom>
          <a:noFill/>
        </p:spPr>
        <p:txBody>
          <a:bodyPr wrap="square">
            <a:spAutoFit/>
          </a:bodyPr>
          <a:lstStyle/>
          <a:p>
            <a:pPr defTabSz="822960">
              <a:spcAft>
                <a:spcPts val="600"/>
              </a:spcAft>
            </a:pPr>
            <a:r>
              <a:rPr lang="en-US" kern="1200" dirty="0">
                <a:solidFill>
                  <a:schemeClr val="tx1"/>
                </a:solidFill>
                <a:latin typeface="+mn-lt"/>
                <a:ea typeface="+mn-ea"/>
                <a:cs typeface="+mn-cs"/>
              </a:rPr>
              <a:t>Intelligent agents </a:t>
            </a:r>
            <a:r>
              <a:rPr lang="en-US" b="1" kern="1200" dirty="0">
                <a:solidFill>
                  <a:schemeClr val="tx1"/>
                </a:solidFill>
                <a:latin typeface="+mn-lt"/>
                <a:ea typeface="+mn-ea"/>
                <a:cs typeface="+mn-cs"/>
              </a:rPr>
              <a:t>act rationally</a:t>
            </a:r>
            <a:r>
              <a:rPr lang="en-US" kern="1200" dirty="0">
                <a:solidFill>
                  <a:schemeClr val="tx1"/>
                </a:solidFill>
                <a:latin typeface="+mn-lt"/>
                <a:ea typeface="+mn-ea"/>
                <a:cs typeface="+mn-cs"/>
              </a:rPr>
              <a:t> in </a:t>
            </a:r>
            <a:r>
              <a:rPr lang="en-US" dirty="0"/>
              <a:t>their</a:t>
            </a:r>
            <a:r>
              <a:rPr lang="en-US" kern="1200" dirty="0">
                <a:solidFill>
                  <a:schemeClr val="tx1"/>
                </a:solidFill>
                <a:latin typeface="+mn-lt"/>
                <a:ea typeface="+mn-ea"/>
                <a:cs typeface="+mn-cs"/>
              </a:rPr>
              <a:t> environment. </a:t>
            </a:r>
          </a:p>
          <a:p>
            <a:pPr defTabSz="822960">
              <a:spcAft>
                <a:spcPts val="600"/>
              </a:spcAft>
            </a:pPr>
            <a:endParaRPr lang="en-US" dirty="0"/>
          </a:p>
          <a:p>
            <a:pPr defTabSz="822960">
              <a:spcAft>
                <a:spcPts val="600"/>
              </a:spcAft>
            </a:pPr>
            <a:r>
              <a:rPr lang="en-US" kern="1200" dirty="0">
                <a:solidFill>
                  <a:schemeClr val="tx1"/>
                </a:solidFill>
                <a:latin typeface="+mn-lt"/>
                <a:ea typeface="+mn-ea"/>
                <a:cs typeface="+mn-cs"/>
              </a:rPr>
              <a:t>They need to</a:t>
            </a:r>
          </a:p>
          <a:p>
            <a:pPr marL="308610" indent="-308610" defTabSz="822960">
              <a:spcAft>
                <a:spcPts val="600"/>
              </a:spcAft>
              <a:buFont typeface="Arial" panose="020B0604020202020204" pitchFamily="34" charset="0"/>
              <a:buChar char="•"/>
            </a:pPr>
            <a:r>
              <a:rPr lang="en-US" sz="1600" b="1" dirty="0"/>
              <a:t>C</a:t>
            </a:r>
            <a:r>
              <a:rPr lang="en-US" sz="1600" b="1" kern="1200" dirty="0">
                <a:solidFill>
                  <a:schemeClr val="tx1"/>
                </a:solidFill>
                <a:latin typeface="+mn-lt"/>
                <a:ea typeface="+mn-ea"/>
                <a:cs typeface="+mn-cs"/>
              </a:rPr>
              <a:t>ommunicate</a:t>
            </a:r>
            <a:r>
              <a:rPr lang="en-US" sz="1600" kern="1200" dirty="0">
                <a:solidFill>
                  <a:schemeClr val="tx1"/>
                </a:solidFill>
                <a:latin typeface="+mn-lt"/>
                <a:ea typeface="+mn-ea"/>
                <a:cs typeface="+mn-cs"/>
              </a:rPr>
              <a:t> with the environment</a:t>
            </a:r>
            <a:r>
              <a:rPr lang="en-US" sz="1600" dirty="0"/>
              <a:t> using </a:t>
            </a:r>
            <a:r>
              <a:rPr lang="en-US" sz="1600" b="1" dirty="0"/>
              <a:t>percepts</a:t>
            </a:r>
            <a:r>
              <a:rPr lang="en-US" sz="1600" dirty="0"/>
              <a:t> and </a:t>
            </a:r>
            <a:r>
              <a:rPr lang="en-US" sz="1600" b="1" dirty="0"/>
              <a:t>actions</a:t>
            </a:r>
            <a:r>
              <a:rPr lang="en-US" sz="1600" dirty="0"/>
              <a:t>.</a:t>
            </a:r>
          </a:p>
          <a:p>
            <a:pPr marL="308610" indent="-308610" defTabSz="822960">
              <a:spcAft>
                <a:spcPts val="600"/>
              </a:spcAft>
              <a:buFont typeface="Arial" panose="020B0604020202020204" pitchFamily="34" charset="0"/>
              <a:buChar char="•"/>
            </a:pPr>
            <a:r>
              <a:rPr lang="en-US" sz="1600" b="1" dirty="0"/>
              <a:t>R</a:t>
            </a:r>
            <a:r>
              <a:rPr lang="en-US" sz="1600" b="1" kern="1200" dirty="0">
                <a:solidFill>
                  <a:schemeClr val="tx1"/>
                </a:solidFill>
                <a:latin typeface="+mn-lt"/>
                <a:ea typeface="+mn-ea"/>
                <a:cs typeface="+mn-cs"/>
              </a:rPr>
              <a:t>epresent knowledge</a:t>
            </a:r>
            <a:r>
              <a:rPr lang="en-US" sz="1600" kern="1200" dirty="0">
                <a:solidFill>
                  <a:schemeClr val="tx1"/>
                </a:solidFill>
                <a:latin typeface="+mn-lt"/>
                <a:ea typeface="+mn-ea"/>
                <a:cs typeface="+mn-cs"/>
              </a:rPr>
              <a:t>,</a:t>
            </a:r>
            <a:r>
              <a:rPr lang="en-US" sz="1600" dirty="0"/>
              <a:t> </a:t>
            </a:r>
            <a:r>
              <a:rPr lang="en-US" sz="1600" b="1" kern="1200" dirty="0">
                <a:solidFill>
                  <a:schemeClr val="tx1"/>
                </a:solidFill>
                <a:latin typeface="+mn-lt"/>
                <a:ea typeface="+mn-ea"/>
                <a:cs typeface="+mn-cs"/>
              </a:rPr>
              <a:t>reason</a:t>
            </a:r>
            <a:r>
              <a:rPr lang="en-US" sz="1600" kern="1200" dirty="0">
                <a:solidFill>
                  <a:schemeClr val="tx1"/>
                </a:solidFill>
                <a:latin typeface="+mn-lt"/>
                <a:ea typeface="+mn-ea"/>
                <a:cs typeface="+mn-cs"/>
              </a:rPr>
              <a:t> and </a:t>
            </a:r>
            <a:r>
              <a:rPr lang="en-US" sz="1600" b="1" kern="1200" dirty="0">
                <a:solidFill>
                  <a:schemeClr val="tx1"/>
                </a:solidFill>
                <a:latin typeface="+mn-lt"/>
                <a:ea typeface="+mn-ea"/>
                <a:cs typeface="+mn-cs"/>
              </a:rPr>
              <a:t>plan</a:t>
            </a:r>
            <a:r>
              <a:rPr lang="en-US" sz="1600" kern="1200" dirty="0">
                <a:solidFill>
                  <a:schemeClr val="tx1"/>
                </a:solidFill>
                <a:latin typeface="+mn-lt"/>
                <a:ea typeface="+mn-ea"/>
                <a:cs typeface="+mn-cs"/>
              </a:rPr>
              <a:t> to achieve a desired </a:t>
            </a:r>
            <a:r>
              <a:rPr lang="en-US" sz="1600" b="1" kern="1200" dirty="0">
                <a:solidFill>
                  <a:schemeClr val="tx1"/>
                </a:solidFill>
                <a:latin typeface="+mn-lt"/>
                <a:ea typeface="+mn-ea"/>
                <a:cs typeface="+mn-cs"/>
              </a:rPr>
              <a:t>outcome</a:t>
            </a:r>
            <a:r>
              <a:rPr lang="en-US" sz="1600" kern="1200" dirty="0">
                <a:solidFill>
                  <a:schemeClr val="tx1"/>
                </a:solidFill>
                <a:latin typeface="+mn-lt"/>
                <a:ea typeface="+mn-ea"/>
                <a:cs typeface="+mn-cs"/>
              </a:rPr>
              <a:t>.</a:t>
            </a:r>
          </a:p>
          <a:p>
            <a:pPr defTabSz="822960">
              <a:spcAft>
                <a:spcPts val="600"/>
              </a:spcAft>
            </a:pPr>
            <a:endParaRPr lang="en-US" sz="1600" b="1" dirty="0"/>
          </a:p>
          <a:p>
            <a:pPr defTabSz="822960">
              <a:spcAft>
                <a:spcPts val="600"/>
              </a:spcAft>
            </a:pPr>
            <a:r>
              <a:rPr lang="en-US" sz="1600" dirty="0"/>
              <a:t>Optional</a:t>
            </a:r>
          </a:p>
          <a:p>
            <a:pPr marL="308610" indent="-308610" defTabSz="822960">
              <a:spcAft>
                <a:spcPts val="600"/>
              </a:spcAft>
              <a:buFont typeface="Arial" panose="020B0604020202020204" pitchFamily="34" charset="0"/>
              <a:buChar char="•"/>
            </a:pPr>
            <a:r>
              <a:rPr lang="en-US" sz="1600" b="1" dirty="0"/>
              <a:t>L</a:t>
            </a:r>
            <a:r>
              <a:rPr lang="en-US" sz="1600" b="1" kern="1200" dirty="0">
                <a:solidFill>
                  <a:schemeClr val="tx1"/>
                </a:solidFill>
                <a:latin typeface="+mn-lt"/>
                <a:ea typeface="+mn-ea"/>
                <a:cs typeface="+mn-cs"/>
              </a:rPr>
              <a:t>earn from experience </a:t>
            </a:r>
            <a:r>
              <a:rPr lang="en-US" sz="1600" kern="1200" dirty="0">
                <a:solidFill>
                  <a:schemeClr val="tx1"/>
                </a:solidFill>
                <a:latin typeface="+mn-lt"/>
                <a:ea typeface="+mn-ea"/>
                <a:cs typeface="+mn-cs"/>
              </a:rPr>
              <a:t>to improve performance</a:t>
            </a:r>
            <a:r>
              <a:rPr lang="en-US" sz="1600" b="1" kern="1200" dirty="0">
                <a:solidFill>
                  <a:schemeClr val="tx1"/>
                </a:solidFill>
                <a:latin typeface="+mn-lt"/>
                <a:ea typeface="+mn-ea"/>
                <a:cs typeface="+mn-cs"/>
              </a:rPr>
              <a:t>.</a:t>
            </a:r>
          </a:p>
        </p:txBody>
      </p:sp>
      <p:pic>
        <p:nvPicPr>
          <p:cNvPr id="8" name="Picture 4" descr="Diagram of an intelligent agent perceiving inputs from the environment and performing actions on the environment.">
            <a:extLst>
              <a:ext uri="{FF2B5EF4-FFF2-40B4-BE49-F238E27FC236}">
                <a16:creationId xmlns:a16="http://schemas.microsoft.com/office/drawing/2014/main" id="{4DB3E2C6-EE4E-D364-BCB4-E75726340565}"/>
              </a:ext>
            </a:extLst>
          </p:cNvPr>
          <p:cNvPicPr>
            <a:picLocks noChangeAspect="1" noChangeArrowheads="1"/>
          </p:cNvPicPr>
          <p:nvPr/>
        </p:nvPicPr>
        <p:blipFill>
          <a:blip r:embed="rId3" cstate="print"/>
          <a:srcRect/>
          <a:stretch>
            <a:fillRect/>
          </a:stretch>
        </p:blipFill>
        <p:spPr bwMode="auto">
          <a:xfrm>
            <a:off x="3996797" y="2642519"/>
            <a:ext cx="4176800" cy="1799405"/>
          </a:xfrm>
          <a:prstGeom prst="rect">
            <a:avLst/>
          </a:prstGeom>
          <a:noFill/>
          <a:ln w="9525">
            <a:noFill/>
            <a:miter lim="800000"/>
            <a:headEnd/>
            <a:tailEnd/>
          </a:ln>
        </p:spPr>
      </p:pic>
      <p:sp>
        <p:nvSpPr>
          <p:cNvPr id="10" name="TextBox 9">
            <a:extLst>
              <a:ext uri="{FF2B5EF4-FFF2-40B4-BE49-F238E27FC236}">
                <a16:creationId xmlns:a16="http://schemas.microsoft.com/office/drawing/2014/main" id="{D65825CC-57D2-D785-815A-D40859707529}"/>
              </a:ext>
            </a:extLst>
          </p:cNvPr>
          <p:cNvSpPr txBox="1"/>
          <p:nvPr/>
        </p:nvSpPr>
        <p:spPr>
          <a:xfrm>
            <a:off x="3927578" y="4556320"/>
            <a:ext cx="4291656" cy="461665"/>
          </a:xfrm>
          <a:prstGeom prst="rect">
            <a:avLst/>
          </a:prstGeom>
          <a:noFill/>
        </p:spPr>
        <p:txBody>
          <a:bodyPr wrap="square">
            <a:spAutoFit/>
          </a:bodyPr>
          <a:lstStyle/>
          <a:p>
            <a:pPr algn="ctr" defTabSz="822960">
              <a:spcAft>
                <a:spcPts val="600"/>
              </a:spcAft>
            </a:pPr>
            <a:r>
              <a:rPr lang="en-US" sz="1200" kern="1200" dirty="0">
                <a:solidFill>
                  <a:schemeClr val="tx1"/>
                </a:solidFill>
                <a:latin typeface="+mn-lt"/>
                <a:ea typeface="+mn-ea"/>
                <a:cs typeface="+mn-cs"/>
              </a:rPr>
              <a:t>Agent interacting with the environment </a:t>
            </a:r>
            <a:br>
              <a:rPr lang="en-US" sz="1200" kern="1200" dirty="0">
                <a:solidFill>
                  <a:schemeClr val="tx1"/>
                </a:solidFill>
                <a:latin typeface="+mn-lt"/>
                <a:ea typeface="+mn-ea"/>
                <a:cs typeface="+mn-cs"/>
              </a:rPr>
            </a:br>
            <a:r>
              <a:rPr lang="en-US" sz="1200" kern="1200" dirty="0">
                <a:solidFill>
                  <a:schemeClr val="bg1">
                    <a:lumMod val="65000"/>
                  </a:schemeClr>
                </a:solidFill>
                <a:latin typeface="+mn-lt"/>
                <a:ea typeface="+mn-ea"/>
                <a:cs typeface="+mn-cs"/>
              </a:rPr>
              <a:t>[Artificial Intelligence: A Modern Approach, Editions 1-3]</a:t>
            </a:r>
            <a:endParaRPr lang="en-US" sz="1200" dirty="0"/>
          </a:p>
        </p:txBody>
      </p:sp>
      <p:pic>
        <p:nvPicPr>
          <p:cNvPr id="2" name="Graphic 1">
            <a:extLst>
              <a:ext uri="{FF2B5EF4-FFF2-40B4-BE49-F238E27FC236}">
                <a16:creationId xmlns:a16="http://schemas.microsoft.com/office/drawing/2014/main" id="{C183E897-3442-3193-0715-35F3DF0871B0}"/>
              </a:ext>
              <a:ext uri="{C183D7F6-B498-43B3-948B-1728B52AA6E4}">
                <adec:decorative xmlns:adec="http://schemas.microsoft.com/office/drawing/2017/decorative" val="1"/>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7635528" y="1795282"/>
            <a:ext cx="583706" cy="547585"/>
          </a:xfrm>
          <a:prstGeom prst="rect">
            <a:avLst/>
          </a:prstGeom>
        </p:spPr>
      </p:pic>
      <p:sp>
        <p:nvSpPr>
          <p:cNvPr id="3" name="TextBox 2">
            <a:extLst>
              <a:ext uri="{FF2B5EF4-FFF2-40B4-BE49-F238E27FC236}">
                <a16:creationId xmlns:a16="http://schemas.microsoft.com/office/drawing/2014/main" id="{3BAF1CB9-674C-B108-5636-A0D007C25EA0}"/>
              </a:ext>
              <a:ext uri="{C183D7F6-B498-43B3-948B-1728B52AA6E4}">
                <adec:decorative xmlns:adec="http://schemas.microsoft.com/office/drawing/2017/decorative" val="1"/>
              </a:ext>
            </a:extLst>
          </p:cNvPr>
          <p:cNvSpPr txBox="1"/>
          <p:nvPr/>
        </p:nvSpPr>
        <p:spPr>
          <a:xfrm>
            <a:off x="7539293" y="2172526"/>
            <a:ext cx="776175" cy="261610"/>
          </a:xfrm>
          <a:prstGeom prst="rect">
            <a:avLst/>
          </a:prstGeom>
          <a:noFill/>
        </p:spPr>
        <p:txBody>
          <a:bodyPr wrap="none" rtlCol="0">
            <a:spAutoFit/>
          </a:bodyPr>
          <a:lstStyle/>
          <a:p>
            <a:r>
              <a:rPr lang="en-US" sz="1100" dirty="0">
                <a:solidFill>
                  <a:schemeClr val="accent2"/>
                </a:solidFill>
              </a:rPr>
              <a:t>Developer</a:t>
            </a:r>
          </a:p>
        </p:txBody>
      </p:sp>
      <p:cxnSp>
        <p:nvCxnSpPr>
          <p:cNvPr id="6" name="Straight Arrow Connector 5">
            <a:extLst>
              <a:ext uri="{FF2B5EF4-FFF2-40B4-BE49-F238E27FC236}">
                <a16:creationId xmlns:a16="http://schemas.microsoft.com/office/drawing/2014/main" id="{7319B92B-FA7E-C3BE-8F98-98493103921F}"/>
              </a:ext>
              <a:ext uri="{C183D7F6-B498-43B3-948B-1728B52AA6E4}">
                <adec:decorative xmlns:adec="http://schemas.microsoft.com/office/drawing/2017/decorative" val="1"/>
              </a:ext>
            </a:extLst>
          </p:cNvPr>
          <p:cNvCxnSpPr>
            <a:cxnSpLocks/>
            <a:stCxn id="3" idx="2"/>
          </p:cNvCxnSpPr>
          <p:nvPr/>
        </p:nvCxnSpPr>
        <p:spPr>
          <a:xfrm flipH="1">
            <a:off x="7381034" y="2434136"/>
            <a:ext cx="546347" cy="923091"/>
          </a:xfrm>
          <a:prstGeom prst="straightConnector1">
            <a:avLst/>
          </a:prstGeom>
          <a:ln>
            <a:tailEnd type="triangle"/>
          </a:ln>
        </p:spPr>
        <p:style>
          <a:lnRef idx="3">
            <a:schemeClr val="accent2"/>
          </a:lnRef>
          <a:fillRef idx="0">
            <a:schemeClr val="accent2"/>
          </a:fillRef>
          <a:effectRef idx="2">
            <a:schemeClr val="accent2"/>
          </a:effectRef>
          <a:fontRef idx="minor">
            <a:schemeClr val="tx1"/>
          </a:fontRef>
        </p:style>
      </p:cxnSp>
    </p:spTree>
    <p:extLst>
      <p:ext uri="{BB962C8B-B14F-4D97-AF65-F5344CB8AC3E}">
        <p14:creationId xmlns:p14="http://schemas.microsoft.com/office/powerpoint/2010/main" val="294950886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
                                            <p:txEl>
                                              <p:pRg st="2" end="2"/>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4">
                                            <p:txEl>
                                              <p:pRg st="4" end="4"/>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4">
                                            <p:txEl>
                                              <p:pRg st="6" end="6"/>
                                            </p:txEl>
                                          </p:spTgt>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4">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1" name="Group 10">
            <a:extLst>
              <a:ext uri="{FF2B5EF4-FFF2-40B4-BE49-F238E27FC236}">
                <a16:creationId xmlns:a16="http://schemas.microsoft.com/office/drawing/2014/main" id="{9F25740F-58C5-1464-C667-D614A9B0F16C}"/>
              </a:ext>
            </a:extLst>
          </p:cNvPr>
          <p:cNvGrpSpPr/>
          <p:nvPr/>
        </p:nvGrpSpPr>
        <p:grpSpPr>
          <a:xfrm>
            <a:off x="506258" y="1697300"/>
            <a:ext cx="4273249" cy="4357524"/>
            <a:chOff x="506258" y="1697300"/>
            <a:chExt cx="4273249" cy="4357524"/>
          </a:xfrm>
        </p:grpSpPr>
        <p:sp>
          <p:nvSpPr>
            <p:cNvPr id="7" name="Freeform: Shape 6">
              <a:extLst>
                <a:ext uri="{FF2B5EF4-FFF2-40B4-BE49-F238E27FC236}">
                  <a16:creationId xmlns:a16="http://schemas.microsoft.com/office/drawing/2014/main" id="{C2FAD070-5C98-641D-6F75-7AE4D1B12DED}"/>
                </a:ext>
              </a:extLst>
            </p:cNvPr>
            <p:cNvSpPr/>
            <p:nvPr/>
          </p:nvSpPr>
          <p:spPr>
            <a:xfrm>
              <a:off x="506258" y="1697300"/>
              <a:ext cx="4273249" cy="4357524"/>
            </a:xfrm>
            <a:custGeom>
              <a:avLst/>
              <a:gdLst>
                <a:gd name="connsiteX0" fmla="*/ 0 w 4273249"/>
                <a:gd name="connsiteY0" fmla="*/ 2178762 h 4357524"/>
                <a:gd name="connsiteX1" fmla="*/ 2136625 w 4273249"/>
                <a:gd name="connsiteY1" fmla="*/ 0 h 4357524"/>
                <a:gd name="connsiteX2" fmla="*/ 4273250 w 4273249"/>
                <a:gd name="connsiteY2" fmla="*/ 2178762 h 4357524"/>
                <a:gd name="connsiteX3" fmla="*/ 2136625 w 4273249"/>
                <a:gd name="connsiteY3" fmla="*/ 4357524 h 4357524"/>
                <a:gd name="connsiteX4" fmla="*/ 0 w 4273249"/>
                <a:gd name="connsiteY4" fmla="*/ 2178762 h 435752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273249" h="4357524">
                  <a:moveTo>
                    <a:pt x="0" y="2178762"/>
                  </a:moveTo>
                  <a:cubicBezTo>
                    <a:pt x="0" y="975465"/>
                    <a:pt x="956600" y="0"/>
                    <a:pt x="2136625" y="0"/>
                  </a:cubicBezTo>
                  <a:cubicBezTo>
                    <a:pt x="3316650" y="0"/>
                    <a:pt x="4273250" y="975465"/>
                    <a:pt x="4273250" y="2178762"/>
                  </a:cubicBezTo>
                  <a:cubicBezTo>
                    <a:pt x="4273250" y="3382059"/>
                    <a:pt x="3316650" y="4357524"/>
                    <a:pt x="2136625" y="4357524"/>
                  </a:cubicBezTo>
                  <a:cubicBezTo>
                    <a:pt x="956600" y="4357524"/>
                    <a:pt x="0" y="3382059"/>
                    <a:pt x="0" y="2178762"/>
                  </a:cubicBezTo>
                  <a:close/>
                </a:path>
              </a:pathLst>
            </a:custGeom>
          </p:spPr>
          <p:style>
            <a:lnRef idx="0">
              <a:schemeClr val="lt1">
                <a:hueOff val="0"/>
                <a:satOff val="0"/>
                <a:lumOff val="0"/>
                <a:alphaOff val="0"/>
              </a:schemeClr>
            </a:lnRef>
            <a:fillRef idx="3">
              <a:schemeClr val="accent2">
                <a:hueOff val="0"/>
                <a:satOff val="0"/>
                <a:lumOff val="0"/>
                <a:alphaOff val="0"/>
              </a:schemeClr>
            </a:fillRef>
            <a:effectRef idx="2">
              <a:schemeClr val="accent2">
                <a:hueOff val="0"/>
                <a:satOff val="0"/>
                <a:lumOff val="0"/>
                <a:alphaOff val="0"/>
              </a:schemeClr>
            </a:effectRef>
            <a:fontRef idx="minor">
              <a:schemeClr val="lt1"/>
            </a:fontRef>
          </p:style>
          <p:txBody>
            <a:bodyPr spcFirstLastPara="0" vert="horz" wrap="square" lIns="1645906" tIns="473908" rIns="1645907" bIns="3742052" numCol="1" spcCol="1270" anchor="ctr" anchorCtr="0">
              <a:noAutofit/>
            </a:bodyPr>
            <a:lstStyle/>
            <a:p>
              <a:pPr marL="0" lvl="0" indent="0" algn="ctr" defTabSz="1600200">
                <a:lnSpc>
                  <a:spcPct val="90000"/>
                </a:lnSpc>
                <a:spcBef>
                  <a:spcPct val="0"/>
                </a:spcBef>
                <a:spcAft>
                  <a:spcPct val="35000"/>
                </a:spcAft>
                <a:buNone/>
              </a:pPr>
              <a:r>
                <a:rPr lang="en-US" sz="3600" b="1" kern="1200" dirty="0"/>
                <a:t>AI</a:t>
              </a:r>
            </a:p>
          </p:txBody>
        </p:sp>
        <p:sp>
          <p:nvSpPr>
            <p:cNvPr id="8" name="TextBox 7">
              <a:extLst>
                <a:ext uri="{FF2B5EF4-FFF2-40B4-BE49-F238E27FC236}">
                  <a16:creationId xmlns:a16="http://schemas.microsoft.com/office/drawing/2014/main" id="{982FA158-D318-31F6-4481-B520095C3658}"/>
                </a:ext>
                <a:ext uri="{C183D7F6-B498-43B3-948B-1728B52AA6E4}">
                  <adec:decorative xmlns:adec="http://schemas.microsoft.com/office/drawing/2017/decorative" val="1"/>
                </a:ext>
              </a:extLst>
            </p:cNvPr>
            <p:cNvSpPr txBox="1"/>
            <p:nvPr/>
          </p:nvSpPr>
          <p:spPr>
            <a:xfrm>
              <a:off x="1106155" y="2470739"/>
              <a:ext cx="3156800" cy="338554"/>
            </a:xfrm>
            <a:prstGeom prst="rect">
              <a:avLst/>
            </a:prstGeom>
            <a:noFill/>
          </p:spPr>
          <p:txBody>
            <a:bodyPr wrap="square">
              <a:spAutoFit/>
            </a:bodyPr>
            <a:lstStyle/>
            <a:p>
              <a:pPr algn="ctr" defTabSz="813816"/>
              <a:r>
                <a:rPr lang="en-US" sz="1600" kern="1200" dirty="0">
                  <a:solidFill>
                    <a:schemeClr val="bg1"/>
                  </a:solidFill>
                  <a:latin typeface="+mn-lt"/>
                  <a:ea typeface="+mn-ea"/>
                  <a:cs typeface="+mn-cs"/>
                </a:rPr>
                <a:t>Designing an intelligent agent </a:t>
              </a:r>
            </a:p>
          </p:txBody>
        </p:sp>
        <p:sp>
          <p:nvSpPr>
            <p:cNvPr id="6" name="TextBox 5">
              <a:extLst>
                <a:ext uri="{FF2B5EF4-FFF2-40B4-BE49-F238E27FC236}">
                  <a16:creationId xmlns:a16="http://schemas.microsoft.com/office/drawing/2014/main" id="{BFCA1891-26C0-FFD0-93A7-3896C9DC583B}"/>
                </a:ext>
                <a:ext uri="{C183D7F6-B498-43B3-948B-1728B52AA6E4}">
                  <adec:decorative xmlns:adec="http://schemas.microsoft.com/office/drawing/2017/decorative" val="1"/>
                </a:ext>
              </a:extLst>
            </p:cNvPr>
            <p:cNvSpPr txBox="1"/>
            <p:nvPr/>
          </p:nvSpPr>
          <p:spPr>
            <a:xfrm>
              <a:off x="859302" y="2890528"/>
              <a:ext cx="1649603" cy="2031325"/>
            </a:xfrm>
            <a:prstGeom prst="rect">
              <a:avLst/>
            </a:prstGeom>
            <a:noFill/>
          </p:spPr>
          <p:txBody>
            <a:bodyPr wrap="square" rtlCol="0">
              <a:spAutoFit/>
            </a:bodyPr>
            <a:lstStyle/>
            <a:p>
              <a:pPr marL="254318" indent="-254318" defTabSz="813816">
                <a:buFont typeface="Arial" panose="020B0604020202020204" pitchFamily="34" charset="0"/>
                <a:buChar char="•"/>
              </a:pPr>
              <a:r>
                <a:rPr lang="en-US" sz="1400" kern="1200" dirty="0">
                  <a:solidFill>
                    <a:schemeClr val="bg1"/>
                  </a:solidFill>
                  <a:latin typeface="+mn-lt"/>
                  <a:ea typeface="+mn-ea"/>
                  <a:cs typeface="+mn-cs"/>
                </a:rPr>
                <a:t>Sensing</a:t>
              </a:r>
            </a:p>
            <a:p>
              <a:pPr marL="254318" indent="-254318" defTabSz="813816">
                <a:buFont typeface="Arial" panose="020B0604020202020204" pitchFamily="34" charset="0"/>
                <a:buChar char="•"/>
              </a:pPr>
              <a:r>
                <a:rPr lang="en-US" sz="1400" kern="1200" dirty="0">
                  <a:solidFill>
                    <a:schemeClr val="bg1"/>
                  </a:solidFill>
                  <a:latin typeface="+mn-lt"/>
                  <a:ea typeface="+mn-ea"/>
                  <a:cs typeface="+mn-cs"/>
                </a:rPr>
                <a:t>Vision</a:t>
              </a:r>
            </a:p>
            <a:p>
              <a:pPr marL="254318" indent="-254318" defTabSz="813816">
                <a:buFont typeface="Arial" panose="020B0604020202020204" pitchFamily="34" charset="0"/>
                <a:buChar char="•"/>
              </a:pPr>
              <a:r>
                <a:rPr lang="en-US" sz="1400" kern="1200" dirty="0">
                  <a:solidFill>
                    <a:schemeClr val="bg1"/>
                  </a:solidFill>
                  <a:latin typeface="+mn-lt"/>
                  <a:ea typeface="+mn-ea"/>
                  <a:cs typeface="+mn-cs"/>
                </a:rPr>
                <a:t>Robotics</a:t>
              </a:r>
            </a:p>
            <a:p>
              <a:pPr marL="254318" indent="-254318" defTabSz="813816">
                <a:buFont typeface="Arial" panose="020B0604020202020204" pitchFamily="34" charset="0"/>
                <a:buChar char="•"/>
              </a:pPr>
              <a:r>
                <a:rPr lang="en-US" sz="1400" kern="1200" dirty="0">
                  <a:solidFill>
                    <a:schemeClr val="bg1"/>
                  </a:solidFill>
                  <a:latin typeface="+mn-lt"/>
                  <a:ea typeface="+mn-ea"/>
                  <a:cs typeface="+mn-cs"/>
                </a:rPr>
                <a:t>Natural Lan</a:t>
              </a:r>
              <a:r>
                <a:rPr lang="en-US" sz="1400" dirty="0">
                  <a:solidFill>
                    <a:schemeClr val="bg1"/>
                  </a:solidFill>
                </a:rPr>
                <a:t>guage Processing</a:t>
              </a:r>
              <a:endParaRPr lang="en-US" sz="1400" kern="1200" dirty="0">
                <a:solidFill>
                  <a:schemeClr val="bg1"/>
                </a:solidFill>
                <a:latin typeface="+mn-lt"/>
                <a:ea typeface="+mn-ea"/>
                <a:cs typeface="+mn-cs"/>
              </a:endParaRPr>
            </a:p>
            <a:p>
              <a:pPr marL="254318" indent="-254318" defTabSz="813816">
                <a:buFont typeface="Arial" panose="020B0604020202020204" pitchFamily="34" charset="0"/>
                <a:buChar char="•"/>
              </a:pPr>
              <a:r>
                <a:rPr lang="en-US" sz="1400" kern="1200" dirty="0">
                  <a:solidFill>
                    <a:schemeClr val="bg1"/>
                  </a:solidFill>
                  <a:latin typeface="+mn-lt"/>
                  <a:ea typeface="+mn-ea"/>
                  <a:cs typeface="+mn-cs"/>
                </a:rPr>
                <a:t>Knowledge representation</a:t>
              </a:r>
            </a:p>
            <a:p>
              <a:pPr marL="254318" indent="-254318" defTabSz="813816">
                <a:buFont typeface="Arial" panose="020B0604020202020204" pitchFamily="34" charset="0"/>
                <a:buChar char="•"/>
              </a:pPr>
              <a:r>
                <a:rPr lang="en-US" sz="1400" kern="1200" dirty="0">
                  <a:solidFill>
                    <a:schemeClr val="bg1"/>
                  </a:solidFill>
                  <a:latin typeface="+mn-lt"/>
                  <a:ea typeface="+mn-ea"/>
                  <a:cs typeface="+mn-cs"/>
                </a:rPr>
                <a:t>Planning</a:t>
              </a:r>
            </a:p>
          </p:txBody>
        </p:sp>
      </p:grpSp>
      <p:sp>
        <p:nvSpPr>
          <p:cNvPr id="2" name="Title 1">
            <a:extLst>
              <a:ext uri="{FF2B5EF4-FFF2-40B4-BE49-F238E27FC236}">
                <a16:creationId xmlns:a16="http://schemas.microsoft.com/office/drawing/2014/main" id="{5715E6F7-DA34-713C-1D25-79AD4E41C280}"/>
              </a:ext>
            </a:extLst>
          </p:cNvPr>
          <p:cNvSpPr>
            <a:spLocks noGrp="1"/>
          </p:cNvSpPr>
          <p:nvPr>
            <p:ph type="title"/>
          </p:nvPr>
        </p:nvSpPr>
        <p:spPr>
          <a:xfrm>
            <a:off x="630936" y="256032"/>
            <a:ext cx="7879842" cy="1014984"/>
          </a:xfrm>
        </p:spPr>
        <p:txBody>
          <a:bodyPr anchor="b">
            <a:noAutofit/>
          </a:bodyPr>
          <a:lstStyle/>
          <a:p>
            <a:r>
              <a:rPr lang="en-US" sz="3200" dirty="0"/>
              <a:t>Artificial Intelligence  vs. Machine Learning</a:t>
            </a:r>
          </a:p>
        </p:txBody>
      </p:sp>
      <p:grpSp>
        <p:nvGrpSpPr>
          <p:cNvPr id="12" name="Group 11">
            <a:extLst>
              <a:ext uri="{FF2B5EF4-FFF2-40B4-BE49-F238E27FC236}">
                <a16:creationId xmlns:a16="http://schemas.microsoft.com/office/drawing/2014/main" id="{EE5B1273-3213-4457-E61E-8C235E2B761B}"/>
              </a:ext>
            </a:extLst>
          </p:cNvPr>
          <p:cNvGrpSpPr/>
          <p:nvPr/>
        </p:nvGrpSpPr>
        <p:grpSpPr>
          <a:xfrm>
            <a:off x="2196808" y="2911630"/>
            <a:ext cx="2385613" cy="2249070"/>
            <a:chOff x="2274818" y="3182328"/>
            <a:chExt cx="2385613" cy="2249070"/>
          </a:xfrm>
        </p:grpSpPr>
        <p:sp>
          <p:nvSpPr>
            <p:cNvPr id="9" name="Freeform: Shape 8">
              <a:extLst>
                <a:ext uri="{FF2B5EF4-FFF2-40B4-BE49-F238E27FC236}">
                  <a16:creationId xmlns:a16="http://schemas.microsoft.com/office/drawing/2014/main" id="{082F6A43-FFF6-3A7F-AEC3-0A616304AF1F}"/>
                </a:ext>
              </a:extLst>
            </p:cNvPr>
            <p:cNvSpPr/>
            <p:nvPr/>
          </p:nvSpPr>
          <p:spPr>
            <a:xfrm>
              <a:off x="2274818" y="3182328"/>
              <a:ext cx="2385613" cy="2249070"/>
            </a:xfrm>
            <a:custGeom>
              <a:avLst/>
              <a:gdLst>
                <a:gd name="connsiteX0" fmla="*/ 0 w 2385613"/>
                <a:gd name="connsiteY0" fmla="*/ 1124535 h 2249070"/>
                <a:gd name="connsiteX1" fmla="*/ 1192807 w 2385613"/>
                <a:gd name="connsiteY1" fmla="*/ 0 h 2249070"/>
                <a:gd name="connsiteX2" fmla="*/ 2385614 w 2385613"/>
                <a:gd name="connsiteY2" fmla="*/ 1124535 h 2249070"/>
                <a:gd name="connsiteX3" fmla="*/ 1192807 w 2385613"/>
                <a:gd name="connsiteY3" fmla="*/ 2249070 h 2249070"/>
                <a:gd name="connsiteX4" fmla="*/ 0 w 2385613"/>
                <a:gd name="connsiteY4" fmla="*/ 1124535 h 224907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385613" h="2249070">
                  <a:moveTo>
                    <a:pt x="0" y="1124535"/>
                  </a:moveTo>
                  <a:cubicBezTo>
                    <a:pt x="0" y="503471"/>
                    <a:pt x="534038" y="0"/>
                    <a:pt x="1192807" y="0"/>
                  </a:cubicBezTo>
                  <a:cubicBezTo>
                    <a:pt x="1851576" y="0"/>
                    <a:pt x="2385614" y="503471"/>
                    <a:pt x="2385614" y="1124535"/>
                  </a:cubicBezTo>
                  <a:cubicBezTo>
                    <a:pt x="2385614" y="1745599"/>
                    <a:pt x="1851576" y="2249070"/>
                    <a:pt x="1192807" y="2249070"/>
                  </a:cubicBezTo>
                  <a:cubicBezTo>
                    <a:pt x="534038" y="2249070"/>
                    <a:pt x="0" y="1745599"/>
                    <a:pt x="0" y="1124535"/>
                  </a:cubicBezTo>
                  <a:close/>
                </a:path>
              </a:pathLst>
            </a:custGeom>
          </p:spPr>
          <p:style>
            <a:lnRef idx="0">
              <a:schemeClr val="lt1">
                <a:hueOff val="0"/>
                <a:satOff val="0"/>
                <a:lumOff val="0"/>
                <a:alphaOff val="0"/>
              </a:schemeClr>
            </a:lnRef>
            <a:fillRef idx="3">
              <a:schemeClr val="accent3">
                <a:hueOff val="0"/>
                <a:satOff val="0"/>
                <a:lumOff val="0"/>
                <a:alphaOff val="0"/>
              </a:schemeClr>
            </a:fillRef>
            <a:effectRef idx="2">
              <a:schemeClr val="accent3">
                <a:hueOff val="0"/>
                <a:satOff val="0"/>
                <a:lumOff val="0"/>
                <a:alphaOff val="0"/>
              </a:schemeClr>
            </a:effectRef>
            <a:fontRef idx="minor">
              <a:schemeClr val="lt1"/>
            </a:fontRef>
          </p:style>
          <p:txBody>
            <a:bodyPr spcFirstLastPara="0" vert="horz" wrap="square" lIns="864543" tIns="368151" rIns="864543" bIns="1914387" numCol="1" spcCol="1270" anchor="ctr" anchorCtr="0">
              <a:noAutofit/>
            </a:bodyPr>
            <a:lstStyle/>
            <a:p>
              <a:pPr marL="0" lvl="0" indent="0" algn="ctr" defTabSz="1422400">
                <a:lnSpc>
                  <a:spcPct val="90000"/>
                </a:lnSpc>
                <a:spcBef>
                  <a:spcPct val="0"/>
                </a:spcBef>
                <a:spcAft>
                  <a:spcPct val="35000"/>
                </a:spcAft>
                <a:buNone/>
              </a:pPr>
              <a:r>
                <a:rPr lang="en-US" sz="3200" b="1" kern="1200" dirty="0"/>
                <a:t>ML</a:t>
              </a:r>
            </a:p>
          </p:txBody>
        </p:sp>
        <p:sp>
          <p:nvSpPr>
            <p:cNvPr id="5" name="TextBox 4">
              <a:extLst>
                <a:ext uri="{FF2B5EF4-FFF2-40B4-BE49-F238E27FC236}">
                  <a16:creationId xmlns:a16="http://schemas.microsoft.com/office/drawing/2014/main" id="{B1BB3D58-293A-30AC-E632-C3D824119189}"/>
                </a:ext>
                <a:ext uri="{C183D7F6-B498-43B3-948B-1728B52AA6E4}">
                  <adec:decorative xmlns:adec="http://schemas.microsoft.com/office/drawing/2017/decorative" val="1"/>
                </a:ext>
              </a:extLst>
            </p:cNvPr>
            <p:cNvSpPr txBox="1"/>
            <p:nvPr/>
          </p:nvSpPr>
          <p:spPr>
            <a:xfrm>
              <a:off x="2508905" y="3670730"/>
              <a:ext cx="2040597" cy="1015663"/>
            </a:xfrm>
            <a:prstGeom prst="rect">
              <a:avLst/>
            </a:prstGeom>
            <a:noFill/>
          </p:spPr>
          <p:txBody>
            <a:bodyPr wrap="square" rtlCol="0">
              <a:spAutoFit/>
            </a:bodyPr>
            <a:lstStyle/>
            <a:p>
              <a:pPr defTabSz="813816"/>
              <a:r>
                <a:rPr lang="en-US" sz="1200" kern="1200" dirty="0">
                  <a:solidFill>
                    <a:schemeClr val="bg1"/>
                  </a:solidFill>
                  <a:latin typeface="+mn-lt"/>
                  <a:ea typeface="+mn-ea"/>
                  <a:cs typeface="+mn-cs"/>
                </a:rPr>
                <a:t>Learning from examples instead of being programmed</a:t>
              </a:r>
            </a:p>
            <a:p>
              <a:pPr marL="254318" indent="-254318" defTabSz="813816">
                <a:buFont typeface="Arial" panose="020B0604020202020204" pitchFamily="34" charset="0"/>
                <a:buChar char="•"/>
              </a:pPr>
              <a:r>
                <a:rPr lang="en-US" sz="1200" kern="1200" dirty="0">
                  <a:solidFill>
                    <a:schemeClr val="bg1"/>
                  </a:solidFill>
                  <a:latin typeface="+mn-lt"/>
                  <a:ea typeface="+mn-ea"/>
                  <a:cs typeface="+mn-cs"/>
                </a:rPr>
                <a:t>Supervised learning</a:t>
              </a:r>
            </a:p>
            <a:p>
              <a:pPr marL="254318" indent="-254318" defTabSz="813816">
                <a:buFont typeface="Arial" panose="020B0604020202020204" pitchFamily="34" charset="0"/>
                <a:buChar char="•"/>
              </a:pPr>
              <a:r>
                <a:rPr lang="en-US" sz="1200" kern="1200" dirty="0">
                  <a:solidFill>
                    <a:schemeClr val="bg1"/>
                  </a:solidFill>
                  <a:latin typeface="+mn-lt"/>
                  <a:ea typeface="+mn-ea"/>
                  <a:cs typeface="+mn-cs"/>
                </a:rPr>
                <a:t>Unsupervised learning</a:t>
              </a:r>
            </a:p>
            <a:p>
              <a:pPr marL="254318" indent="-254318" defTabSz="813816">
                <a:buFont typeface="Arial" panose="020B0604020202020204" pitchFamily="34" charset="0"/>
                <a:buChar char="•"/>
              </a:pPr>
              <a:r>
                <a:rPr lang="en-US" sz="1200" kern="1200" dirty="0">
                  <a:solidFill>
                    <a:schemeClr val="bg1"/>
                  </a:solidFill>
                  <a:latin typeface="+mn-lt"/>
                  <a:ea typeface="+mn-ea"/>
                  <a:cs typeface="+mn-cs"/>
                </a:rPr>
                <a:t>RL</a:t>
              </a:r>
              <a:endParaRPr lang="en-US" sz="1200" dirty="0">
                <a:solidFill>
                  <a:schemeClr val="bg1"/>
                </a:solidFill>
              </a:endParaRPr>
            </a:p>
          </p:txBody>
        </p:sp>
      </p:grpSp>
      <p:grpSp>
        <p:nvGrpSpPr>
          <p:cNvPr id="13" name="Group 12">
            <a:extLst>
              <a:ext uri="{FF2B5EF4-FFF2-40B4-BE49-F238E27FC236}">
                <a16:creationId xmlns:a16="http://schemas.microsoft.com/office/drawing/2014/main" id="{008CC340-1192-EBC9-024E-6A30DA21FED3}"/>
              </a:ext>
            </a:extLst>
          </p:cNvPr>
          <p:cNvGrpSpPr/>
          <p:nvPr/>
        </p:nvGrpSpPr>
        <p:grpSpPr>
          <a:xfrm>
            <a:off x="5181599" y="4414345"/>
            <a:ext cx="3747471" cy="2295620"/>
            <a:chOff x="5181599" y="4414345"/>
            <a:chExt cx="3747471" cy="2295620"/>
          </a:xfrm>
        </p:grpSpPr>
        <p:sp>
          <p:nvSpPr>
            <p:cNvPr id="41" name="Rectangle 40">
              <a:extLst>
                <a:ext uri="{FF2B5EF4-FFF2-40B4-BE49-F238E27FC236}">
                  <a16:creationId xmlns:a16="http://schemas.microsoft.com/office/drawing/2014/main" id="{AE9847EE-361D-982D-EE6A-8197E05122D4}"/>
                </a:ext>
                <a:ext uri="{C183D7F6-B498-43B3-948B-1728B52AA6E4}">
                  <adec:decorative xmlns:adec="http://schemas.microsoft.com/office/drawing/2017/decorative" val="1"/>
                </a:ext>
              </a:extLst>
            </p:cNvPr>
            <p:cNvSpPr/>
            <p:nvPr/>
          </p:nvSpPr>
          <p:spPr>
            <a:xfrm>
              <a:off x="5181600" y="4414345"/>
              <a:ext cx="3710152" cy="2268543"/>
            </a:xfrm>
            <a:prstGeom prst="rect">
              <a:avLst/>
            </a:prstGeom>
          </p:spPr>
          <p:style>
            <a:lnRef idx="2">
              <a:schemeClr val="accent2"/>
            </a:lnRef>
            <a:fillRef idx="1">
              <a:schemeClr val="lt1"/>
            </a:fillRef>
            <a:effectRef idx="0">
              <a:schemeClr val="accent2"/>
            </a:effectRef>
            <a:fontRef idx="minor">
              <a:schemeClr val="dk1"/>
            </a:fontRef>
          </p:style>
          <p:txBody>
            <a:bodyPr rtlCol="0" anchor="ctr"/>
            <a:lstStyle/>
            <a:p>
              <a:pPr algn="ctr"/>
              <a:endParaRPr lang="en-US"/>
            </a:p>
          </p:txBody>
        </p:sp>
        <p:sp>
          <p:nvSpPr>
            <p:cNvPr id="43" name="TextBox 42">
              <a:extLst>
                <a:ext uri="{FF2B5EF4-FFF2-40B4-BE49-F238E27FC236}">
                  <a16:creationId xmlns:a16="http://schemas.microsoft.com/office/drawing/2014/main" id="{599E7C00-DECA-E2A2-A413-FE997F2BB64D}"/>
                </a:ext>
                <a:ext uri="{C183D7F6-B498-43B3-948B-1728B52AA6E4}">
                  <adec:decorative xmlns:adec="http://schemas.microsoft.com/office/drawing/2017/decorative" val="0"/>
                </a:ext>
              </a:extLst>
            </p:cNvPr>
            <p:cNvSpPr txBox="1"/>
            <p:nvPr/>
          </p:nvSpPr>
          <p:spPr>
            <a:xfrm>
              <a:off x="5181599" y="6248300"/>
              <a:ext cx="3747471" cy="461665"/>
            </a:xfrm>
            <a:prstGeom prst="rect">
              <a:avLst/>
            </a:prstGeom>
            <a:noFill/>
          </p:spPr>
          <p:txBody>
            <a:bodyPr wrap="square">
              <a:spAutoFit/>
            </a:bodyPr>
            <a:lstStyle/>
            <a:p>
              <a:pPr algn="ctr" defTabSz="822960">
                <a:spcAft>
                  <a:spcPts val="600"/>
                </a:spcAft>
              </a:pPr>
              <a:r>
                <a:rPr lang="en-US" sz="1200" kern="1200" dirty="0">
                  <a:solidFill>
                    <a:schemeClr val="tx1"/>
                  </a:solidFill>
                  <a:latin typeface="+mn-lt"/>
                  <a:ea typeface="+mn-ea"/>
                  <a:cs typeface="+mn-cs"/>
                </a:rPr>
                <a:t>Agent interacting with the environment </a:t>
              </a:r>
              <a:br>
                <a:rPr lang="en-US" sz="1200" kern="1200" dirty="0">
                  <a:solidFill>
                    <a:schemeClr val="tx1"/>
                  </a:solidFill>
                  <a:latin typeface="+mn-lt"/>
                  <a:ea typeface="+mn-ea"/>
                  <a:cs typeface="+mn-cs"/>
                </a:rPr>
              </a:br>
              <a:r>
                <a:rPr lang="en-US" sz="1200" kern="1200" dirty="0">
                  <a:solidFill>
                    <a:schemeClr val="bg1">
                      <a:lumMod val="65000"/>
                    </a:schemeClr>
                  </a:solidFill>
                  <a:latin typeface="+mn-lt"/>
                  <a:ea typeface="+mn-ea"/>
                  <a:cs typeface="+mn-cs"/>
                </a:rPr>
                <a:t>[Artificial Intelligence: A Modern Approach, Editions 1-3]</a:t>
              </a:r>
              <a:endParaRPr lang="en-US" sz="1200" dirty="0"/>
            </a:p>
          </p:txBody>
        </p:sp>
        <p:pic>
          <p:nvPicPr>
            <p:cNvPr id="42" name="Picture 4" descr="A diagram showing how an agent interacts with the environment. ML can be used in sensors, actuators and by the agent function.">
              <a:extLst>
                <a:ext uri="{FF2B5EF4-FFF2-40B4-BE49-F238E27FC236}">
                  <a16:creationId xmlns:a16="http://schemas.microsoft.com/office/drawing/2014/main" id="{30D6E7FE-90C9-3490-6B78-C3341C99E84A}"/>
                </a:ext>
              </a:extLst>
            </p:cNvPr>
            <p:cNvPicPr>
              <a:picLocks noChangeAspect="1" noChangeArrowheads="1"/>
            </p:cNvPicPr>
            <p:nvPr/>
          </p:nvPicPr>
          <p:blipFill>
            <a:blip r:embed="rId2" cstate="print"/>
            <a:srcRect/>
            <a:stretch>
              <a:fillRect/>
            </a:stretch>
          </p:blipFill>
          <p:spPr bwMode="auto">
            <a:xfrm>
              <a:off x="5236254" y="4470885"/>
              <a:ext cx="3647179" cy="1571239"/>
            </a:xfrm>
            <a:prstGeom prst="rect">
              <a:avLst/>
            </a:prstGeom>
            <a:noFill/>
            <a:ln w="9525">
              <a:noFill/>
              <a:miter lim="800000"/>
              <a:headEnd/>
              <a:tailEnd/>
            </a:ln>
          </p:spPr>
        </p:pic>
      </p:grpSp>
      <p:sp>
        <p:nvSpPr>
          <p:cNvPr id="45" name="TextBox 44">
            <a:extLst>
              <a:ext uri="{FF2B5EF4-FFF2-40B4-BE49-F238E27FC236}">
                <a16:creationId xmlns:a16="http://schemas.microsoft.com/office/drawing/2014/main" id="{CB75EB49-B65C-F080-9E52-5B9A0486AC00}"/>
              </a:ext>
              <a:ext uri="{C183D7F6-B498-43B3-948B-1728B52AA6E4}">
                <adec:decorative xmlns:adec="http://schemas.microsoft.com/office/drawing/2017/decorative" val="1"/>
              </a:ext>
            </a:extLst>
          </p:cNvPr>
          <p:cNvSpPr txBox="1"/>
          <p:nvPr/>
        </p:nvSpPr>
        <p:spPr>
          <a:xfrm>
            <a:off x="7772400" y="4422529"/>
            <a:ext cx="457200" cy="276999"/>
          </a:xfrm>
          <a:prstGeom prst="rect">
            <a:avLst/>
          </a:prstGeom>
          <a:noFill/>
        </p:spPr>
        <p:txBody>
          <a:bodyPr wrap="square">
            <a:spAutoFit/>
          </a:bodyPr>
          <a:lstStyle/>
          <a:p>
            <a:r>
              <a:rPr lang="en-US" sz="1200" b="1" kern="1200" dirty="0">
                <a:solidFill>
                  <a:schemeClr val="bg1">
                    <a:lumMod val="65000"/>
                  </a:schemeClr>
                </a:solidFill>
                <a:latin typeface="+mn-lt"/>
                <a:ea typeface="+mn-ea"/>
                <a:cs typeface="+mn-cs"/>
              </a:rPr>
              <a:t>ML</a:t>
            </a:r>
            <a:endParaRPr lang="en-US" sz="1400" b="1" dirty="0"/>
          </a:p>
        </p:txBody>
      </p:sp>
      <p:sp>
        <p:nvSpPr>
          <p:cNvPr id="46" name="TextBox 45">
            <a:extLst>
              <a:ext uri="{FF2B5EF4-FFF2-40B4-BE49-F238E27FC236}">
                <a16:creationId xmlns:a16="http://schemas.microsoft.com/office/drawing/2014/main" id="{B8BF1C7E-DB58-881F-B167-89675BE7876B}"/>
              </a:ext>
              <a:ext uri="{C183D7F6-B498-43B3-948B-1728B52AA6E4}">
                <adec:decorative xmlns:adec="http://schemas.microsoft.com/office/drawing/2017/decorative" val="1"/>
              </a:ext>
            </a:extLst>
          </p:cNvPr>
          <p:cNvSpPr txBox="1"/>
          <p:nvPr/>
        </p:nvSpPr>
        <p:spPr>
          <a:xfrm>
            <a:off x="8053578" y="4950544"/>
            <a:ext cx="457200" cy="276999"/>
          </a:xfrm>
          <a:prstGeom prst="rect">
            <a:avLst/>
          </a:prstGeom>
          <a:noFill/>
        </p:spPr>
        <p:txBody>
          <a:bodyPr wrap="square">
            <a:spAutoFit/>
          </a:bodyPr>
          <a:lstStyle/>
          <a:p>
            <a:r>
              <a:rPr lang="en-US" sz="1200" b="1" kern="1200" dirty="0">
                <a:solidFill>
                  <a:schemeClr val="bg1">
                    <a:lumMod val="65000"/>
                  </a:schemeClr>
                </a:solidFill>
                <a:latin typeface="+mn-lt"/>
                <a:ea typeface="+mn-ea"/>
                <a:cs typeface="+mn-cs"/>
              </a:rPr>
              <a:t>ML</a:t>
            </a:r>
            <a:endParaRPr lang="en-US" sz="1400" b="1" dirty="0"/>
          </a:p>
        </p:txBody>
      </p:sp>
      <p:sp>
        <p:nvSpPr>
          <p:cNvPr id="47" name="TextBox 46">
            <a:extLst>
              <a:ext uri="{FF2B5EF4-FFF2-40B4-BE49-F238E27FC236}">
                <a16:creationId xmlns:a16="http://schemas.microsoft.com/office/drawing/2014/main" id="{AB9EE0F4-4663-A849-2D1D-5CB6E30D4F09}"/>
              </a:ext>
              <a:ext uri="{C183D7F6-B498-43B3-948B-1728B52AA6E4}">
                <adec:decorative xmlns:adec="http://schemas.microsoft.com/office/drawing/2017/decorative" val="1"/>
              </a:ext>
            </a:extLst>
          </p:cNvPr>
          <p:cNvSpPr txBox="1"/>
          <p:nvPr/>
        </p:nvSpPr>
        <p:spPr>
          <a:xfrm>
            <a:off x="6846189" y="5934835"/>
            <a:ext cx="457200" cy="276999"/>
          </a:xfrm>
          <a:prstGeom prst="rect">
            <a:avLst/>
          </a:prstGeom>
          <a:noFill/>
        </p:spPr>
        <p:txBody>
          <a:bodyPr wrap="square">
            <a:spAutoFit/>
          </a:bodyPr>
          <a:lstStyle/>
          <a:p>
            <a:r>
              <a:rPr lang="en-US" sz="1200" b="1" kern="1200" dirty="0">
                <a:solidFill>
                  <a:schemeClr val="bg1">
                    <a:lumMod val="65000"/>
                  </a:schemeClr>
                </a:solidFill>
                <a:latin typeface="+mn-lt"/>
                <a:ea typeface="+mn-ea"/>
                <a:cs typeface="+mn-cs"/>
              </a:rPr>
              <a:t>ML</a:t>
            </a:r>
            <a:endParaRPr lang="en-US" sz="1400" b="1" dirty="0"/>
          </a:p>
        </p:txBody>
      </p:sp>
      <p:sp>
        <p:nvSpPr>
          <p:cNvPr id="10" name="Freeform: Shape 9">
            <a:extLst>
              <a:ext uri="{FF2B5EF4-FFF2-40B4-BE49-F238E27FC236}">
                <a16:creationId xmlns:a16="http://schemas.microsoft.com/office/drawing/2014/main" id="{44107C21-3EAF-C1BE-FC5C-B3C681FDB92B}"/>
              </a:ext>
            </a:extLst>
          </p:cNvPr>
          <p:cNvSpPr/>
          <p:nvPr/>
        </p:nvSpPr>
        <p:spPr>
          <a:xfrm>
            <a:off x="2870489" y="4197476"/>
            <a:ext cx="1379766" cy="810869"/>
          </a:xfrm>
          <a:custGeom>
            <a:avLst/>
            <a:gdLst>
              <a:gd name="connsiteX0" fmla="*/ 0 w 1379766"/>
              <a:gd name="connsiteY0" fmla="*/ 405435 h 810869"/>
              <a:gd name="connsiteX1" fmla="*/ 689883 w 1379766"/>
              <a:gd name="connsiteY1" fmla="*/ 0 h 810869"/>
              <a:gd name="connsiteX2" fmla="*/ 1379766 w 1379766"/>
              <a:gd name="connsiteY2" fmla="*/ 405435 h 810869"/>
              <a:gd name="connsiteX3" fmla="*/ 689883 w 1379766"/>
              <a:gd name="connsiteY3" fmla="*/ 810870 h 810869"/>
              <a:gd name="connsiteX4" fmla="*/ 0 w 1379766"/>
              <a:gd name="connsiteY4" fmla="*/ 405435 h 81086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379766" h="810869">
                <a:moveTo>
                  <a:pt x="0" y="405435"/>
                </a:moveTo>
                <a:cubicBezTo>
                  <a:pt x="0" y="181519"/>
                  <a:pt x="308871" y="0"/>
                  <a:pt x="689883" y="0"/>
                </a:cubicBezTo>
                <a:cubicBezTo>
                  <a:pt x="1070895" y="0"/>
                  <a:pt x="1379766" y="181519"/>
                  <a:pt x="1379766" y="405435"/>
                </a:cubicBezTo>
                <a:cubicBezTo>
                  <a:pt x="1379766" y="629351"/>
                  <a:pt x="1070895" y="810870"/>
                  <a:pt x="689883" y="810870"/>
                </a:cubicBezTo>
                <a:cubicBezTo>
                  <a:pt x="308871" y="810870"/>
                  <a:pt x="0" y="629351"/>
                  <a:pt x="0" y="405435"/>
                </a:cubicBezTo>
                <a:close/>
              </a:path>
            </a:pathLst>
          </a:custGeom>
        </p:spPr>
        <p:style>
          <a:lnRef idx="0">
            <a:schemeClr val="lt1">
              <a:hueOff val="0"/>
              <a:satOff val="0"/>
              <a:lumOff val="0"/>
              <a:alphaOff val="0"/>
            </a:schemeClr>
          </a:lnRef>
          <a:fillRef idx="3">
            <a:schemeClr val="accent4">
              <a:hueOff val="0"/>
              <a:satOff val="0"/>
              <a:lumOff val="0"/>
              <a:alphaOff val="0"/>
            </a:schemeClr>
          </a:fillRef>
          <a:effectRef idx="2">
            <a:schemeClr val="accent4">
              <a:hueOff val="0"/>
              <a:satOff val="0"/>
              <a:lumOff val="0"/>
              <a:alphaOff val="0"/>
            </a:schemeClr>
          </a:effectRef>
          <a:fontRef idx="minor">
            <a:schemeClr val="lt1"/>
          </a:fontRef>
        </p:style>
        <p:txBody>
          <a:bodyPr spcFirstLastPara="0" vert="horz" wrap="square" lIns="301630" tIns="302285" rIns="301630" bIns="302286" numCol="1" spcCol="1270" anchor="ctr" anchorCtr="0">
            <a:noAutofit/>
          </a:bodyPr>
          <a:lstStyle/>
          <a:p>
            <a:pPr marL="0" lvl="0" indent="0" algn="ctr" defTabSz="622300">
              <a:lnSpc>
                <a:spcPct val="90000"/>
              </a:lnSpc>
              <a:spcBef>
                <a:spcPct val="0"/>
              </a:spcBef>
              <a:spcAft>
                <a:spcPct val="35000"/>
              </a:spcAft>
              <a:buNone/>
            </a:pPr>
            <a:r>
              <a:rPr lang="en-US" sz="1400" b="1" kern="1200" dirty="0"/>
              <a:t>Deep Learning</a:t>
            </a:r>
          </a:p>
        </p:txBody>
      </p:sp>
    </p:spTree>
    <p:extLst>
      <p:ext uri="{BB962C8B-B14F-4D97-AF65-F5344CB8AC3E}">
        <p14:creationId xmlns:p14="http://schemas.microsoft.com/office/powerpoint/2010/main" val="195007234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nodeType="withEffect">
                                  <p:stCondLst>
                                    <p:cond delay="0"/>
                                  </p:stCondLst>
                                  <p:childTnLst>
                                    <p:set>
                                      <p:cBhvr>
                                        <p:cTn id="6" dur="1" fill="hold">
                                          <p:stCondLst>
                                            <p:cond delay="0"/>
                                          </p:stCondLst>
                                        </p:cTn>
                                        <p:tgtEl>
                                          <p:spTgt spid="11"/>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2"/>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animBg="1"/>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DDDCF22-BCE0-DF14-C282-B553C8C22E8C}"/>
              </a:ext>
            </a:extLst>
          </p:cNvPr>
          <p:cNvSpPr>
            <a:spLocks noGrp="1"/>
          </p:cNvSpPr>
          <p:nvPr>
            <p:ph type="title"/>
          </p:nvPr>
        </p:nvSpPr>
        <p:spPr/>
        <p:txBody>
          <a:bodyPr/>
          <a:lstStyle/>
          <a:p>
            <a:r>
              <a:rPr lang="en-US" dirty="0"/>
              <a:t>Example: Self-Driving Car</a:t>
            </a:r>
          </a:p>
        </p:txBody>
      </p:sp>
      <p:pic>
        <p:nvPicPr>
          <p:cNvPr id="1026" name="Picture 2" descr="figure">
            <a:extLst>
              <a:ext uri="{FF2B5EF4-FFF2-40B4-BE49-F238E27FC236}">
                <a16:creationId xmlns:a16="http://schemas.microsoft.com/office/drawing/2014/main" id="{0A0FB048-7716-FD58-394E-C8B0FE987FCB}"/>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490662" y="1580197"/>
            <a:ext cx="6162675" cy="3697605"/>
          </a:xfrm>
          <a:prstGeom prst="rect">
            <a:avLst/>
          </a:prstGeom>
          <a:ln>
            <a:noFill/>
          </a:ln>
          <a:effectLst>
            <a:outerShdw blurRad="190500" algn="tl" rotWithShape="0">
              <a:srgbClr val="000000">
                <a:alpha val="70000"/>
              </a:srgbClr>
            </a:outerShdw>
          </a:effectLst>
          <a:extLst>
            <a:ext uri="{909E8E84-426E-40DD-AFC4-6F175D3DCCD1}">
              <a14:hiddenFill xmlns:a14="http://schemas.microsoft.com/office/drawing/2010/main">
                <a:solidFill>
                  <a:srgbClr val="FFFFFF"/>
                </a:solidFill>
              </a14:hiddenFill>
            </a:ext>
          </a:extLst>
        </p:spPr>
      </p:pic>
      <p:sp>
        <p:nvSpPr>
          <p:cNvPr id="4" name="Oval 3">
            <a:extLst>
              <a:ext uri="{FF2B5EF4-FFF2-40B4-BE49-F238E27FC236}">
                <a16:creationId xmlns:a16="http://schemas.microsoft.com/office/drawing/2014/main" id="{0EB2BF99-2546-E2B6-E428-37F6D024790C}"/>
              </a:ext>
              <a:ext uri="{C183D7F6-B498-43B3-948B-1728B52AA6E4}">
                <adec:decorative xmlns:adec="http://schemas.microsoft.com/office/drawing/2017/decorative" val="1"/>
              </a:ext>
            </a:extLst>
          </p:cNvPr>
          <p:cNvSpPr/>
          <p:nvPr/>
        </p:nvSpPr>
        <p:spPr>
          <a:xfrm>
            <a:off x="3124200" y="2438400"/>
            <a:ext cx="609600" cy="685800"/>
          </a:xfrm>
          <a:prstGeom prst="ellipse">
            <a:avLst/>
          </a:prstGeom>
          <a:noFill/>
          <a:ln>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Content Placeholder 2">
            <a:extLst>
              <a:ext uri="{FF2B5EF4-FFF2-40B4-BE49-F238E27FC236}">
                <a16:creationId xmlns:a16="http://schemas.microsoft.com/office/drawing/2014/main" id="{E9FC3AC1-9E5A-CAE3-79DE-07A7B1FB104B}"/>
              </a:ext>
            </a:extLst>
          </p:cNvPr>
          <p:cNvSpPr txBox="1">
            <a:spLocks/>
          </p:cNvSpPr>
          <p:nvPr/>
        </p:nvSpPr>
        <p:spPr>
          <a:xfrm>
            <a:off x="628650" y="5486400"/>
            <a:ext cx="1200150" cy="1143000"/>
          </a:xfrm>
          <a:prstGeom prst="rect">
            <a:avLst/>
          </a:prstGeom>
        </p:spPr>
        <p:txBody>
          <a:bodyPr vert="horz" lIns="91440" tIns="45720" rIns="91440" bIns="45720" rtlCol="0">
            <a:normAutofit/>
          </a:bodyPr>
          <a:lstStyle>
            <a:lvl1pPr marL="171446" indent="-171446" algn="l" defTabSz="685783" rtl="0" eaLnBrk="1" latinLnBrk="0" hangingPunct="1">
              <a:lnSpc>
                <a:spcPct val="90000"/>
              </a:lnSpc>
              <a:spcBef>
                <a:spcPts val="751"/>
              </a:spcBef>
              <a:buFont typeface="Arial" panose="020B0604020202020204" pitchFamily="34" charset="0"/>
              <a:buChar char="•"/>
              <a:defRPr sz="2100" kern="1200">
                <a:solidFill>
                  <a:schemeClr val="tx1"/>
                </a:solidFill>
                <a:latin typeface="+mn-lt"/>
                <a:ea typeface="+mn-ea"/>
                <a:cs typeface="+mn-cs"/>
              </a:defRPr>
            </a:lvl1pPr>
            <a:lvl2pPr marL="514338" indent="-171446" algn="l" defTabSz="685783"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mn-ea"/>
                <a:cs typeface="+mn-cs"/>
              </a:defRPr>
            </a:lvl2pPr>
            <a:lvl3pPr marL="857229" indent="-171446" algn="l" defTabSz="685783"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mn-ea"/>
                <a:cs typeface="+mn-cs"/>
              </a:defRPr>
            </a:lvl3pPr>
            <a:lvl4pPr marL="1200121" indent="-171446" algn="l" defTabSz="685783" rtl="0" eaLnBrk="1" latinLnBrk="0" hangingPunct="1">
              <a:lnSpc>
                <a:spcPct val="90000"/>
              </a:lnSpc>
              <a:spcBef>
                <a:spcPts val="375"/>
              </a:spcBef>
              <a:buFont typeface="Arial" panose="020B0604020202020204" pitchFamily="34" charset="0"/>
              <a:buChar char="•"/>
              <a:defRPr sz="1351" kern="1200">
                <a:solidFill>
                  <a:schemeClr val="tx1"/>
                </a:solidFill>
                <a:latin typeface="+mn-lt"/>
                <a:ea typeface="+mn-ea"/>
                <a:cs typeface="+mn-cs"/>
              </a:defRPr>
            </a:lvl4pPr>
            <a:lvl5pPr marL="1543012" indent="-171446" algn="l" defTabSz="685783" rtl="0" eaLnBrk="1" latinLnBrk="0" hangingPunct="1">
              <a:lnSpc>
                <a:spcPct val="90000"/>
              </a:lnSpc>
              <a:spcBef>
                <a:spcPts val="375"/>
              </a:spcBef>
              <a:buFont typeface="Arial" panose="020B0604020202020204" pitchFamily="34" charset="0"/>
              <a:buChar char="•"/>
              <a:defRPr sz="1351" kern="1200">
                <a:solidFill>
                  <a:schemeClr val="tx1"/>
                </a:solidFill>
                <a:latin typeface="+mn-lt"/>
                <a:ea typeface="+mn-ea"/>
                <a:cs typeface="+mn-cs"/>
              </a:defRPr>
            </a:lvl5pPr>
            <a:lvl6pPr marL="1885904" indent="-171446" algn="l" defTabSz="685783" rtl="0" eaLnBrk="1" latinLnBrk="0" hangingPunct="1">
              <a:lnSpc>
                <a:spcPct val="90000"/>
              </a:lnSpc>
              <a:spcBef>
                <a:spcPts val="375"/>
              </a:spcBef>
              <a:buFont typeface="Arial" panose="020B0604020202020204" pitchFamily="34" charset="0"/>
              <a:buChar char="•"/>
              <a:defRPr sz="1351" kern="1200">
                <a:solidFill>
                  <a:schemeClr val="tx1"/>
                </a:solidFill>
                <a:latin typeface="+mn-lt"/>
                <a:ea typeface="+mn-ea"/>
                <a:cs typeface="+mn-cs"/>
              </a:defRPr>
            </a:lvl6pPr>
            <a:lvl7pPr marL="2228795" indent="-171446" algn="l" defTabSz="685783" rtl="0" eaLnBrk="1" latinLnBrk="0" hangingPunct="1">
              <a:lnSpc>
                <a:spcPct val="90000"/>
              </a:lnSpc>
              <a:spcBef>
                <a:spcPts val="375"/>
              </a:spcBef>
              <a:buFont typeface="Arial" panose="020B0604020202020204" pitchFamily="34" charset="0"/>
              <a:buChar char="•"/>
              <a:defRPr sz="1351" kern="1200">
                <a:solidFill>
                  <a:schemeClr val="tx1"/>
                </a:solidFill>
                <a:latin typeface="+mn-lt"/>
                <a:ea typeface="+mn-ea"/>
                <a:cs typeface="+mn-cs"/>
              </a:defRPr>
            </a:lvl7pPr>
            <a:lvl8pPr marL="2571686" indent="-171446" algn="l" defTabSz="685783" rtl="0" eaLnBrk="1" latinLnBrk="0" hangingPunct="1">
              <a:lnSpc>
                <a:spcPct val="90000"/>
              </a:lnSpc>
              <a:spcBef>
                <a:spcPts val="375"/>
              </a:spcBef>
              <a:buFont typeface="Arial" panose="020B0604020202020204" pitchFamily="34" charset="0"/>
              <a:buChar char="•"/>
              <a:defRPr sz="1351" kern="1200">
                <a:solidFill>
                  <a:schemeClr val="tx1"/>
                </a:solidFill>
                <a:latin typeface="+mn-lt"/>
                <a:ea typeface="+mn-ea"/>
                <a:cs typeface="+mn-cs"/>
              </a:defRPr>
            </a:lvl8pPr>
            <a:lvl9pPr marL="2914578" indent="-171446" algn="l" defTabSz="685783" rtl="0" eaLnBrk="1" latinLnBrk="0" hangingPunct="1">
              <a:lnSpc>
                <a:spcPct val="90000"/>
              </a:lnSpc>
              <a:spcBef>
                <a:spcPts val="375"/>
              </a:spcBef>
              <a:buFont typeface="Arial" panose="020B0604020202020204" pitchFamily="34" charset="0"/>
              <a:buChar char="•"/>
              <a:defRPr sz="1351" kern="1200">
                <a:solidFill>
                  <a:schemeClr val="tx1"/>
                </a:solidFill>
                <a:latin typeface="+mn-lt"/>
                <a:ea typeface="+mn-ea"/>
                <a:cs typeface="+mn-cs"/>
              </a:defRPr>
            </a:lvl9pPr>
          </a:lstStyle>
          <a:p>
            <a:pPr marL="0" indent="0">
              <a:buFont typeface="Arial" panose="020B0604020202020204" pitchFamily="34" charset="0"/>
              <a:buNone/>
            </a:pPr>
            <a:r>
              <a:rPr lang="en-US" sz="1800" dirty="0"/>
              <a:t>Percepts:</a:t>
            </a:r>
          </a:p>
          <a:p>
            <a:pPr marL="0" indent="0">
              <a:buFont typeface="Arial" panose="020B0604020202020204" pitchFamily="34" charset="0"/>
              <a:buNone/>
            </a:pPr>
            <a:r>
              <a:rPr lang="en-US" sz="1800" dirty="0"/>
              <a:t>Action:</a:t>
            </a:r>
          </a:p>
          <a:p>
            <a:pPr marL="0" indent="0">
              <a:buFont typeface="Arial" panose="020B0604020202020204" pitchFamily="34" charset="0"/>
              <a:buNone/>
            </a:pPr>
            <a:r>
              <a:rPr lang="en-US" sz="1800" dirty="0"/>
              <a:t>Objective:</a:t>
            </a:r>
          </a:p>
        </p:txBody>
      </p:sp>
      <p:sp>
        <p:nvSpPr>
          <p:cNvPr id="14" name="TextBox 13">
            <a:extLst>
              <a:ext uri="{FF2B5EF4-FFF2-40B4-BE49-F238E27FC236}">
                <a16:creationId xmlns:a16="http://schemas.microsoft.com/office/drawing/2014/main" id="{0A56205F-5AD4-29B4-D72E-FE85F09CB14A}"/>
              </a:ext>
            </a:extLst>
          </p:cNvPr>
          <p:cNvSpPr txBox="1"/>
          <p:nvPr/>
        </p:nvSpPr>
        <p:spPr>
          <a:xfrm>
            <a:off x="1835446" y="5460157"/>
            <a:ext cx="5251154" cy="369332"/>
          </a:xfrm>
          <a:prstGeom prst="rect">
            <a:avLst/>
          </a:prstGeom>
          <a:noFill/>
        </p:spPr>
        <p:txBody>
          <a:bodyPr wrap="square">
            <a:spAutoFit/>
          </a:bodyPr>
          <a:lstStyle/>
          <a:p>
            <a:pPr marL="0" indent="0">
              <a:buFont typeface="Arial" panose="020B0604020202020204" pitchFamily="34" charset="0"/>
              <a:buNone/>
            </a:pPr>
            <a:r>
              <a:rPr lang="en-US" dirty="0"/>
              <a:t>Other objects including people crossing the street.</a:t>
            </a:r>
          </a:p>
        </p:txBody>
      </p:sp>
      <p:sp>
        <p:nvSpPr>
          <p:cNvPr id="13" name="TextBox 12">
            <a:extLst>
              <a:ext uri="{FF2B5EF4-FFF2-40B4-BE49-F238E27FC236}">
                <a16:creationId xmlns:a16="http://schemas.microsoft.com/office/drawing/2014/main" id="{55E0DCC2-0AD9-2F6F-08BC-3DBBD6460BE3}"/>
              </a:ext>
            </a:extLst>
          </p:cNvPr>
          <p:cNvSpPr txBox="1"/>
          <p:nvPr/>
        </p:nvSpPr>
        <p:spPr>
          <a:xfrm>
            <a:off x="1835446" y="5790040"/>
            <a:ext cx="2801031" cy="369332"/>
          </a:xfrm>
          <a:prstGeom prst="rect">
            <a:avLst/>
          </a:prstGeom>
          <a:noFill/>
        </p:spPr>
        <p:txBody>
          <a:bodyPr wrap="square">
            <a:spAutoFit/>
          </a:bodyPr>
          <a:lstStyle/>
          <a:p>
            <a:pPr marL="0" indent="0">
              <a:buFont typeface="Arial" panose="020B0604020202020204" pitchFamily="34" charset="0"/>
              <a:buNone/>
            </a:pPr>
            <a:r>
              <a:rPr lang="en-US" dirty="0"/>
              <a:t>Slow down or stop the car.</a:t>
            </a:r>
          </a:p>
        </p:txBody>
      </p:sp>
      <p:sp>
        <p:nvSpPr>
          <p:cNvPr id="5" name="TextBox 4">
            <a:extLst>
              <a:ext uri="{FF2B5EF4-FFF2-40B4-BE49-F238E27FC236}">
                <a16:creationId xmlns:a16="http://schemas.microsoft.com/office/drawing/2014/main" id="{A95FC49C-1351-D371-8B11-86386BAC958C}"/>
              </a:ext>
            </a:extLst>
          </p:cNvPr>
          <p:cNvSpPr txBox="1"/>
          <p:nvPr/>
        </p:nvSpPr>
        <p:spPr>
          <a:xfrm>
            <a:off x="1835446" y="6159372"/>
            <a:ext cx="3733800" cy="369332"/>
          </a:xfrm>
          <a:prstGeom prst="rect">
            <a:avLst/>
          </a:prstGeom>
          <a:noFill/>
        </p:spPr>
        <p:txBody>
          <a:bodyPr wrap="square">
            <a:spAutoFit/>
          </a:bodyPr>
          <a:lstStyle/>
          <a:p>
            <a:pPr marL="0" indent="0">
              <a:buFont typeface="Arial" panose="020B0604020202020204" pitchFamily="34" charset="0"/>
              <a:buNone/>
            </a:pPr>
            <a:r>
              <a:rPr lang="en-US" dirty="0"/>
              <a:t>Reach the destination safely</a:t>
            </a:r>
          </a:p>
        </p:txBody>
      </p:sp>
    </p:spTree>
    <p:extLst>
      <p:ext uri="{BB962C8B-B14F-4D97-AF65-F5344CB8AC3E}">
        <p14:creationId xmlns:p14="http://schemas.microsoft.com/office/powerpoint/2010/main" val="136338952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4"/>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3"/>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14" grpId="0"/>
      <p:bldP spid="13" grpId="0"/>
      <p:bldP spid="5" grpId="0"/>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94C9D64-71A1-0FC9-A4B8-803166224E72}"/>
              </a:ext>
            </a:extLst>
          </p:cNvPr>
          <p:cNvSpPr>
            <a:spLocks noGrp="1"/>
          </p:cNvSpPr>
          <p:nvPr>
            <p:ph type="title"/>
          </p:nvPr>
        </p:nvSpPr>
        <p:spPr>
          <a:xfrm>
            <a:off x="636814" y="137917"/>
            <a:ext cx="7886700" cy="1325563"/>
          </a:xfrm>
        </p:spPr>
        <p:txBody>
          <a:bodyPr>
            <a:normAutofit/>
          </a:bodyPr>
          <a:lstStyle/>
          <a:p>
            <a:r>
              <a:rPr lang="en-US" sz="3600" dirty="0"/>
              <a:t>Example: Homework and LLMs</a:t>
            </a:r>
          </a:p>
        </p:txBody>
      </p:sp>
      <p:pic>
        <p:nvPicPr>
          <p:cNvPr id="13" name="Picture 12" descr="A screenshot of ChatGPT writing an essay about Sokrates.">
            <a:extLst>
              <a:ext uri="{FF2B5EF4-FFF2-40B4-BE49-F238E27FC236}">
                <a16:creationId xmlns:a16="http://schemas.microsoft.com/office/drawing/2014/main" id="{58A7AB83-ADCF-F4C1-3E52-9A5442F7125B}"/>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762000" y="1178881"/>
            <a:ext cx="7562850" cy="4155119"/>
          </a:xfrm>
          <a:prstGeom prst="rect">
            <a:avLst/>
          </a:prstGeom>
        </p:spPr>
      </p:pic>
      <p:pic>
        <p:nvPicPr>
          <p:cNvPr id="1026" name="Picture 2">
            <a:extLst>
              <a:ext uri="{FF2B5EF4-FFF2-40B4-BE49-F238E27FC236}">
                <a16:creationId xmlns:a16="http://schemas.microsoft.com/office/drawing/2014/main" id="{7B854F5C-F02E-55D3-B81E-0C4136F64300}"/>
              </a:ext>
              <a:ext uri="{C183D7F6-B498-43B3-948B-1728B52AA6E4}">
                <adec:decorative xmlns:adec="http://schemas.microsoft.com/office/drawing/2017/decorative" val="1"/>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6564086" y="402237"/>
            <a:ext cx="2084614" cy="1336437"/>
          </a:xfrm>
          <a:prstGeom prst="roundRect">
            <a:avLst>
              <a:gd name="adj" fmla="val 8594"/>
            </a:avLst>
          </a:prstGeom>
          <a:solidFill>
            <a:srgbClr val="FFFFFF">
              <a:shade val="85000"/>
            </a:srgbClr>
          </a:solidFill>
          <a:ln>
            <a:noFill/>
          </a:ln>
          <a:effectLst>
            <a:reflection blurRad="12700" stA="38000" endPos="28000" dist="5000" dir="5400000" sy="-100000" algn="bl" rotWithShape="0"/>
          </a:effectLst>
        </p:spPr>
      </p:pic>
      <p:sp>
        <p:nvSpPr>
          <p:cNvPr id="3" name="Content Placeholder 2">
            <a:extLst>
              <a:ext uri="{FF2B5EF4-FFF2-40B4-BE49-F238E27FC236}">
                <a16:creationId xmlns:a16="http://schemas.microsoft.com/office/drawing/2014/main" id="{46891738-C22D-B399-A6A9-BC285AF1D66E}"/>
              </a:ext>
            </a:extLst>
          </p:cNvPr>
          <p:cNvSpPr txBox="1">
            <a:spLocks/>
          </p:cNvSpPr>
          <p:nvPr/>
        </p:nvSpPr>
        <p:spPr>
          <a:xfrm>
            <a:off x="628650" y="5486400"/>
            <a:ext cx="1200150" cy="1069776"/>
          </a:xfrm>
          <a:prstGeom prst="rect">
            <a:avLst/>
          </a:prstGeom>
        </p:spPr>
        <p:txBody>
          <a:bodyPr vert="horz" lIns="91440" tIns="45720" rIns="91440" bIns="45720" rtlCol="0">
            <a:normAutofit/>
          </a:bodyPr>
          <a:lstStyle>
            <a:lvl1pPr marL="171446" indent="-171446" algn="l" defTabSz="685783" rtl="0" eaLnBrk="1" latinLnBrk="0" hangingPunct="1">
              <a:lnSpc>
                <a:spcPct val="90000"/>
              </a:lnSpc>
              <a:spcBef>
                <a:spcPts val="751"/>
              </a:spcBef>
              <a:buFont typeface="Arial" panose="020B0604020202020204" pitchFamily="34" charset="0"/>
              <a:buChar char="•"/>
              <a:defRPr sz="2100" kern="1200">
                <a:solidFill>
                  <a:schemeClr val="tx1"/>
                </a:solidFill>
                <a:latin typeface="+mn-lt"/>
                <a:ea typeface="+mn-ea"/>
                <a:cs typeface="+mn-cs"/>
              </a:defRPr>
            </a:lvl1pPr>
            <a:lvl2pPr marL="514338" indent="-171446" algn="l" defTabSz="685783"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mn-ea"/>
                <a:cs typeface="+mn-cs"/>
              </a:defRPr>
            </a:lvl2pPr>
            <a:lvl3pPr marL="857229" indent="-171446" algn="l" defTabSz="685783"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mn-ea"/>
                <a:cs typeface="+mn-cs"/>
              </a:defRPr>
            </a:lvl3pPr>
            <a:lvl4pPr marL="1200121" indent="-171446" algn="l" defTabSz="685783" rtl="0" eaLnBrk="1" latinLnBrk="0" hangingPunct="1">
              <a:lnSpc>
                <a:spcPct val="90000"/>
              </a:lnSpc>
              <a:spcBef>
                <a:spcPts val="375"/>
              </a:spcBef>
              <a:buFont typeface="Arial" panose="020B0604020202020204" pitchFamily="34" charset="0"/>
              <a:buChar char="•"/>
              <a:defRPr sz="1351" kern="1200">
                <a:solidFill>
                  <a:schemeClr val="tx1"/>
                </a:solidFill>
                <a:latin typeface="+mn-lt"/>
                <a:ea typeface="+mn-ea"/>
                <a:cs typeface="+mn-cs"/>
              </a:defRPr>
            </a:lvl4pPr>
            <a:lvl5pPr marL="1543012" indent="-171446" algn="l" defTabSz="685783" rtl="0" eaLnBrk="1" latinLnBrk="0" hangingPunct="1">
              <a:lnSpc>
                <a:spcPct val="90000"/>
              </a:lnSpc>
              <a:spcBef>
                <a:spcPts val="375"/>
              </a:spcBef>
              <a:buFont typeface="Arial" panose="020B0604020202020204" pitchFamily="34" charset="0"/>
              <a:buChar char="•"/>
              <a:defRPr sz="1351" kern="1200">
                <a:solidFill>
                  <a:schemeClr val="tx1"/>
                </a:solidFill>
                <a:latin typeface="+mn-lt"/>
                <a:ea typeface="+mn-ea"/>
                <a:cs typeface="+mn-cs"/>
              </a:defRPr>
            </a:lvl5pPr>
            <a:lvl6pPr marL="1885904" indent="-171446" algn="l" defTabSz="685783" rtl="0" eaLnBrk="1" latinLnBrk="0" hangingPunct="1">
              <a:lnSpc>
                <a:spcPct val="90000"/>
              </a:lnSpc>
              <a:spcBef>
                <a:spcPts val="375"/>
              </a:spcBef>
              <a:buFont typeface="Arial" panose="020B0604020202020204" pitchFamily="34" charset="0"/>
              <a:buChar char="•"/>
              <a:defRPr sz="1351" kern="1200">
                <a:solidFill>
                  <a:schemeClr val="tx1"/>
                </a:solidFill>
                <a:latin typeface="+mn-lt"/>
                <a:ea typeface="+mn-ea"/>
                <a:cs typeface="+mn-cs"/>
              </a:defRPr>
            </a:lvl6pPr>
            <a:lvl7pPr marL="2228795" indent="-171446" algn="l" defTabSz="685783" rtl="0" eaLnBrk="1" latinLnBrk="0" hangingPunct="1">
              <a:lnSpc>
                <a:spcPct val="90000"/>
              </a:lnSpc>
              <a:spcBef>
                <a:spcPts val="375"/>
              </a:spcBef>
              <a:buFont typeface="Arial" panose="020B0604020202020204" pitchFamily="34" charset="0"/>
              <a:buChar char="•"/>
              <a:defRPr sz="1351" kern="1200">
                <a:solidFill>
                  <a:schemeClr val="tx1"/>
                </a:solidFill>
                <a:latin typeface="+mn-lt"/>
                <a:ea typeface="+mn-ea"/>
                <a:cs typeface="+mn-cs"/>
              </a:defRPr>
            </a:lvl7pPr>
            <a:lvl8pPr marL="2571686" indent="-171446" algn="l" defTabSz="685783" rtl="0" eaLnBrk="1" latinLnBrk="0" hangingPunct="1">
              <a:lnSpc>
                <a:spcPct val="90000"/>
              </a:lnSpc>
              <a:spcBef>
                <a:spcPts val="375"/>
              </a:spcBef>
              <a:buFont typeface="Arial" panose="020B0604020202020204" pitchFamily="34" charset="0"/>
              <a:buChar char="•"/>
              <a:defRPr sz="1351" kern="1200">
                <a:solidFill>
                  <a:schemeClr val="tx1"/>
                </a:solidFill>
                <a:latin typeface="+mn-lt"/>
                <a:ea typeface="+mn-ea"/>
                <a:cs typeface="+mn-cs"/>
              </a:defRPr>
            </a:lvl8pPr>
            <a:lvl9pPr marL="2914578" indent="-171446" algn="l" defTabSz="685783" rtl="0" eaLnBrk="1" latinLnBrk="0" hangingPunct="1">
              <a:lnSpc>
                <a:spcPct val="90000"/>
              </a:lnSpc>
              <a:spcBef>
                <a:spcPts val="375"/>
              </a:spcBef>
              <a:buFont typeface="Arial" panose="020B0604020202020204" pitchFamily="34" charset="0"/>
              <a:buChar char="•"/>
              <a:defRPr sz="1351" kern="1200">
                <a:solidFill>
                  <a:schemeClr val="tx1"/>
                </a:solidFill>
                <a:latin typeface="+mn-lt"/>
                <a:ea typeface="+mn-ea"/>
                <a:cs typeface="+mn-cs"/>
              </a:defRPr>
            </a:lvl9pPr>
          </a:lstStyle>
          <a:p>
            <a:pPr marL="0" indent="0">
              <a:buFont typeface="Arial" panose="020B0604020202020204" pitchFamily="34" charset="0"/>
              <a:buNone/>
            </a:pPr>
            <a:r>
              <a:rPr lang="en-US" sz="1800" dirty="0"/>
              <a:t>Percept:</a:t>
            </a:r>
          </a:p>
          <a:p>
            <a:pPr marL="0" indent="0">
              <a:buFont typeface="Arial" panose="020B0604020202020204" pitchFamily="34" charset="0"/>
              <a:buNone/>
            </a:pPr>
            <a:r>
              <a:rPr lang="en-US" sz="1800" dirty="0"/>
              <a:t>Action:</a:t>
            </a:r>
          </a:p>
          <a:p>
            <a:pPr marL="0" indent="0">
              <a:buFont typeface="Arial" panose="020B0604020202020204" pitchFamily="34" charset="0"/>
              <a:buNone/>
            </a:pPr>
            <a:r>
              <a:rPr lang="en-US" sz="1800" dirty="0"/>
              <a:t>Objective:</a:t>
            </a:r>
          </a:p>
        </p:txBody>
      </p:sp>
      <p:sp>
        <p:nvSpPr>
          <p:cNvPr id="9" name="TextBox 8">
            <a:extLst>
              <a:ext uri="{FF2B5EF4-FFF2-40B4-BE49-F238E27FC236}">
                <a16:creationId xmlns:a16="http://schemas.microsoft.com/office/drawing/2014/main" id="{704EA84D-FAC2-97B4-8EDF-719AB42A6361}"/>
              </a:ext>
            </a:extLst>
          </p:cNvPr>
          <p:cNvSpPr txBox="1"/>
          <p:nvPr/>
        </p:nvSpPr>
        <p:spPr>
          <a:xfrm>
            <a:off x="1828800" y="5482343"/>
            <a:ext cx="4572000" cy="369332"/>
          </a:xfrm>
          <a:prstGeom prst="rect">
            <a:avLst/>
          </a:prstGeom>
          <a:noFill/>
        </p:spPr>
        <p:txBody>
          <a:bodyPr wrap="square">
            <a:spAutoFit/>
          </a:bodyPr>
          <a:lstStyle/>
          <a:p>
            <a:pPr marL="0" indent="0">
              <a:buFont typeface="Arial" panose="020B0604020202020204" pitchFamily="34" charset="0"/>
              <a:buNone/>
            </a:pPr>
            <a:r>
              <a:rPr lang="en-US" dirty="0"/>
              <a:t>Your prompt</a:t>
            </a:r>
            <a:endParaRPr lang="en-US" sz="2000" dirty="0"/>
          </a:p>
        </p:txBody>
      </p:sp>
      <p:sp>
        <p:nvSpPr>
          <p:cNvPr id="4" name="TextBox 3">
            <a:extLst>
              <a:ext uri="{FF2B5EF4-FFF2-40B4-BE49-F238E27FC236}">
                <a16:creationId xmlns:a16="http://schemas.microsoft.com/office/drawing/2014/main" id="{753FA0D2-51AC-EF25-3F99-782ED1E0071D}"/>
              </a:ext>
            </a:extLst>
          </p:cNvPr>
          <p:cNvSpPr txBox="1"/>
          <p:nvPr/>
        </p:nvSpPr>
        <p:spPr>
          <a:xfrm>
            <a:off x="1835263" y="5801318"/>
            <a:ext cx="6915831" cy="369332"/>
          </a:xfrm>
          <a:prstGeom prst="rect">
            <a:avLst/>
          </a:prstGeom>
          <a:noFill/>
        </p:spPr>
        <p:txBody>
          <a:bodyPr wrap="square">
            <a:spAutoFit/>
          </a:bodyPr>
          <a:lstStyle/>
          <a:p>
            <a:r>
              <a:rPr lang="en-US" dirty="0"/>
              <a:t>Next most likely word… More words are created word-by-word. </a:t>
            </a:r>
          </a:p>
        </p:txBody>
      </p:sp>
      <p:sp>
        <p:nvSpPr>
          <p:cNvPr id="5" name="Rectangle 4">
            <a:extLst>
              <a:ext uri="{FF2B5EF4-FFF2-40B4-BE49-F238E27FC236}">
                <a16:creationId xmlns:a16="http://schemas.microsoft.com/office/drawing/2014/main" id="{7178DF08-72CE-68C1-06E3-FB9050FFAFF2}"/>
              </a:ext>
              <a:ext uri="{C183D7F6-B498-43B3-948B-1728B52AA6E4}">
                <adec:decorative xmlns:adec="http://schemas.microsoft.com/office/drawing/2017/decorative" val="1"/>
              </a:ext>
            </a:extLst>
          </p:cNvPr>
          <p:cNvSpPr/>
          <p:nvPr/>
        </p:nvSpPr>
        <p:spPr>
          <a:xfrm>
            <a:off x="3905250" y="1861822"/>
            <a:ext cx="3352800" cy="341551"/>
          </a:xfrm>
          <a:prstGeom prst="rect">
            <a:avLst/>
          </a:prstGeom>
          <a:noFill/>
          <a:ln>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ectangle 5">
            <a:extLst>
              <a:ext uri="{FF2B5EF4-FFF2-40B4-BE49-F238E27FC236}">
                <a16:creationId xmlns:a16="http://schemas.microsoft.com/office/drawing/2014/main" id="{A0C4B857-3E6C-45F8-F973-6BE5699547E1}"/>
              </a:ext>
              <a:ext uri="{C183D7F6-B498-43B3-948B-1728B52AA6E4}">
                <adec:decorative xmlns:adec="http://schemas.microsoft.com/office/drawing/2017/decorative" val="1"/>
              </a:ext>
            </a:extLst>
          </p:cNvPr>
          <p:cNvSpPr/>
          <p:nvPr/>
        </p:nvSpPr>
        <p:spPr>
          <a:xfrm>
            <a:off x="2152650" y="3684140"/>
            <a:ext cx="381000" cy="271833"/>
          </a:xfrm>
          <a:prstGeom prst="rect">
            <a:avLst/>
          </a:prstGeom>
          <a:noFill/>
          <a:ln>
            <a:solidFill>
              <a:srgbClr val="FFC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TextBox 9">
            <a:extLst>
              <a:ext uri="{FF2B5EF4-FFF2-40B4-BE49-F238E27FC236}">
                <a16:creationId xmlns:a16="http://schemas.microsoft.com/office/drawing/2014/main" id="{CF7CB975-65BE-FE0D-ADC4-DAD2951C9372}"/>
              </a:ext>
            </a:extLst>
          </p:cNvPr>
          <p:cNvSpPr txBox="1"/>
          <p:nvPr/>
        </p:nvSpPr>
        <p:spPr>
          <a:xfrm>
            <a:off x="1835263" y="6164191"/>
            <a:ext cx="6013337" cy="369332"/>
          </a:xfrm>
          <a:prstGeom prst="rect">
            <a:avLst/>
          </a:prstGeom>
          <a:noFill/>
        </p:spPr>
        <p:txBody>
          <a:bodyPr wrap="square">
            <a:spAutoFit/>
          </a:bodyPr>
          <a:lstStyle/>
          <a:p>
            <a:pPr marL="0" indent="0">
              <a:buFont typeface="Arial" panose="020B0604020202020204" pitchFamily="34" charset="0"/>
              <a:buNone/>
            </a:pPr>
            <a:r>
              <a:rPr lang="en-US" dirty="0"/>
              <a:t>You may like a useful answer, but what is ChatGPT’s objective?</a:t>
            </a:r>
          </a:p>
        </p:txBody>
      </p:sp>
    </p:spTree>
    <p:extLst>
      <p:ext uri="{BB962C8B-B14F-4D97-AF65-F5344CB8AC3E}">
        <p14:creationId xmlns:p14="http://schemas.microsoft.com/office/powerpoint/2010/main" val="127924787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9"/>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6"/>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4"/>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p:bldP spid="4" grpId="0"/>
      <p:bldP spid="5" grpId="0" animBg="1"/>
      <p:bldP spid="6" grpId="0" animBg="1"/>
      <p:bldP spid="10" grpId="0"/>
    </p:bldLst>
  </p:timing>
</p:sld>
</file>

<file path=ppt/slides/slide1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53B021B3-DE93-4AB7-8A18-CF5F1CED88B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9144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CB4D7D3C-5AC6-2696-293B-BCE0269D786F}"/>
              </a:ext>
            </a:extLst>
          </p:cNvPr>
          <p:cNvSpPr>
            <a:spLocks noGrp="1"/>
          </p:cNvSpPr>
          <p:nvPr>
            <p:ph type="title"/>
          </p:nvPr>
        </p:nvSpPr>
        <p:spPr>
          <a:xfrm>
            <a:off x="630936" y="256032"/>
            <a:ext cx="7879842" cy="1014984"/>
          </a:xfrm>
        </p:spPr>
        <p:txBody>
          <a:bodyPr anchor="b">
            <a:normAutofit/>
          </a:bodyPr>
          <a:lstStyle/>
          <a:p>
            <a:r>
              <a:rPr lang="en-US" dirty="0"/>
              <a:t>Methods of AI</a:t>
            </a:r>
          </a:p>
        </p:txBody>
      </p:sp>
      <p:sp>
        <p:nvSpPr>
          <p:cNvPr id="11" name="Rectangle 10">
            <a:extLst>
              <a:ext uri="{FF2B5EF4-FFF2-40B4-BE49-F238E27FC236}">
                <a16:creationId xmlns:a16="http://schemas.microsoft.com/office/drawing/2014/main" id="{52D502E5-F6B4-4D58-B4AE-FC466FF15EE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9464" y="1634502"/>
            <a:ext cx="7838694" cy="18288"/>
          </a:xfrm>
          <a:prstGeom prst="rect">
            <a:avLst/>
          </a:prstGeom>
          <a:solidFill>
            <a:srgbClr val="D5D5D5"/>
          </a:solidFill>
          <a:ln w="3175">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prstClr val="white"/>
              </a:solidFill>
              <a:latin typeface="Calibri" panose="020F0502020204030204"/>
            </a:endParaRPr>
          </a:p>
        </p:txBody>
      </p:sp>
      <p:sp>
        <p:nvSpPr>
          <p:cNvPr id="13" name="Rectangle 12">
            <a:extLst>
              <a:ext uri="{FF2B5EF4-FFF2-40B4-BE49-F238E27FC236}">
                <a16:creationId xmlns:a16="http://schemas.microsoft.com/office/drawing/2014/main" id="{9DECDBF4-02B6-4BB4-B65B-B8107AD6A9E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V="1">
            <a:off x="630936" y="1538176"/>
            <a:ext cx="1405092" cy="109814"/>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prstClr val="white"/>
              </a:solidFill>
              <a:latin typeface="Calibri" panose="020F0502020204030204"/>
            </a:endParaRPr>
          </a:p>
        </p:txBody>
      </p:sp>
      <p:graphicFrame>
        <p:nvGraphicFramePr>
          <p:cNvPr id="5" name="Content Placeholder 2">
            <a:extLst>
              <a:ext uri="{FF2B5EF4-FFF2-40B4-BE49-F238E27FC236}">
                <a16:creationId xmlns:a16="http://schemas.microsoft.com/office/drawing/2014/main" id="{9C92B9DD-3E4F-6121-E936-1E351301E0F2}"/>
              </a:ext>
            </a:extLst>
          </p:cNvPr>
          <p:cNvGraphicFramePr>
            <a:graphicFrameLocks noGrp="1"/>
          </p:cNvGraphicFramePr>
          <p:nvPr>
            <p:ph idx="1"/>
            <p:extLst>
              <p:ext uri="{D42A27DB-BD31-4B8C-83A1-F6EECF244321}">
                <p14:modId xmlns:p14="http://schemas.microsoft.com/office/powerpoint/2010/main" val="223115251"/>
              </p:ext>
            </p:extLst>
          </p:nvPr>
        </p:nvGraphicFramePr>
        <p:xfrm>
          <a:off x="649464" y="1762604"/>
          <a:ext cx="7859028" cy="4521186"/>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TextBox 2">
            <a:extLst>
              <a:ext uri="{FF2B5EF4-FFF2-40B4-BE49-F238E27FC236}">
                <a16:creationId xmlns:a16="http://schemas.microsoft.com/office/drawing/2014/main" id="{0FBB3459-25F5-5447-83B9-D7FD035DA765}"/>
              </a:ext>
            </a:extLst>
          </p:cNvPr>
          <p:cNvSpPr txBox="1"/>
          <p:nvPr/>
        </p:nvSpPr>
        <p:spPr>
          <a:xfrm>
            <a:off x="4495800" y="2895600"/>
            <a:ext cx="533400" cy="584775"/>
          </a:xfrm>
          <a:prstGeom prst="rect">
            <a:avLst/>
          </a:prstGeom>
          <a:noFill/>
        </p:spPr>
        <p:txBody>
          <a:bodyPr wrap="square" rtlCol="0">
            <a:spAutoFit/>
          </a:bodyPr>
          <a:lstStyle/>
          <a:p>
            <a:r>
              <a:rPr lang="en-US" sz="3200" dirty="0"/>
              <a:t>+</a:t>
            </a:r>
          </a:p>
        </p:txBody>
      </p:sp>
      <p:sp>
        <p:nvSpPr>
          <p:cNvPr id="4" name="TextBox 3">
            <a:extLst>
              <a:ext uri="{FF2B5EF4-FFF2-40B4-BE49-F238E27FC236}">
                <a16:creationId xmlns:a16="http://schemas.microsoft.com/office/drawing/2014/main" id="{198A2D7D-5CEC-021D-095A-96AE6F6F7184}"/>
              </a:ext>
            </a:extLst>
          </p:cNvPr>
          <p:cNvSpPr txBox="1"/>
          <p:nvPr/>
        </p:nvSpPr>
        <p:spPr>
          <a:xfrm>
            <a:off x="4370380" y="4419600"/>
            <a:ext cx="677108" cy="584775"/>
          </a:xfrm>
          <a:prstGeom prst="rect">
            <a:avLst/>
          </a:prstGeom>
          <a:noFill/>
        </p:spPr>
        <p:txBody>
          <a:bodyPr vert="vert270" wrap="square" rtlCol="0">
            <a:spAutoFit/>
          </a:bodyPr>
          <a:lstStyle/>
          <a:p>
            <a:r>
              <a:rPr lang="en-US" sz="3200" dirty="0"/>
              <a:t>=</a:t>
            </a:r>
          </a:p>
        </p:txBody>
      </p:sp>
    </p:spTree>
    <p:extLst>
      <p:ext uri="{BB962C8B-B14F-4D97-AF65-F5344CB8AC3E}">
        <p14:creationId xmlns:p14="http://schemas.microsoft.com/office/powerpoint/2010/main" val="3096116005"/>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1" name="Rectangle 10">
            <a:extLst>
              <a:ext uri="{FF2B5EF4-FFF2-40B4-BE49-F238E27FC236}">
                <a16:creationId xmlns:a16="http://schemas.microsoft.com/office/drawing/2014/main" id="{F8446B12-7391-4711-8B31-112A0B896C7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9144000" cy="6858000"/>
          </a:xfrm>
          <a:prstGeom prst="rect">
            <a:avLst/>
          </a:prstGeom>
          <a:solidFill>
            <a:schemeClr val="tx1"/>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itle 3">
            <a:extLst>
              <a:ext uri="{FF2B5EF4-FFF2-40B4-BE49-F238E27FC236}">
                <a16:creationId xmlns:a16="http://schemas.microsoft.com/office/drawing/2014/main" id="{8E741301-A0B1-4515-BEB2-EBBA657D46B3}"/>
              </a:ext>
            </a:extLst>
          </p:cNvPr>
          <p:cNvSpPr>
            <a:spLocks noGrp="1"/>
          </p:cNvSpPr>
          <p:nvPr>
            <p:ph type="title"/>
          </p:nvPr>
        </p:nvSpPr>
        <p:spPr>
          <a:xfrm>
            <a:off x="628649" y="4428000"/>
            <a:ext cx="4607719" cy="1400400"/>
          </a:xfrm>
        </p:spPr>
        <p:txBody>
          <a:bodyPr vert="horz" wrap="square" lIns="91440" tIns="45720" rIns="91440" bIns="45720" rtlCol="0" anchor="b">
            <a:normAutofit/>
          </a:bodyPr>
          <a:lstStyle/>
          <a:p>
            <a:r>
              <a:rPr lang="en-US" sz="4900" dirty="0">
                <a:solidFill>
                  <a:schemeClr val="bg1"/>
                </a:solidFill>
              </a:rPr>
              <a:t>The History of AI</a:t>
            </a:r>
          </a:p>
        </p:txBody>
      </p:sp>
      <p:pic>
        <p:nvPicPr>
          <p:cNvPr id="6" name="Picture 2">
            <a:extLst>
              <a:ext uri="{FF2B5EF4-FFF2-40B4-BE49-F238E27FC236}">
                <a16:creationId xmlns:a16="http://schemas.microsoft.com/office/drawing/2014/main" id="{99D46CF7-6F3B-4ABC-8C57-3392AB693ECE}"/>
              </a:ext>
              <a:ext uri="{C183D7F6-B498-43B3-948B-1728B52AA6E4}">
                <adec:decorative xmlns:adec="http://schemas.microsoft.com/office/drawing/2017/decorative" val="1"/>
              </a:ext>
            </a:extLst>
          </p:cNvPr>
          <p:cNvPicPr>
            <a:picLocks noChangeAspect="1" noChangeArrowheads="1"/>
          </p:cNvPicPr>
          <p:nvPr/>
        </p:nvPicPr>
        <p:blipFill rotWithShape="1">
          <a:blip r:embed="rId2" cstate="print"/>
          <a:srcRect t="13053" b="22144"/>
          <a:stretch/>
        </p:blipFill>
        <p:spPr bwMode="auto">
          <a:xfrm>
            <a:off x="20" y="-1"/>
            <a:ext cx="9143980" cy="3984912"/>
          </a:xfrm>
          <a:custGeom>
            <a:avLst/>
            <a:gdLst/>
            <a:ahLst/>
            <a:cxnLst/>
            <a:rect l="l" t="t" r="r" b="b"/>
            <a:pathLst>
              <a:path w="12192000" h="3984912">
                <a:moveTo>
                  <a:pt x="0" y="0"/>
                </a:moveTo>
                <a:lnTo>
                  <a:pt x="12192000" y="0"/>
                </a:lnTo>
                <a:lnTo>
                  <a:pt x="12192000" y="566059"/>
                </a:lnTo>
                <a:lnTo>
                  <a:pt x="12192000" y="794037"/>
                </a:lnTo>
                <a:lnTo>
                  <a:pt x="12192000" y="2336800"/>
                </a:lnTo>
                <a:lnTo>
                  <a:pt x="12192000" y="2631227"/>
                </a:lnTo>
                <a:lnTo>
                  <a:pt x="12192000" y="3908712"/>
                </a:lnTo>
                <a:lnTo>
                  <a:pt x="9439275" y="3984912"/>
                </a:lnTo>
                <a:lnTo>
                  <a:pt x="5572127" y="3737262"/>
                </a:lnTo>
                <a:lnTo>
                  <a:pt x="0" y="3908712"/>
                </a:lnTo>
                <a:lnTo>
                  <a:pt x="0" y="2631227"/>
                </a:lnTo>
                <a:lnTo>
                  <a:pt x="0" y="2336800"/>
                </a:lnTo>
                <a:lnTo>
                  <a:pt x="0" y="794037"/>
                </a:lnTo>
                <a:lnTo>
                  <a:pt x="0" y="566059"/>
                </a:lnTo>
                <a:close/>
              </a:path>
            </a:pathLst>
          </a:custGeom>
          <a:noFill/>
        </p:spPr>
      </p:pic>
      <p:grpSp>
        <p:nvGrpSpPr>
          <p:cNvPr id="13" name="Group 12">
            <a:extLst>
              <a:ext uri="{FF2B5EF4-FFF2-40B4-BE49-F238E27FC236}">
                <a16:creationId xmlns:a16="http://schemas.microsoft.com/office/drawing/2014/main" id="{AC0B7807-0C83-4963-821A-69B172722E4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0" y="3528992"/>
            <a:ext cx="9144000" cy="757168"/>
            <a:chOff x="0" y="2959818"/>
            <a:chExt cx="12192000" cy="757168"/>
          </a:xfrm>
        </p:grpSpPr>
        <p:sp>
          <p:nvSpPr>
            <p:cNvPr id="14" name="Freeform: Shape 13">
              <a:extLst>
                <a:ext uri="{FF2B5EF4-FFF2-40B4-BE49-F238E27FC236}">
                  <a16:creationId xmlns:a16="http://schemas.microsoft.com/office/drawing/2014/main" id="{BB027EC7-3252-48A2-A7A4-1741F72E471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0" y="2959818"/>
              <a:ext cx="12192000" cy="757168"/>
            </a:xfrm>
            <a:custGeom>
              <a:avLst/>
              <a:gdLst>
                <a:gd name="connsiteX0" fmla="*/ 0 w 12192000"/>
                <a:gd name="connsiteY0" fmla="*/ 0 h 757168"/>
                <a:gd name="connsiteX1" fmla="*/ 41653 w 12192000"/>
                <a:gd name="connsiteY1" fmla="*/ 6945 h 757168"/>
                <a:gd name="connsiteX2" fmla="*/ 81317 w 12192000"/>
                <a:gd name="connsiteY2" fmla="*/ 15509 h 757168"/>
                <a:gd name="connsiteX3" fmla="*/ 114150 w 12192000"/>
                <a:gd name="connsiteY3" fmla="*/ 28105 h 757168"/>
                <a:gd name="connsiteX4" fmla="*/ 214865 w 12192000"/>
                <a:gd name="connsiteY4" fmla="*/ 58374 h 757168"/>
                <a:gd name="connsiteX5" fmla="*/ 299237 w 12192000"/>
                <a:gd name="connsiteY5" fmla="*/ 63560 h 757168"/>
                <a:gd name="connsiteX6" fmla="*/ 415570 w 12192000"/>
                <a:gd name="connsiteY6" fmla="*/ 83774 h 757168"/>
                <a:gd name="connsiteX7" fmla="*/ 633210 w 12192000"/>
                <a:gd name="connsiteY7" fmla="*/ 109108 h 757168"/>
                <a:gd name="connsiteX8" fmla="*/ 677567 w 12192000"/>
                <a:gd name="connsiteY8" fmla="*/ 119446 h 757168"/>
                <a:gd name="connsiteX9" fmla="*/ 946429 w 12192000"/>
                <a:gd name="connsiteY9" fmla="*/ 171502 h 757168"/>
                <a:gd name="connsiteX10" fmla="*/ 1163367 w 12192000"/>
                <a:gd name="connsiteY10" fmla="*/ 182106 h 757168"/>
                <a:gd name="connsiteX11" fmla="*/ 1180337 w 12192000"/>
                <a:gd name="connsiteY11" fmla="*/ 181279 h 757168"/>
                <a:gd name="connsiteX12" fmla="*/ 1263939 w 12192000"/>
                <a:gd name="connsiteY12" fmla="*/ 173070 h 757168"/>
                <a:gd name="connsiteX13" fmla="*/ 1392213 w 12192000"/>
                <a:gd name="connsiteY13" fmla="*/ 183225 h 757168"/>
                <a:gd name="connsiteX14" fmla="*/ 1479752 w 12192000"/>
                <a:gd name="connsiteY14" fmla="*/ 205174 h 757168"/>
                <a:gd name="connsiteX15" fmla="*/ 1589813 w 12192000"/>
                <a:gd name="connsiteY15" fmla="*/ 211706 h 757168"/>
                <a:gd name="connsiteX16" fmla="*/ 1716264 w 12192000"/>
                <a:gd name="connsiteY16" fmla="*/ 207459 h 757168"/>
                <a:gd name="connsiteX17" fmla="*/ 1772900 w 12192000"/>
                <a:gd name="connsiteY17" fmla="*/ 208137 h 757168"/>
                <a:gd name="connsiteX18" fmla="*/ 1929319 w 12192000"/>
                <a:gd name="connsiteY18" fmla="*/ 193822 h 757168"/>
                <a:gd name="connsiteX19" fmla="*/ 2021514 w 12192000"/>
                <a:gd name="connsiteY19" fmla="*/ 204186 h 757168"/>
                <a:gd name="connsiteX20" fmla="*/ 2111753 w 12192000"/>
                <a:gd name="connsiteY20" fmla="*/ 223797 h 757168"/>
                <a:gd name="connsiteX21" fmla="*/ 2169356 w 12192000"/>
                <a:gd name="connsiteY21" fmla="*/ 241125 h 757168"/>
                <a:gd name="connsiteX22" fmla="*/ 2286638 w 12192000"/>
                <a:gd name="connsiteY22" fmla="*/ 257382 h 757168"/>
                <a:gd name="connsiteX23" fmla="*/ 2308368 w 12192000"/>
                <a:gd name="connsiteY23" fmla="*/ 256995 h 757168"/>
                <a:gd name="connsiteX24" fmla="*/ 2660621 w 12192000"/>
                <a:gd name="connsiteY24" fmla="*/ 262863 h 757168"/>
                <a:gd name="connsiteX25" fmla="*/ 2801134 w 12192000"/>
                <a:gd name="connsiteY25" fmla="*/ 250006 h 757168"/>
                <a:gd name="connsiteX26" fmla="*/ 2830994 w 12192000"/>
                <a:gd name="connsiteY26" fmla="*/ 249091 h 757168"/>
                <a:gd name="connsiteX27" fmla="*/ 3129084 w 12192000"/>
                <a:gd name="connsiteY27" fmla="*/ 242009 h 757168"/>
                <a:gd name="connsiteX28" fmla="*/ 3162162 w 12192000"/>
                <a:gd name="connsiteY28" fmla="*/ 242789 h 757168"/>
                <a:gd name="connsiteX29" fmla="*/ 3254072 w 12192000"/>
                <a:gd name="connsiteY29" fmla="*/ 251612 h 757168"/>
                <a:gd name="connsiteX30" fmla="*/ 3473491 w 12192000"/>
                <a:gd name="connsiteY30" fmla="*/ 221903 h 757168"/>
                <a:gd name="connsiteX31" fmla="*/ 3691860 w 12192000"/>
                <a:gd name="connsiteY31" fmla="*/ 219228 h 757168"/>
                <a:gd name="connsiteX32" fmla="*/ 3811494 w 12192000"/>
                <a:gd name="connsiteY32" fmla="*/ 225691 h 757168"/>
                <a:gd name="connsiteX33" fmla="*/ 3897533 w 12192000"/>
                <a:gd name="connsiteY33" fmla="*/ 220087 h 757168"/>
                <a:gd name="connsiteX34" fmla="*/ 4109430 w 12192000"/>
                <a:gd name="connsiteY34" fmla="*/ 200477 h 757168"/>
                <a:gd name="connsiteX35" fmla="*/ 4208772 w 12192000"/>
                <a:gd name="connsiteY35" fmla="*/ 200914 h 757168"/>
                <a:gd name="connsiteX36" fmla="*/ 4314641 w 12192000"/>
                <a:gd name="connsiteY36" fmla="*/ 196159 h 757168"/>
                <a:gd name="connsiteX37" fmla="*/ 4577622 w 12192000"/>
                <a:gd name="connsiteY37" fmla="*/ 163774 h 757168"/>
                <a:gd name="connsiteX38" fmla="*/ 4790345 w 12192000"/>
                <a:gd name="connsiteY38" fmla="*/ 177592 h 757168"/>
                <a:gd name="connsiteX39" fmla="*/ 4926164 w 12192000"/>
                <a:gd name="connsiteY39" fmla="*/ 184139 h 757168"/>
                <a:gd name="connsiteX40" fmla="*/ 5088812 w 12192000"/>
                <a:gd name="connsiteY40" fmla="*/ 177401 h 757168"/>
                <a:gd name="connsiteX41" fmla="*/ 5222466 w 12192000"/>
                <a:gd name="connsiteY41" fmla="*/ 162082 h 757168"/>
                <a:gd name="connsiteX42" fmla="*/ 5406528 w 12192000"/>
                <a:gd name="connsiteY42" fmla="*/ 153987 h 757168"/>
                <a:gd name="connsiteX43" fmla="*/ 5590716 w 12192000"/>
                <a:gd name="connsiteY43" fmla="*/ 129490 h 757168"/>
                <a:gd name="connsiteX44" fmla="*/ 5719429 w 12192000"/>
                <a:gd name="connsiteY44" fmla="*/ 110099 h 757168"/>
                <a:gd name="connsiteX45" fmla="*/ 5897895 w 12192000"/>
                <a:gd name="connsiteY45" fmla="*/ 96368 h 757168"/>
                <a:gd name="connsiteX46" fmla="*/ 6169957 w 12192000"/>
                <a:gd name="connsiteY46" fmla="*/ 94411 h 757168"/>
                <a:gd name="connsiteX47" fmla="*/ 6294827 w 12192000"/>
                <a:gd name="connsiteY47" fmla="*/ 99236 h 757168"/>
                <a:gd name="connsiteX48" fmla="*/ 6494261 w 12192000"/>
                <a:gd name="connsiteY48" fmla="*/ 71724 h 757168"/>
                <a:gd name="connsiteX49" fmla="*/ 6579627 w 12192000"/>
                <a:gd name="connsiteY49" fmla="*/ 57883 h 757168"/>
                <a:gd name="connsiteX50" fmla="*/ 6654800 w 12192000"/>
                <a:gd name="connsiteY50" fmla="*/ 77086 h 757168"/>
                <a:gd name="connsiteX51" fmla="*/ 6703059 w 12192000"/>
                <a:gd name="connsiteY51" fmla="*/ 97166 h 757168"/>
                <a:gd name="connsiteX52" fmla="*/ 6859445 w 12192000"/>
                <a:gd name="connsiteY52" fmla="*/ 90481 h 757168"/>
                <a:gd name="connsiteX53" fmla="*/ 7025414 w 12192000"/>
                <a:gd name="connsiteY53" fmla="*/ 83536 h 757168"/>
                <a:gd name="connsiteX54" fmla="*/ 7144137 w 12192000"/>
                <a:gd name="connsiteY54" fmla="*/ 79264 h 757168"/>
                <a:gd name="connsiteX55" fmla="*/ 7291235 w 12192000"/>
                <a:gd name="connsiteY55" fmla="*/ 95367 h 757168"/>
                <a:gd name="connsiteX56" fmla="*/ 7407395 w 12192000"/>
                <a:gd name="connsiteY56" fmla="*/ 104888 h 757168"/>
                <a:gd name="connsiteX57" fmla="*/ 7500837 w 12192000"/>
                <a:gd name="connsiteY57" fmla="*/ 119515 h 757168"/>
                <a:gd name="connsiteX58" fmla="*/ 7533567 w 12192000"/>
                <a:gd name="connsiteY58" fmla="*/ 126955 h 757168"/>
                <a:gd name="connsiteX59" fmla="*/ 7792910 w 12192000"/>
                <a:gd name="connsiteY59" fmla="*/ 185188 h 757168"/>
                <a:gd name="connsiteX60" fmla="*/ 8070699 w 12192000"/>
                <a:gd name="connsiteY60" fmla="*/ 235423 h 757168"/>
                <a:gd name="connsiteX61" fmla="*/ 8253177 w 12192000"/>
                <a:gd name="connsiteY61" fmla="*/ 222473 h 757168"/>
                <a:gd name="connsiteX62" fmla="*/ 8320683 w 12192000"/>
                <a:gd name="connsiteY62" fmla="*/ 226393 h 757168"/>
                <a:gd name="connsiteX63" fmla="*/ 8631438 w 12192000"/>
                <a:gd name="connsiteY63" fmla="*/ 237528 h 757168"/>
                <a:gd name="connsiteX64" fmla="*/ 8686410 w 12192000"/>
                <a:gd name="connsiteY64" fmla="*/ 234877 h 757168"/>
                <a:gd name="connsiteX65" fmla="*/ 8980658 w 12192000"/>
                <a:gd name="connsiteY65" fmla="*/ 273001 h 757168"/>
                <a:gd name="connsiteX66" fmla="*/ 9087625 w 12192000"/>
                <a:gd name="connsiteY66" fmla="*/ 282423 h 757168"/>
                <a:gd name="connsiteX67" fmla="*/ 9186017 w 12192000"/>
                <a:gd name="connsiteY67" fmla="*/ 293875 h 757168"/>
                <a:gd name="connsiteX68" fmla="*/ 9323931 w 12192000"/>
                <a:gd name="connsiteY68" fmla="*/ 302628 h 757168"/>
                <a:gd name="connsiteX69" fmla="*/ 9467213 w 12192000"/>
                <a:gd name="connsiteY69" fmla="*/ 307275 h 757168"/>
                <a:gd name="connsiteX70" fmla="*/ 9626826 w 12192000"/>
                <a:gd name="connsiteY70" fmla="*/ 316213 h 757168"/>
                <a:gd name="connsiteX71" fmla="*/ 9689696 w 12192000"/>
                <a:gd name="connsiteY71" fmla="*/ 324467 h 757168"/>
                <a:gd name="connsiteX72" fmla="*/ 9860526 w 12192000"/>
                <a:gd name="connsiteY72" fmla="*/ 329986 h 757168"/>
                <a:gd name="connsiteX73" fmla="*/ 9949775 w 12192000"/>
                <a:gd name="connsiteY73" fmla="*/ 340386 h 757168"/>
                <a:gd name="connsiteX74" fmla="*/ 10097252 w 12192000"/>
                <a:gd name="connsiteY74" fmla="*/ 349262 h 757168"/>
                <a:gd name="connsiteX75" fmla="*/ 10145261 w 12192000"/>
                <a:gd name="connsiteY75" fmla="*/ 353113 h 757168"/>
                <a:gd name="connsiteX76" fmla="*/ 10188159 w 12192000"/>
                <a:gd name="connsiteY76" fmla="*/ 356124 h 757168"/>
                <a:gd name="connsiteX77" fmla="*/ 10336144 w 12192000"/>
                <a:gd name="connsiteY77" fmla="*/ 348235 h 757168"/>
                <a:gd name="connsiteX78" fmla="*/ 10466847 w 12192000"/>
                <a:gd name="connsiteY78" fmla="*/ 354131 h 757168"/>
                <a:gd name="connsiteX79" fmla="*/ 10696514 w 12192000"/>
                <a:gd name="connsiteY79" fmla="*/ 353575 h 757168"/>
                <a:gd name="connsiteX80" fmla="*/ 10746932 w 12192000"/>
                <a:gd name="connsiteY80" fmla="*/ 360606 h 757168"/>
                <a:gd name="connsiteX81" fmla="*/ 10905388 w 12192000"/>
                <a:gd name="connsiteY81" fmla="*/ 370627 h 757168"/>
                <a:gd name="connsiteX82" fmla="*/ 10995602 w 12192000"/>
                <a:gd name="connsiteY82" fmla="*/ 376691 h 757168"/>
                <a:gd name="connsiteX83" fmla="*/ 11107647 w 12192000"/>
                <a:gd name="connsiteY83" fmla="*/ 373405 h 757168"/>
                <a:gd name="connsiteX84" fmla="*/ 11302440 w 12192000"/>
                <a:gd name="connsiteY84" fmla="*/ 364156 h 757168"/>
                <a:gd name="connsiteX85" fmla="*/ 11353613 w 12192000"/>
                <a:gd name="connsiteY85" fmla="*/ 363785 h 757168"/>
                <a:gd name="connsiteX86" fmla="*/ 11447323 w 12192000"/>
                <a:gd name="connsiteY86" fmla="*/ 359346 h 757168"/>
                <a:gd name="connsiteX87" fmla="*/ 11464292 w 12192000"/>
                <a:gd name="connsiteY87" fmla="*/ 358519 h 757168"/>
                <a:gd name="connsiteX88" fmla="*/ 11607560 w 12192000"/>
                <a:gd name="connsiteY88" fmla="*/ 342370 h 757168"/>
                <a:gd name="connsiteX89" fmla="*/ 11681426 w 12192000"/>
                <a:gd name="connsiteY89" fmla="*/ 344335 h 757168"/>
                <a:gd name="connsiteX90" fmla="*/ 11893565 w 12192000"/>
                <a:gd name="connsiteY90" fmla="*/ 355261 h 757168"/>
                <a:gd name="connsiteX91" fmla="*/ 11983290 w 12192000"/>
                <a:gd name="connsiteY91" fmla="*/ 363588 h 757168"/>
                <a:gd name="connsiteX92" fmla="*/ 12192000 w 12192000"/>
                <a:gd name="connsiteY92" fmla="*/ 388018 h 757168"/>
                <a:gd name="connsiteX93" fmla="*/ 12192000 w 12192000"/>
                <a:gd name="connsiteY93" fmla="*/ 577115 h 757168"/>
                <a:gd name="connsiteX94" fmla="*/ 12157329 w 12192000"/>
                <a:gd name="connsiteY94" fmla="*/ 588862 h 757168"/>
                <a:gd name="connsiteX95" fmla="*/ 12066948 w 12192000"/>
                <a:gd name="connsiteY95" fmla="*/ 586034 h 757168"/>
                <a:gd name="connsiteX96" fmla="*/ 11911344 w 12192000"/>
                <a:gd name="connsiteY96" fmla="*/ 521599 h 757168"/>
                <a:gd name="connsiteX97" fmla="*/ 11847823 w 12192000"/>
                <a:gd name="connsiteY97" fmla="*/ 511785 h 757168"/>
                <a:gd name="connsiteX98" fmla="*/ 11737547 w 12192000"/>
                <a:gd name="connsiteY98" fmla="*/ 502380 h 757168"/>
                <a:gd name="connsiteX99" fmla="*/ 11636052 w 12192000"/>
                <a:gd name="connsiteY99" fmla="*/ 514993 h 757168"/>
                <a:gd name="connsiteX100" fmla="*/ 11394706 w 12192000"/>
                <a:gd name="connsiteY100" fmla="*/ 590867 h 757168"/>
                <a:gd name="connsiteX101" fmla="*/ 11354978 w 12192000"/>
                <a:gd name="connsiteY101" fmla="*/ 597561 h 757168"/>
                <a:gd name="connsiteX102" fmla="*/ 11285306 w 12192000"/>
                <a:gd name="connsiteY102" fmla="*/ 599825 h 757168"/>
                <a:gd name="connsiteX103" fmla="*/ 11008528 w 12192000"/>
                <a:gd name="connsiteY103" fmla="*/ 656670 h 757168"/>
                <a:gd name="connsiteX104" fmla="*/ 10948735 w 12192000"/>
                <a:gd name="connsiteY104" fmla="*/ 652964 h 757168"/>
                <a:gd name="connsiteX105" fmla="*/ 10850698 w 12192000"/>
                <a:gd name="connsiteY105" fmla="*/ 641721 h 757168"/>
                <a:gd name="connsiteX106" fmla="*/ 10744026 w 12192000"/>
                <a:gd name="connsiteY106" fmla="*/ 647769 h 757168"/>
                <a:gd name="connsiteX107" fmla="*/ 10666160 w 12192000"/>
                <a:gd name="connsiteY107" fmla="*/ 651891 h 757168"/>
                <a:gd name="connsiteX108" fmla="*/ 10450521 w 12192000"/>
                <a:gd name="connsiteY108" fmla="*/ 616552 h 757168"/>
                <a:gd name="connsiteX109" fmla="*/ 10271192 w 12192000"/>
                <a:gd name="connsiteY109" fmla="*/ 583498 h 757168"/>
                <a:gd name="connsiteX110" fmla="*/ 10246067 w 12192000"/>
                <a:gd name="connsiteY110" fmla="*/ 585423 h 757168"/>
                <a:gd name="connsiteX111" fmla="*/ 10005027 w 12192000"/>
                <a:gd name="connsiteY111" fmla="*/ 592252 h 757168"/>
                <a:gd name="connsiteX112" fmla="*/ 9898681 w 12192000"/>
                <a:gd name="connsiteY112" fmla="*/ 613195 h 757168"/>
                <a:gd name="connsiteX113" fmla="*/ 9753225 w 12192000"/>
                <a:gd name="connsiteY113" fmla="*/ 629038 h 757168"/>
                <a:gd name="connsiteX114" fmla="*/ 9591376 w 12192000"/>
                <a:gd name="connsiteY114" fmla="*/ 648601 h 757168"/>
                <a:gd name="connsiteX115" fmla="*/ 9472860 w 12192000"/>
                <a:gd name="connsiteY115" fmla="*/ 655936 h 757168"/>
                <a:gd name="connsiteX116" fmla="*/ 9299788 w 12192000"/>
                <a:gd name="connsiteY116" fmla="*/ 636945 h 757168"/>
                <a:gd name="connsiteX117" fmla="*/ 9264605 w 12192000"/>
                <a:gd name="connsiteY117" fmla="*/ 627087 h 757168"/>
                <a:gd name="connsiteX118" fmla="*/ 8926435 w 12192000"/>
                <a:gd name="connsiteY118" fmla="*/ 549269 h 757168"/>
                <a:gd name="connsiteX119" fmla="*/ 8698934 w 12192000"/>
                <a:gd name="connsiteY119" fmla="*/ 536583 h 757168"/>
                <a:gd name="connsiteX120" fmla="*/ 8622862 w 12192000"/>
                <a:gd name="connsiteY120" fmla="*/ 541563 h 757168"/>
                <a:gd name="connsiteX121" fmla="*/ 8482784 w 12192000"/>
                <a:gd name="connsiteY121" fmla="*/ 574094 h 757168"/>
                <a:gd name="connsiteX122" fmla="*/ 8421565 w 12192000"/>
                <a:gd name="connsiteY122" fmla="*/ 576610 h 757168"/>
                <a:gd name="connsiteX123" fmla="*/ 8313469 w 12192000"/>
                <a:gd name="connsiteY123" fmla="*/ 574762 h 757168"/>
                <a:gd name="connsiteX124" fmla="*/ 8079520 w 12192000"/>
                <a:gd name="connsiteY124" fmla="*/ 558685 h 757168"/>
                <a:gd name="connsiteX125" fmla="*/ 7773327 w 12192000"/>
                <a:gd name="connsiteY125" fmla="*/ 558854 h 757168"/>
                <a:gd name="connsiteX126" fmla="*/ 7652477 w 12192000"/>
                <a:gd name="connsiteY126" fmla="*/ 547561 h 757168"/>
                <a:gd name="connsiteX127" fmla="*/ 7522274 w 12192000"/>
                <a:gd name="connsiteY127" fmla="*/ 532150 h 757168"/>
                <a:gd name="connsiteX128" fmla="*/ 7484080 w 12192000"/>
                <a:gd name="connsiteY128" fmla="*/ 530532 h 757168"/>
                <a:gd name="connsiteX129" fmla="*/ 7282277 w 12192000"/>
                <a:gd name="connsiteY129" fmla="*/ 540177 h 757168"/>
                <a:gd name="connsiteX130" fmla="*/ 7235690 w 12192000"/>
                <a:gd name="connsiteY130" fmla="*/ 551282 h 757168"/>
                <a:gd name="connsiteX131" fmla="*/ 7116339 w 12192000"/>
                <a:gd name="connsiteY131" fmla="*/ 539494 h 757168"/>
                <a:gd name="connsiteX132" fmla="*/ 7011067 w 12192000"/>
                <a:gd name="connsiteY132" fmla="*/ 511848 h 757168"/>
                <a:gd name="connsiteX133" fmla="*/ 6403234 w 12192000"/>
                <a:gd name="connsiteY133" fmla="*/ 432296 h 757168"/>
                <a:gd name="connsiteX134" fmla="*/ 6036273 w 12192000"/>
                <a:gd name="connsiteY134" fmla="*/ 412301 h 757168"/>
                <a:gd name="connsiteX135" fmla="*/ 5780467 w 12192000"/>
                <a:gd name="connsiteY135" fmla="*/ 377910 h 757168"/>
                <a:gd name="connsiteX136" fmla="*/ 5739051 w 12192000"/>
                <a:gd name="connsiteY136" fmla="*/ 353609 h 757168"/>
                <a:gd name="connsiteX137" fmla="*/ 5583566 w 12192000"/>
                <a:gd name="connsiteY137" fmla="*/ 321995 h 757168"/>
                <a:gd name="connsiteX138" fmla="*/ 5432030 w 12192000"/>
                <a:gd name="connsiteY138" fmla="*/ 362512 h 757168"/>
                <a:gd name="connsiteX139" fmla="*/ 5241398 w 12192000"/>
                <a:gd name="connsiteY139" fmla="*/ 425781 h 757168"/>
                <a:gd name="connsiteX140" fmla="*/ 5139710 w 12192000"/>
                <a:gd name="connsiteY140" fmla="*/ 421022 h 757168"/>
                <a:gd name="connsiteX141" fmla="*/ 4929402 w 12192000"/>
                <a:gd name="connsiteY141" fmla="*/ 424310 h 757168"/>
                <a:gd name="connsiteX142" fmla="*/ 4782793 w 12192000"/>
                <a:gd name="connsiteY142" fmla="*/ 441046 h 757168"/>
                <a:gd name="connsiteX143" fmla="*/ 4577594 w 12192000"/>
                <a:gd name="connsiteY143" fmla="*/ 459290 h 757168"/>
                <a:gd name="connsiteX144" fmla="*/ 4500826 w 12192000"/>
                <a:gd name="connsiteY144" fmla="*/ 470529 h 757168"/>
                <a:gd name="connsiteX145" fmla="*/ 4317973 w 12192000"/>
                <a:gd name="connsiteY145" fmla="*/ 483649 h 757168"/>
                <a:gd name="connsiteX146" fmla="*/ 4166722 w 12192000"/>
                <a:gd name="connsiteY146" fmla="*/ 490602 h 757168"/>
                <a:gd name="connsiteX147" fmla="*/ 4042814 w 12192000"/>
                <a:gd name="connsiteY147" fmla="*/ 530660 h 757168"/>
                <a:gd name="connsiteX148" fmla="*/ 4002653 w 12192000"/>
                <a:gd name="connsiteY148" fmla="*/ 552594 h 757168"/>
                <a:gd name="connsiteX149" fmla="*/ 3969549 w 12192000"/>
                <a:gd name="connsiteY149" fmla="*/ 566312 h 757168"/>
                <a:gd name="connsiteX150" fmla="*/ 3821685 w 12192000"/>
                <a:gd name="connsiteY150" fmla="*/ 649183 h 757168"/>
                <a:gd name="connsiteX151" fmla="*/ 3805138 w 12192000"/>
                <a:gd name="connsiteY151" fmla="*/ 655947 h 757168"/>
                <a:gd name="connsiteX152" fmla="*/ 3609177 w 12192000"/>
                <a:gd name="connsiteY152" fmla="*/ 687459 h 757168"/>
                <a:gd name="connsiteX153" fmla="*/ 3539727 w 12192000"/>
                <a:gd name="connsiteY153" fmla="*/ 706521 h 757168"/>
                <a:gd name="connsiteX154" fmla="*/ 3396572 w 12192000"/>
                <a:gd name="connsiteY154" fmla="*/ 755681 h 757168"/>
                <a:gd name="connsiteX155" fmla="*/ 3341054 w 12192000"/>
                <a:gd name="connsiteY155" fmla="*/ 754679 h 757168"/>
                <a:gd name="connsiteX156" fmla="*/ 3138775 w 12192000"/>
                <a:gd name="connsiteY156" fmla="*/ 710120 h 757168"/>
                <a:gd name="connsiteX157" fmla="*/ 3037283 w 12192000"/>
                <a:gd name="connsiteY157" fmla="*/ 666453 h 757168"/>
                <a:gd name="connsiteX158" fmla="*/ 3002117 w 12192000"/>
                <a:gd name="connsiteY158" fmla="*/ 649347 h 757168"/>
                <a:gd name="connsiteX159" fmla="*/ 2747294 w 12192000"/>
                <a:gd name="connsiteY159" fmla="*/ 652400 h 757168"/>
                <a:gd name="connsiteX160" fmla="*/ 2676273 w 12192000"/>
                <a:gd name="connsiteY160" fmla="*/ 652304 h 757168"/>
                <a:gd name="connsiteX161" fmla="*/ 2432360 w 12192000"/>
                <a:gd name="connsiteY161" fmla="*/ 657836 h 757168"/>
                <a:gd name="connsiteX162" fmla="*/ 2382311 w 12192000"/>
                <a:gd name="connsiteY162" fmla="*/ 650824 h 757168"/>
                <a:gd name="connsiteX163" fmla="*/ 2055134 w 12192000"/>
                <a:gd name="connsiteY163" fmla="*/ 630053 h 757168"/>
                <a:gd name="connsiteX164" fmla="*/ 2031829 w 12192000"/>
                <a:gd name="connsiteY164" fmla="*/ 639324 h 757168"/>
                <a:gd name="connsiteX165" fmla="*/ 1912764 w 12192000"/>
                <a:gd name="connsiteY165" fmla="*/ 664183 h 757168"/>
                <a:gd name="connsiteX166" fmla="*/ 1755637 w 12192000"/>
                <a:gd name="connsiteY166" fmla="*/ 663960 h 757168"/>
                <a:gd name="connsiteX167" fmla="*/ 1727159 w 12192000"/>
                <a:gd name="connsiteY167" fmla="*/ 659605 h 757168"/>
                <a:gd name="connsiteX168" fmla="*/ 1622470 w 12192000"/>
                <a:gd name="connsiteY168" fmla="*/ 634850 h 757168"/>
                <a:gd name="connsiteX169" fmla="*/ 1385955 w 12192000"/>
                <a:gd name="connsiteY169" fmla="*/ 604522 h 757168"/>
                <a:gd name="connsiteX170" fmla="*/ 1340055 w 12192000"/>
                <a:gd name="connsiteY170" fmla="*/ 595629 h 757168"/>
                <a:gd name="connsiteX171" fmla="*/ 1257271 w 12192000"/>
                <a:gd name="connsiteY171" fmla="*/ 581180 h 757168"/>
                <a:gd name="connsiteX172" fmla="*/ 1031914 w 12192000"/>
                <a:gd name="connsiteY172" fmla="*/ 562692 h 757168"/>
                <a:gd name="connsiteX173" fmla="*/ 922031 w 12192000"/>
                <a:gd name="connsiteY173" fmla="*/ 566853 h 757168"/>
                <a:gd name="connsiteX174" fmla="*/ 873250 w 12192000"/>
                <a:gd name="connsiteY174" fmla="*/ 563724 h 757168"/>
                <a:gd name="connsiteX175" fmla="*/ 711627 w 12192000"/>
                <a:gd name="connsiteY175" fmla="*/ 529880 h 757168"/>
                <a:gd name="connsiteX176" fmla="*/ 311112 w 12192000"/>
                <a:gd name="connsiteY176" fmla="*/ 525106 h 757168"/>
                <a:gd name="connsiteX177" fmla="*/ 184145 w 12192000"/>
                <a:gd name="connsiteY177" fmla="*/ 532188 h 757168"/>
                <a:gd name="connsiteX178" fmla="*/ 116886 w 12192000"/>
                <a:gd name="connsiteY178" fmla="*/ 530572 h 757168"/>
                <a:gd name="connsiteX179" fmla="*/ 23941 w 12192000"/>
                <a:gd name="connsiteY179" fmla="*/ 506433 h 757168"/>
                <a:gd name="connsiteX180" fmla="*/ 0 w 12192000"/>
                <a:gd name="connsiteY180" fmla="*/ 502149 h 75716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Lst>
              <a:rect l="l" t="t" r="r" b="b"/>
              <a:pathLst>
                <a:path w="12192000" h="757168">
                  <a:moveTo>
                    <a:pt x="0" y="0"/>
                  </a:moveTo>
                  <a:lnTo>
                    <a:pt x="41653" y="6945"/>
                  </a:lnTo>
                  <a:cubicBezTo>
                    <a:pt x="55151" y="9178"/>
                    <a:pt x="68996" y="11810"/>
                    <a:pt x="81317" y="15509"/>
                  </a:cubicBezTo>
                  <a:cubicBezTo>
                    <a:pt x="92911" y="18978"/>
                    <a:pt x="102562" y="24446"/>
                    <a:pt x="114150" y="28105"/>
                  </a:cubicBezTo>
                  <a:cubicBezTo>
                    <a:pt x="145644" y="37958"/>
                    <a:pt x="177914" y="47281"/>
                    <a:pt x="214865" y="58374"/>
                  </a:cubicBezTo>
                  <a:cubicBezTo>
                    <a:pt x="236680" y="42349"/>
                    <a:pt x="264438" y="53534"/>
                    <a:pt x="299237" y="63560"/>
                  </a:cubicBezTo>
                  <a:cubicBezTo>
                    <a:pt x="334763" y="73816"/>
                    <a:pt x="376093" y="78654"/>
                    <a:pt x="415570" y="83774"/>
                  </a:cubicBezTo>
                  <a:cubicBezTo>
                    <a:pt x="487949" y="93100"/>
                    <a:pt x="560804" y="100354"/>
                    <a:pt x="633210" y="109108"/>
                  </a:cubicBezTo>
                  <a:cubicBezTo>
                    <a:pt x="648566" y="111058"/>
                    <a:pt x="666073" y="114072"/>
                    <a:pt x="677567" y="119446"/>
                  </a:cubicBezTo>
                  <a:cubicBezTo>
                    <a:pt x="756262" y="155621"/>
                    <a:pt x="853422" y="169678"/>
                    <a:pt x="946429" y="171502"/>
                  </a:cubicBezTo>
                  <a:cubicBezTo>
                    <a:pt x="1019582" y="173044"/>
                    <a:pt x="1091239" y="175083"/>
                    <a:pt x="1163367" y="182106"/>
                  </a:cubicBezTo>
                  <a:cubicBezTo>
                    <a:pt x="1168863" y="182586"/>
                    <a:pt x="1176224" y="182589"/>
                    <a:pt x="1180337" y="181279"/>
                  </a:cubicBezTo>
                  <a:cubicBezTo>
                    <a:pt x="1205822" y="172503"/>
                    <a:pt x="1231920" y="173109"/>
                    <a:pt x="1263939" y="173070"/>
                  </a:cubicBezTo>
                  <a:cubicBezTo>
                    <a:pt x="1309211" y="172961"/>
                    <a:pt x="1350592" y="176848"/>
                    <a:pt x="1392213" y="183225"/>
                  </a:cubicBezTo>
                  <a:cubicBezTo>
                    <a:pt x="1422516" y="187866"/>
                    <a:pt x="1453010" y="195759"/>
                    <a:pt x="1479752" y="205174"/>
                  </a:cubicBezTo>
                  <a:cubicBezTo>
                    <a:pt x="1516962" y="218381"/>
                    <a:pt x="1553071" y="224660"/>
                    <a:pt x="1589813" y="211706"/>
                  </a:cubicBezTo>
                  <a:cubicBezTo>
                    <a:pt x="1629541" y="197953"/>
                    <a:pt x="1673292" y="205778"/>
                    <a:pt x="1716264" y="207459"/>
                  </a:cubicBezTo>
                  <a:cubicBezTo>
                    <a:pt x="1734988" y="208248"/>
                    <a:pt x="1754789" y="209668"/>
                    <a:pt x="1772900" y="208137"/>
                  </a:cubicBezTo>
                  <a:cubicBezTo>
                    <a:pt x="1825381" y="203828"/>
                    <a:pt x="1876222" y="195808"/>
                    <a:pt x="1929319" y="193822"/>
                  </a:cubicBezTo>
                  <a:cubicBezTo>
                    <a:pt x="1958819" y="192698"/>
                    <a:pt x="1991232" y="199166"/>
                    <a:pt x="2021514" y="204186"/>
                  </a:cubicBezTo>
                  <a:cubicBezTo>
                    <a:pt x="2052154" y="209417"/>
                    <a:pt x="2082323" y="216530"/>
                    <a:pt x="2111753" y="223797"/>
                  </a:cubicBezTo>
                  <a:cubicBezTo>
                    <a:pt x="2131736" y="228659"/>
                    <a:pt x="2153567" y="233429"/>
                    <a:pt x="2169356" y="241125"/>
                  </a:cubicBezTo>
                  <a:cubicBezTo>
                    <a:pt x="2205243" y="258649"/>
                    <a:pt x="2242901" y="263295"/>
                    <a:pt x="2286638" y="257382"/>
                  </a:cubicBezTo>
                  <a:cubicBezTo>
                    <a:pt x="2293313" y="256396"/>
                    <a:pt x="2301018" y="256799"/>
                    <a:pt x="2308368" y="256995"/>
                  </a:cubicBezTo>
                  <a:cubicBezTo>
                    <a:pt x="2426026" y="259155"/>
                    <a:pt x="2543593" y="262834"/>
                    <a:pt x="2660621" y="262863"/>
                  </a:cubicBezTo>
                  <a:cubicBezTo>
                    <a:pt x="2708088" y="262871"/>
                    <a:pt x="2754165" y="254412"/>
                    <a:pt x="2801134" y="250006"/>
                  </a:cubicBezTo>
                  <a:cubicBezTo>
                    <a:pt x="2810748" y="249174"/>
                    <a:pt x="2821504" y="247638"/>
                    <a:pt x="2830994" y="249091"/>
                  </a:cubicBezTo>
                  <a:cubicBezTo>
                    <a:pt x="2934354" y="264045"/>
                    <a:pt x="3032340" y="255254"/>
                    <a:pt x="3129084" y="242009"/>
                  </a:cubicBezTo>
                  <a:cubicBezTo>
                    <a:pt x="3139090" y="240625"/>
                    <a:pt x="3151170" y="241831"/>
                    <a:pt x="3162162" y="242789"/>
                  </a:cubicBezTo>
                  <a:cubicBezTo>
                    <a:pt x="3192925" y="245736"/>
                    <a:pt x="3225969" y="254145"/>
                    <a:pt x="3254072" y="251612"/>
                  </a:cubicBezTo>
                  <a:cubicBezTo>
                    <a:pt x="3328782" y="244461"/>
                    <a:pt x="3402881" y="234992"/>
                    <a:pt x="3473491" y="221903"/>
                  </a:cubicBezTo>
                  <a:cubicBezTo>
                    <a:pt x="3545212" y="208683"/>
                    <a:pt x="3611651" y="197856"/>
                    <a:pt x="3691860" y="219228"/>
                  </a:cubicBezTo>
                  <a:cubicBezTo>
                    <a:pt x="3725977" y="228268"/>
                    <a:pt x="3771754" y="225515"/>
                    <a:pt x="3811494" y="225691"/>
                  </a:cubicBezTo>
                  <a:cubicBezTo>
                    <a:pt x="3840564" y="225687"/>
                    <a:pt x="3868906" y="218586"/>
                    <a:pt x="3897533" y="220087"/>
                  </a:cubicBezTo>
                  <a:cubicBezTo>
                    <a:pt x="3973874" y="224087"/>
                    <a:pt x="4042293" y="217563"/>
                    <a:pt x="4109430" y="200477"/>
                  </a:cubicBezTo>
                  <a:cubicBezTo>
                    <a:pt x="4135544" y="193834"/>
                    <a:pt x="4175268" y="201258"/>
                    <a:pt x="4208772" y="200914"/>
                  </a:cubicBezTo>
                  <a:cubicBezTo>
                    <a:pt x="4244136" y="200288"/>
                    <a:pt x="4280583" y="199908"/>
                    <a:pt x="4314641" y="196159"/>
                  </a:cubicBezTo>
                  <a:cubicBezTo>
                    <a:pt x="4402743" y="186278"/>
                    <a:pt x="4489848" y="174436"/>
                    <a:pt x="4577622" y="163774"/>
                  </a:cubicBezTo>
                  <a:cubicBezTo>
                    <a:pt x="4649843" y="154967"/>
                    <a:pt x="4719794" y="168553"/>
                    <a:pt x="4790345" y="177592"/>
                  </a:cubicBezTo>
                  <a:cubicBezTo>
                    <a:pt x="4834576" y="183345"/>
                    <a:pt x="4875614" y="193701"/>
                    <a:pt x="4926164" y="184139"/>
                  </a:cubicBezTo>
                  <a:cubicBezTo>
                    <a:pt x="4974485" y="175032"/>
                    <a:pt x="5034899" y="180870"/>
                    <a:pt x="5088812" y="177401"/>
                  </a:cubicBezTo>
                  <a:cubicBezTo>
                    <a:pt x="5134238" y="174439"/>
                    <a:pt x="5178353" y="168165"/>
                    <a:pt x="5222466" y="162082"/>
                  </a:cubicBezTo>
                  <a:cubicBezTo>
                    <a:pt x="5282519" y="153783"/>
                    <a:pt x="5341864" y="144876"/>
                    <a:pt x="5406528" y="153987"/>
                  </a:cubicBezTo>
                  <a:cubicBezTo>
                    <a:pt x="5479960" y="164323"/>
                    <a:pt x="5531876" y="142624"/>
                    <a:pt x="5590716" y="129490"/>
                  </a:cubicBezTo>
                  <a:cubicBezTo>
                    <a:pt x="5631296" y="120553"/>
                    <a:pt x="5675395" y="114659"/>
                    <a:pt x="5719429" y="110099"/>
                  </a:cubicBezTo>
                  <a:cubicBezTo>
                    <a:pt x="5778247" y="104215"/>
                    <a:pt x="5838715" y="102042"/>
                    <a:pt x="5897895" y="96368"/>
                  </a:cubicBezTo>
                  <a:cubicBezTo>
                    <a:pt x="5987399" y="87895"/>
                    <a:pt x="6077855" y="82333"/>
                    <a:pt x="6169957" y="94411"/>
                  </a:cubicBezTo>
                  <a:cubicBezTo>
                    <a:pt x="6212360" y="99875"/>
                    <a:pt x="6252010" y="101763"/>
                    <a:pt x="6294827" y="99236"/>
                  </a:cubicBezTo>
                  <a:cubicBezTo>
                    <a:pt x="6364965" y="95091"/>
                    <a:pt x="6436581" y="97891"/>
                    <a:pt x="6494261" y="71724"/>
                  </a:cubicBezTo>
                  <a:cubicBezTo>
                    <a:pt x="6514615" y="62488"/>
                    <a:pt x="6550354" y="61691"/>
                    <a:pt x="6579627" y="57883"/>
                  </a:cubicBezTo>
                  <a:cubicBezTo>
                    <a:pt x="6613354" y="53353"/>
                    <a:pt x="6637770" y="57878"/>
                    <a:pt x="6654800" y="77086"/>
                  </a:cubicBezTo>
                  <a:cubicBezTo>
                    <a:pt x="6662444" y="85688"/>
                    <a:pt x="6685147" y="94892"/>
                    <a:pt x="6703059" y="97166"/>
                  </a:cubicBezTo>
                  <a:cubicBezTo>
                    <a:pt x="6756799" y="103989"/>
                    <a:pt x="6806654" y="100687"/>
                    <a:pt x="6859445" y="90481"/>
                  </a:cubicBezTo>
                  <a:cubicBezTo>
                    <a:pt x="6908894" y="80861"/>
                    <a:pt x="6969747" y="85387"/>
                    <a:pt x="7025414" y="83536"/>
                  </a:cubicBezTo>
                  <a:cubicBezTo>
                    <a:pt x="7064862" y="82168"/>
                    <a:pt x="7104501" y="77186"/>
                    <a:pt x="7144137" y="79264"/>
                  </a:cubicBezTo>
                  <a:cubicBezTo>
                    <a:pt x="7193316" y="81841"/>
                    <a:pt x="7241809" y="90488"/>
                    <a:pt x="7291235" y="95367"/>
                  </a:cubicBezTo>
                  <a:cubicBezTo>
                    <a:pt x="7329668" y="99288"/>
                    <a:pt x="7368978" y="100585"/>
                    <a:pt x="7407395" y="104888"/>
                  </a:cubicBezTo>
                  <a:cubicBezTo>
                    <a:pt x="7438868" y="108256"/>
                    <a:pt x="7469832" y="114265"/>
                    <a:pt x="7500837" y="119515"/>
                  </a:cubicBezTo>
                  <a:cubicBezTo>
                    <a:pt x="7512146" y="121444"/>
                    <a:pt x="7523255" y="127178"/>
                    <a:pt x="7533567" y="126955"/>
                  </a:cubicBezTo>
                  <a:cubicBezTo>
                    <a:pt x="7636025" y="124121"/>
                    <a:pt x="7707510" y="164497"/>
                    <a:pt x="7792910" y="185188"/>
                  </a:cubicBezTo>
                  <a:cubicBezTo>
                    <a:pt x="7882663" y="207063"/>
                    <a:pt x="7969001" y="237914"/>
                    <a:pt x="8070699" y="235423"/>
                  </a:cubicBezTo>
                  <a:cubicBezTo>
                    <a:pt x="8132239" y="233879"/>
                    <a:pt x="8191903" y="225939"/>
                    <a:pt x="8253177" y="222473"/>
                  </a:cubicBezTo>
                  <a:cubicBezTo>
                    <a:pt x="8274949" y="221324"/>
                    <a:pt x="8299150" y="222976"/>
                    <a:pt x="8320683" y="226393"/>
                  </a:cubicBezTo>
                  <a:cubicBezTo>
                    <a:pt x="8424731" y="242340"/>
                    <a:pt x="8527777" y="249266"/>
                    <a:pt x="8631438" y="237528"/>
                  </a:cubicBezTo>
                  <a:cubicBezTo>
                    <a:pt x="8649201" y="235596"/>
                    <a:pt x="8668058" y="233915"/>
                    <a:pt x="8686410" y="234877"/>
                  </a:cubicBezTo>
                  <a:cubicBezTo>
                    <a:pt x="8786966" y="240146"/>
                    <a:pt x="8885480" y="249315"/>
                    <a:pt x="8980658" y="273001"/>
                  </a:cubicBezTo>
                  <a:cubicBezTo>
                    <a:pt x="9012626" y="280972"/>
                    <a:pt x="9052108" y="279035"/>
                    <a:pt x="9087625" y="282423"/>
                  </a:cubicBezTo>
                  <a:cubicBezTo>
                    <a:pt x="9120583" y="285484"/>
                    <a:pt x="9154319" y="287825"/>
                    <a:pt x="9186017" y="293875"/>
                  </a:cubicBezTo>
                  <a:cubicBezTo>
                    <a:pt x="9232288" y="302785"/>
                    <a:pt x="9275554" y="305815"/>
                    <a:pt x="9323931" y="302628"/>
                  </a:cubicBezTo>
                  <a:cubicBezTo>
                    <a:pt x="9370084" y="299705"/>
                    <a:pt x="9419491" y="304964"/>
                    <a:pt x="9467213" y="307275"/>
                  </a:cubicBezTo>
                  <a:cubicBezTo>
                    <a:pt x="9520438" y="309874"/>
                    <a:pt x="9573661" y="312473"/>
                    <a:pt x="9626826" y="316213"/>
                  </a:cubicBezTo>
                  <a:cubicBezTo>
                    <a:pt x="9648094" y="317708"/>
                    <a:pt x="9671915" y="326588"/>
                    <a:pt x="9689696" y="324467"/>
                  </a:cubicBezTo>
                  <a:cubicBezTo>
                    <a:pt x="9747117" y="317175"/>
                    <a:pt x="9803355" y="332523"/>
                    <a:pt x="9860526" y="329986"/>
                  </a:cubicBezTo>
                  <a:cubicBezTo>
                    <a:pt x="9888572" y="328594"/>
                    <a:pt x="9919723" y="338048"/>
                    <a:pt x="9949775" y="340386"/>
                  </a:cubicBezTo>
                  <a:cubicBezTo>
                    <a:pt x="9998886" y="344296"/>
                    <a:pt x="10048092" y="346302"/>
                    <a:pt x="10097252" y="349262"/>
                  </a:cubicBezTo>
                  <a:cubicBezTo>
                    <a:pt x="10113390" y="350297"/>
                    <a:pt x="10129133" y="351886"/>
                    <a:pt x="10145261" y="353113"/>
                  </a:cubicBezTo>
                  <a:cubicBezTo>
                    <a:pt x="10159555" y="354243"/>
                    <a:pt x="10174512" y="356743"/>
                    <a:pt x="10188159" y="356124"/>
                  </a:cubicBezTo>
                  <a:cubicBezTo>
                    <a:pt x="10237589" y="353944"/>
                    <a:pt x="10286441" y="348682"/>
                    <a:pt x="10336144" y="348235"/>
                  </a:cubicBezTo>
                  <a:cubicBezTo>
                    <a:pt x="10379222" y="347822"/>
                    <a:pt x="10423443" y="353764"/>
                    <a:pt x="10466847" y="354131"/>
                  </a:cubicBezTo>
                  <a:cubicBezTo>
                    <a:pt x="10543353" y="354898"/>
                    <a:pt x="10619988" y="353190"/>
                    <a:pt x="10696514" y="353575"/>
                  </a:cubicBezTo>
                  <a:cubicBezTo>
                    <a:pt x="10713071" y="353680"/>
                    <a:pt x="10730069" y="359342"/>
                    <a:pt x="10746932" y="360606"/>
                  </a:cubicBezTo>
                  <a:cubicBezTo>
                    <a:pt x="10799731" y="364326"/>
                    <a:pt x="10852569" y="367289"/>
                    <a:pt x="10905388" y="370627"/>
                  </a:cubicBezTo>
                  <a:cubicBezTo>
                    <a:pt x="10935470" y="372396"/>
                    <a:pt x="10965963" y="373421"/>
                    <a:pt x="10995602" y="376691"/>
                  </a:cubicBezTo>
                  <a:cubicBezTo>
                    <a:pt x="11034750" y="381032"/>
                    <a:pt x="11070168" y="386324"/>
                    <a:pt x="11107647" y="373405"/>
                  </a:cubicBezTo>
                  <a:cubicBezTo>
                    <a:pt x="11165372" y="353347"/>
                    <a:pt x="11236837" y="366060"/>
                    <a:pt x="11302440" y="364156"/>
                  </a:cubicBezTo>
                  <a:cubicBezTo>
                    <a:pt x="11319394" y="363708"/>
                    <a:pt x="11336655" y="364422"/>
                    <a:pt x="11353613" y="363785"/>
                  </a:cubicBezTo>
                  <a:cubicBezTo>
                    <a:pt x="11384961" y="362566"/>
                    <a:pt x="11415955" y="360947"/>
                    <a:pt x="11447323" y="359346"/>
                  </a:cubicBezTo>
                  <a:cubicBezTo>
                    <a:pt x="11452855" y="359066"/>
                    <a:pt x="11459104" y="359200"/>
                    <a:pt x="11464292" y="358519"/>
                  </a:cubicBezTo>
                  <a:cubicBezTo>
                    <a:pt x="11512058" y="353010"/>
                    <a:pt x="11559143" y="346321"/>
                    <a:pt x="11607560" y="342370"/>
                  </a:cubicBezTo>
                  <a:cubicBezTo>
                    <a:pt x="11631218" y="340368"/>
                    <a:pt x="11657295" y="341352"/>
                    <a:pt x="11681426" y="344335"/>
                  </a:cubicBezTo>
                  <a:cubicBezTo>
                    <a:pt x="11751997" y="352993"/>
                    <a:pt x="11821986" y="358760"/>
                    <a:pt x="11893565" y="355261"/>
                  </a:cubicBezTo>
                  <a:cubicBezTo>
                    <a:pt x="11921973" y="353889"/>
                    <a:pt x="11953288" y="360300"/>
                    <a:pt x="11983290" y="363588"/>
                  </a:cubicBezTo>
                  <a:lnTo>
                    <a:pt x="12192000" y="388018"/>
                  </a:lnTo>
                  <a:lnTo>
                    <a:pt x="12192000" y="577115"/>
                  </a:lnTo>
                  <a:lnTo>
                    <a:pt x="12157329" y="588862"/>
                  </a:lnTo>
                  <a:cubicBezTo>
                    <a:pt x="12118393" y="608572"/>
                    <a:pt x="12109715" y="605637"/>
                    <a:pt x="12066948" y="586034"/>
                  </a:cubicBezTo>
                  <a:cubicBezTo>
                    <a:pt x="12016991" y="563193"/>
                    <a:pt x="11965119" y="541779"/>
                    <a:pt x="11911344" y="521599"/>
                  </a:cubicBezTo>
                  <a:cubicBezTo>
                    <a:pt x="11894383" y="515178"/>
                    <a:pt x="11869417" y="514060"/>
                    <a:pt x="11847823" y="511785"/>
                  </a:cubicBezTo>
                  <a:cubicBezTo>
                    <a:pt x="11811233" y="507768"/>
                    <a:pt x="11773630" y="501982"/>
                    <a:pt x="11737547" y="502380"/>
                  </a:cubicBezTo>
                  <a:cubicBezTo>
                    <a:pt x="11702930" y="502855"/>
                    <a:pt x="11668388" y="508866"/>
                    <a:pt x="11636052" y="514993"/>
                  </a:cubicBezTo>
                  <a:cubicBezTo>
                    <a:pt x="11545722" y="532199"/>
                    <a:pt x="11462455" y="555118"/>
                    <a:pt x="11394706" y="590867"/>
                  </a:cubicBezTo>
                  <a:cubicBezTo>
                    <a:pt x="11385999" y="595562"/>
                    <a:pt x="11369016" y="596581"/>
                    <a:pt x="11354978" y="597561"/>
                  </a:cubicBezTo>
                  <a:cubicBezTo>
                    <a:pt x="11332076" y="599224"/>
                    <a:pt x="11308448" y="600655"/>
                    <a:pt x="11285306" y="599825"/>
                  </a:cubicBezTo>
                  <a:cubicBezTo>
                    <a:pt x="11172906" y="595841"/>
                    <a:pt x="11083430" y="617861"/>
                    <a:pt x="11008528" y="656670"/>
                  </a:cubicBezTo>
                  <a:cubicBezTo>
                    <a:pt x="10986971" y="667750"/>
                    <a:pt x="10970753" y="668236"/>
                    <a:pt x="10948735" y="652964"/>
                  </a:cubicBezTo>
                  <a:cubicBezTo>
                    <a:pt x="10923173" y="635218"/>
                    <a:pt x="10885031" y="639705"/>
                    <a:pt x="10850698" y="641721"/>
                  </a:cubicBezTo>
                  <a:cubicBezTo>
                    <a:pt x="10815269" y="643680"/>
                    <a:pt x="10779458" y="645811"/>
                    <a:pt x="10744026" y="647769"/>
                  </a:cubicBezTo>
                  <a:cubicBezTo>
                    <a:pt x="10717832" y="649066"/>
                    <a:pt x="10692021" y="650003"/>
                    <a:pt x="10666160" y="651891"/>
                  </a:cubicBezTo>
                  <a:cubicBezTo>
                    <a:pt x="10585627" y="657783"/>
                    <a:pt x="10513854" y="650969"/>
                    <a:pt x="10450521" y="616552"/>
                  </a:cubicBezTo>
                  <a:cubicBezTo>
                    <a:pt x="10402221" y="590175"/>
                    <a:pt x="10339099" y="579806"/>
                    <a:pt x="10271192" y="583498"/>
                  </a:cubicBezTo>
                  <a:cubicBezTo>
                    <a:pt x="10262701" y="584006"/>
                    <a:pt x="10251859" y="587254"/>
                    <a:pt x="10246067" y="585423"/>
                  </a:cubicBezTo>
                  <a:cubicBezTo>
                    <a:pt x="10158786" y="558528"/>
                    <a:pt x="10086634" y="594049"/>
                    <a:pt x="10005027" y="592252"/>
                  </a:cubicBezTo>
                  <a:cubicBezTo>
                    <a:pt x="9969004" y="591507"/>
                    <a:pt x="9931565" y="603664"/>
                    <a:pt x="9898681" y="613195"/>
                  </a:cubicBezTo>
                  <a:cubicBezTo>
                    <a:pt x="9853463" y="626281"/>
                    <a:pt x="9813049" y="639042"/>
                    <a:pt x="9753225" y="629038"/>
                  </a:cubicBezTo>
                  <a:cubicBezTo>
                    <a:pt x="9693404" y="618845"/>
                    <a:pt x="9637675" y="628898"/>
                    <a:pt x="9591376" y="648601"/>
                  </a:cubicBezTo>
                  <a:cubicBezTo>
                    <a:pt x="9556001" y="663537"/>
                    <a:pt x="9518120" y="663077"/>
                    <a:pt x="9472860" y="655936"/>
                  </a:cubicBezTo>
                  <a:cubicBezTo>
                    <a:pt x="9416283" y="647056"/>
                    <a:pt x="9357217" y="643578"/>
                    <a:pt x="9299788" y="636945"/>
                  </a:cubicBezTo>
                  <a:cubicBezTo>
                    <a:pt x="9287347" y="635531"/>
                    <a:pt x="9271710" y="632039"/>
                    <a:pt x="9264605" y="627087"/>
                  </a:cubicBezTo>
                  <a:cubicBezTo>
                    <a:pt x="9177661" y="565680"/>
                    <a:pt x="9051076" y="558473"/>
                    <a:pt x="8926435" y="549269"/>
                  </a:cubicBezTo>
                  <a:cubicBezTo>
                    <a:pt x="8850925" y="543595"/>
                    <a:pt x="8774954" y="539613"/>
                    <a:pt x="8698934" y="536583"/>
                  </a:cubicBezTo>
                  <a:cubicBezTo>
                    <a:pt x="8673232" y="535428"/>
                    <a:pt x="8645916" y="537050"/>
                    <a:pt x="8622862" y="541563"/>
                  </a:cubicBezTo>
                  <a:cubicBezTo>
                    <a:pt x="8574890" y="551069"/>
                    <a:pt x="8530403" y="564380"/>
                    <a:pt x="8482784" y="574094"/>
                  </a:cubicBezTo>
                  <a:cubicBezTo>
                    <a:pt x="8464923" y="577929"/>
                    <a:pt x="8442157" y="576927"/>
                    <a:pt x="8421565" y="576610"/>
                  </a:cubicBezTo>
                  <a:cubicBezTo>
                    <a:pt x="8385152" y="576229"/>
                    <a:pt x="8345023" y="569546"/>
                    <a:pt x="8313469" y="574762"/>
                  </a:cubicBezTo>
                  <a:cubicBezTo>
                    <a:pt x="8231431" y="588203"/>
                    <a:pt x="8155671" y="580227"/>
                    <a:pt x="8079520" y="558685"/>
                  </a:cubicBezTo>
                  <a:cubicBezTo>
                    <a:pt x="7972906" y="528487"/>
                    <a:pt x="7870782" y="525043"/>
                    <a:pt x="7773327" y="558854"/>
                  </a:cubicBezTo>
                  <a:cubicBezTo>
                    <a:pt x="7729470" y="574107"/>
                    <a:pt x="7688069" y="563543"/>
                    <a:pt x="7652477" y="547561"/>
                  </a:cubicBezTo>
                  <a:cubicBezTo>
                    <a:pt x="7611494" y="529005"/>
                    <a:pt x="7570974" y="522685"/>
                    <a:pt x="7522274" y="532150"/>
                  </a:cubicBezTo>
                  <a:cubicBezTo>
                    <a:pt x="7511488" y="534257"/>
                    <a:pt x="7496511" y="532136"/>
                    <a:pt x="7484080" y="530532"/>
                  </a:cubicBezTo>
                  <a:cubicBezTo>
                    <a:pt x="7413133" y="522044"/>
                    <a:pt x="7341987" y="510303"/>
                    <a:pt x="7282277" y="540177"/>
                  </a:cubicBezTo>
                  <a:cubicBezTo>
                    <a:pt x="7270558" y="546051"/>
                    <a:pt x="7251336" y="547713"/>
                    <a:pt x="7235690" y="551282"/>
                  </a:cubicBezTo>
                  <a:cubicBezTo>
                    <a:pt x="7170161" y="565782"/>
                    <a:pt x="7172820" y="564203"/>
                    <a:pt x="7116339" y="539494"/>
                  </a:cubicBezTo>
                  <a:cubicBezTo>
                    <a:pt x="7086841" y="526502"/>
                    <a:pt x="7045980" y="512724"/>
                    <a:pt x="7011067" y="511848"/>
                  </a:cubicBezTo>
                  <a:cubicBezTo>
                    <a:pt x="6800473" y="506533"/>
                    <a:pt x="6601893" y="468653"/>
                    <a:pt x="6403234" y="432296"/>
                  </a:cubicBezTo>
                  <a:cubicBezTo>
                    <a:pt x="6280760" y="409851"/>
                    <a:pt x="6160432" y="402592"/>
                    <a:pt x="6036273" y="412301"/>
                  </a:cubicBezTo>
                  <a:cubicBezTo>
                    <a:pt x="5946471" y="419425"/>
                    <a:pt x="5863077" y="395593"/>
                    <a:pt x="5780467" y="377910"/>
                  </a:cubicBezTo>
                  <a:cubicBezTo>
                    <a:pt x="5763357" y="374343"/>
                    <a:pt x="5747757" y="363033"/>
                    <a:pt x="5739051" y="353609"/>
                  </a:cubicBezTo>
                  <a:cubicBezTo>
                    <a:pt x="5707675" y="320294"/>
                    <a:pt x="5653252" y="312483"/>
                    <a:pt x="5583566" y="321995"/>
                  </a:cubicBezTo>
                  <a:cubicBezTo>
                    <a:pt x="5528347" y="329404"/>
                    <a:pt x="5477716" y="340486"/>
                    <a:pt x="5432030" y="362512"/>
                  </a:cubicBezTo>
                  <a:cubicBezTo>
                    <a:pt x="5378421" y="388318"/>
                    <a:pt x="5322767" y="418026"/>
                    <a:pt x="5241398" y="425781"/>
                  </a:cubicBezTo>
                  <a:cubicBezTo>
                    <a:pt x="5206262" y="429089"/>
                    <a:pt x="5176131" y="428273"/>
                    <a:pt x="5139710" y="421022"/>
                  </a:cubicBezTo>
                  <a:cubicBezTo>
                    <a:pt x="5069048" y="407018"/>
                    <a:pt x="4997864" y="396037"/>
                    <a:pt x="4929402" y="424310"/>
                  </a:cubicBezTo>
                  <a:cubicBezTo>
                    <a:pt x="4891785" y="439890"/>
                    <a:pt x="4841650" y="448519"/>
                    <a:pt x="4782793" y="441046"/>
                  </a:cubicBezTo>
                  <a:cubicBezTo>
                    <a:pt x="4709316" y="431663"/>
                    <a:pt x="4641426" y="442031"/>
                    <a:pt x="4577594" y="459290"/>
                  </a:cubicBezTo>
                  <a:cubicBezTo>
                    <a:pt x="4554816" y="465538"/>
                    <a:pt x="4527069" y="468279"/>
                    <a:pt x="4500826" y="470529"/>
                  </a:cubicBezTo>
                  <a:cubicBezTo>
                    <a:pt x="4440199" y="475746"/>
                    <a:pt x="4379252" y="479993"/>
                    <a:pt x="4317973" y="483649"/>
                  </a:cubicBezTo>
                  <a:cubicBezTo>
                    <a:pt x="4267762" y="486741"/>
                    <a:pt x="4217264" y="488292"/>
                    <a:pt x="4166722" y="490602"/>
                  </a:cubicBezTo>
                  <a:cubicBezTo>
                    <a:pt x="4111394" y="493045"/>
                    <a:pt x="4067073" y="503124"/>
                    <a:pt x="4042814" y="530660"/>
                  </a:cubicBezTo>
                  <a:cubicBezTo>
                    <a:pt x="4034996" y="539407"/>
                    <a:pt x="4017001" y="545715"/>
                    <a:pt x="4002653" y="552594"/>
                  </a:cubicBezTo>
                  <a:cubicBezTo>
                    <a:pt x="3992459" y="557592"/>
                    <a:pt x="3979023" y="561086"/>
                    <a:pt x="3969549" y="566312"/>
                  </a:cubicBezTo>
                  <a:cubicBezTo>
                    <a:pt x="3919896" y="593854"/>
                    <a:pt x="3870968" y="621622"/>
                    <a:pt x="3821685" y="649183"/>
                  </a:cubicBezTo>
                  <a:cubicBezTo>
                    <a:pt x="3816761" y="651788"/>
                    <a:pt x="3811445" y="654943"/>
                    <a:pt x="3805138" y="655947"/>
                  </a:cubicBezTo>
                  <a:cubicBezTo>
                    <a:pt x="3739817" y="666451"/>
                    <a:pt x="3673801" y="676154"/>
                    <a:pt x="3609177" y="687459"/>
                  </a:cubicBezTo>
                  <a:cubicBezTo>
                    <a:pt x="3584288" y="691878"/>
                    <a:pt x="3558597" y="697589"/>
                    <a:pt x="3539727" y="706521"/>
                  </a:cubicBezTo>
                  <a:cubicBezTo>
                    <a:pt x="3496714" y="726780"/>
                    <a:pt x="3457268" y="749132"/>
                    <a:pt x="3396572" y="755681"/>
                  </a:cubicBezTo>
                  <a:cubicBezTo>
                    <a:pt x="3378807" y="757611"/>
                    <a:pt x="3357809" y="758036"/>
                    <a:pt x="3341054" y="754679"/>
                  </a:cubicBezTo>
                  <a:cubicBezTo>
                    <a:pt x="3272962" y="740809"/>
                    <a:pt x="3206471" y="724541"/>
                    <a:pt x="3138775" y="710120"/>
                  </a:cubicBezTo>
                  <a:cubicBezTo>
                    <a:pt x="3095820" y="701191"/>
                    <a:pt x="3056969" y="691141"/>
                    <a:pt x="3037283" y="666453"/>
                  </a:cubicBezTo>
                  <a:cubicBezTo>
                    <a:pt x="3031764" y="659487"/>
                    <a:pt x="3015626" y="651391"/>
                    <a:pt x="3002117" y="649347"/>
                  </a:cubicBezTo>
                  <a:cubicBezTo>
                    <a:pt x="2915220" y="636209"/>
                    <a:pt x="2829194" y="627503"/>
                    <a:pt x="2747294" y="652400"/>
                  </a:cubicBezTo>
                  <a:cubicBezTo>
                    <a:pt x="2730084" y="657794"/>
                    <a:pt x="2698519" y="656140"/>
                    <a:pt x="2676273" y="652304"/>
                  </a:cubicBezTo>
                  <a:cubicBezTo>
                    <a:pt x="2590546" y="637890"/>
                    <a:pt x="2508883" y="630176"/>
                    <a:pt x="2432360" y="657836"/>
                  </a:cubicBezTo>
                  <a:cubicBezTo>
                    <a:pt x="2423352" y="661179"/>
                    <a:pt x="2395274" y="656272"/>
                    <a:pt x="2382311" y="650824"/>
                  </a:cubicBezTo>
                  <a:cubicBezTo>
                    <a:pt x="2257393" y="597728"/>
                    <a:pt x="2187724" y="592930"/>
                    <a:pt x="2055134" y="630053"/>
                  </a:cubicBezTo>
                  <a:cubicBezTo>
                    <a:pt x="2046542" y="632464"/>
                    <a:pt x="2035364" y="635121"/>
                    <a:pt x="2031829" y="639324"/>
                  </a:cubicBezTo>
                  <a:cubicBezTo>
                    <a:pt x="2007977" y="666120"/>
                    <a:pt x="1960229" y="664380"/>
                    <a:pt x="1912764" y="664183"/>
                  </a:cubicBezTo>
                  <a:cubicBezTo>
                    <a:pt x="1860521" y="663924"/>
                    <a:pt x="1808236" y="664426"/>
                    <a:pt x="1755637" y="663960"/>
                  </a:cubicBezTo>
                  <a:cubicBezTo>
                    <a:pt x="1746439" y="663859"/>
                    <a:pt x="1736243" y="661799"/>
                    <a:pt x="1727159" y="659605"/>
                  </a:cubicBezTo>
                  <a:cubicBezTo>
                    <a:pt x="1692256" y="651480"/>
                    <a:pt x="1658604" y="640559"/>
                    <a:pt x="1622470" y="634850"/>
                  </a:cubicBezTo>
                  <a:cubicBezTo>
                    <a:pt x="1544362" y="622552"/>
                    <a:pt x="1469248" y="602210"/>
                    <a:pt x="1385955" y="604522"/>
                  </a:cubicBezTo>
                  <a:cubicBezTo>
                    <a:pt x="1371585" y="604913"/>
                    <a:pt x="1355357" y="598530"/>
                    <a:pt x="1340055" y="595629"/>
                  </a:cubicBezTo>
                  <a:cubicBezTo>
                    <a:pt x="1312351" y="590552"/>
                    <a:pt x="1285460" y="583993"/>
                    <a:pt x="1257271" y="581180"/>
                  </a:cubicBezTo>
                  <a:cubicBezTo>
                    <a:pt x="1182583" y="573830"/>
                    <a:pt x="1107142" y="566824"/>
                    <a:pt x="1031914" y="562692"/>
                  </a:cubicBezTo>
                  <a:cubicBezTo>
                    <a:pt x="995593" y="560597"/>
                    <a:pt x="958880" y="565923"/>
                    <a:pt x="922031" y="566853"/>
                  </a:cubicBezTo>
                  <a:cubicBezTo>
                    <a:pt x="905446" y="567320"/>
                    <a:pt x="878533" y="568199"/>
                    <a:pt x="873250" y="563724"/>
                  </a:cubicBezTo>
                  <a:cubicBezTo>
                    <a:pt x="832343" y="529722"/>
                    <a:pt x="772202" y="532674"/>
                    <a:pt x="711627" y="529880"/>
                  </a:cubicBezTo>
                  <a:cubicBezTo>
                    <a:pt x="577999" y="523641"/>
                    <a:pt x="447408" y="543696"/>
                    <a:pt x="311112" y="525106"/>
                  </a:cubicBezTo>
                  <a:cubicBezTo>
                    <a:pt x="271645" y="519795"/>
                    <a:pt x="226936" y="530235"/>
                    <a:pt x="184145" y="532188"/>
                  </a:cubicBezTo>
                  <a:cubicBezTo>
                    <a:pt x="162015" y="533128"/>
                    <a:pt x="137665" y="534333"/>
                    <a:pt x="116886" y="530572"/>
                  </a:cubicBezTo>
                  <a:cubicBezTo>
                    <a:pt x="84810" y="524693"/>
                    <a:pt x="54011" y="515448"/>
                    <a:pt x="23941" y="506433"/>
                  </a:cubicBezTo>
                  <a:lnTo>
                    <a:pt x="0" y="502149"/>
                  </a:lnTo>
                  <a:close/>
                </a:path>
              </a:pathLst>
            </a:custGeom>
            <a:solidFill>
              <a:srgbClr val="FFFFFF"/>
            </a:solidFill>
            <a:ln w="12700" cap="flat" cmpd="sng" algn="ctr">
              <a:noFill/>
              <a:prstDash val="solid"/>
              <a:miter lim="800000"/>
            </a:ln>
            <a:effectLst>
              <a:outerShdw blurRad="381000" dist="152400" dir="5400000" algn="t"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15" name="Freeform: Shape 14">
              <a:extLst>
                <a:ext uri="{FF2B5EF4-FFF2-40B4-BE49-F238E27FC236}">
                  <a16:creationId xmlns:a16="http://schemas.microsoft.com/office/drawing/2014/main" id="{4EBC51E4-7477-4290-BBD0-18AD942C364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0" y="2959818"/>
              <a:ext cx="12192000" cy="757168"/>
            </a:xfrm>
            <a:custGeom>
              <a:avLst/>
              <a:gdLst>
                <a:gd name="connsiteX0" fmla="*/ 0 w 12192000"/>
                <a:gd name="connsiteY0" fmla="*/ 0 h 757168"/>
                <a:gd name="connsiteX1" fmla="*/ 41653 w 12192000"/>
                <a:gd name="connsiteY1" fmla="*/ 6945 h 757168"/>
                <a:gd name="connsiteX2" fmla="*/ 81317 w 12192000"/>
                <a:gd name="connsiteY2" fmla="*/ 15509 h 757168"/>
                <a:gd name="connsiteX3" fmla="*/ 114150 w 12192000"/>
                <a:gd name="connsiteY3" fmla="*/ 28105 h 757168"/>
                <a:gd name="connsiteX4" fmla="*/ 214865 w 12192000"/>
                <a:gd name="connsiteY4" fmla="*/ 58374 h 757168"/>
                <a:gd name="connsiteX5" fmla="*/ 299237 w 12192000"/>
                <a:gd name="connsiteY5" fmla="*/ 63560 h 757168"/>
                <a:gd name="connsiteX6" fmla="*/ 415570 w 12192000"/>
                <a:gd name="connsiteY6" fmla="*/ 83774 h 757168"/>
                <a:gd name="connsiteX7" fmla="*/ 633210 w 12192000"/>
                <a:gd name="connsiteY7" fmla="*/ 109108 h 757168"/>
                <a:gd name="connsiteX8" fmla="*/ 677567 w 12192000"/>
                <a:gd name="connsiteY8" fmla="*/ 119446 h 757168"/>
                <a:gd name="connsiteX9" fmla="*/ 946429 w 12192000"/>
                <a:gd name="connsiteY9" fmla="*/ 171502 h 757168"/>
                <a:gd name="connsiteX10" fmla="*/ 1163367 w 12192000"/>
                <a:gd name="connsiteY10" fmla="*/ 182106 h 757168"/>
                <a:gd name="connsiteX11" fmla="*/ 1180337 w 12192000"/>
                <a:gd name="connsiteY11" fmla="*/ 181279 h 757168"/>
                <a:gd name="connsiteX12" fmla="*/ 1263939 w 12192000"/>
                <a:gd name="connsiteY12" fmla="*/ 173070 h 757168"/>
                <a:gd name="connsiteX13" fmla="*/ 1392213 w 12192000"/>
                <a:gd name="connsiteY13" fmla="*/ 183225 h 757168"/>
                <a:gd name="connsiteX14" fmla="*/ 1479752 w 12192000"/>
                <a:gd name="connsiteY14" fmla="*/ 205174 h 757168"/>
                <a:gd name="connsiteX15" fmla="*/ 1589813 w 12192000"/>
                <a:gd name="connsiteY15" fmla="*/ 211706 h 757168"/>
                <a:gd name="connsiteX16" fmla="*/ 1716264 w 12192000"/>
                <a:gd name="connsiteY16" fmla="*/ 207459 h 757168"/>
                <a:gd name="connsiteX17" fmla="*/ 1772900 w 12192000"/>
                <a:gd name="connsiteY17" fmla="*/ 208137 h 757168"/>
                <a:gd name="connsiteX18" fmla="*/ 1929319 w 12192000"/>
                <a:gd name="connsiteY18" fmla="*/ 193822 h 757168"/>
                <a:gd name="connsiteX19" fmla="*/ 2021514 w 12192000"/>
                <a:gd name="connsiteY19" fmla="*/ 204186 h 757168"/>
                <a:gd name="connsiteX20" fmla="*/ 2111753 w 12192000"/>
                <a:gd name="connsiteY20" fmla="*/ 223797 h 757168"/>
                <a:gd name="connsiteX21" fmla="*/ 2169356 w 12192000"/>
                <a:gd name="connsiteY21" fmla="*/ 241125 h 757168"/>
                <a:gd name="connsiteX22" fmla="*/ 2286638 w 12192000"/>
                <a:gd name="connsiteY22" fmla="*/ 257382 h 757168"/>
                <a:gd name="connsiteX23" fmla="*/ 2308368 w 12192000"/>
                <a:gd name="connsiteY23" fmla="*/ 256995 h 757168"/>
                <a:gd name="connsiteX24" fmla="*/ 2660621 w 12192000"/>
                <a:gd name="connsiteY24" fmla="*/ 262863 h 757168"/>
                <a:gd name="connsiteX25" fmla="*/ 2801134 w 12192000"/>
                <a:gd name="connsiteY25" fmla="*/ 250006 h 757168"/>
                <a:gd name="connsiteX26" fmla="*/ 2830994 w 12192000"/>
                <a:gd name="connsiteY26" fmla="*/ 249091 h 757168"/>
                <a:gd name="connsiteX27" fmla="*/ 3129084 w 12192000"/>
                <a:gd name="connsiteY27" fmla="*/ 242009 h 757168"/>
                <a:gd name="connsiteX28" fmla="*/ 3162162 w 12192000"/>
                <a:gd name="connsiteY28" fmla="*/ 242789 h 757168"/>
                <a:gd name="connsiteX29" fmla="*/ 3254072 w 12192000"/>
                <a:gd name="connsiteY29" fmla="*/ 251612 h 757168"/>
                <a:gd name="connsiteX30" fmla="*/ 3473491 w 12192000"/>
                <a:gd name="connsiteY30" fmla="*/ 221903 h 757168"/>
                <a:gd name="connsiteX31" fmla="*/ 3691860 w 12192000"/>
                <a:gd name="connsiteY31" fmla="*/ 219228 h 757168"/>
                <a:gd name="connsiteX32" fmla="*/ 3811494 w 12192000"/>
                <a:gd name="connsiteY32" fmla="*/ 225691 h 757168"/>
                <a:gd name="connsiteX33" fmla="*/ 3897533 w 12192000"/>
                <a:gd name="connsiteY33" fmla="*/ 220087 h 757168"/>
                <a:gd name="connsiteX34" fmla="*/ 4109430 w 12192000"/>
                <a:gd name="connsiteY34" fmla="*/ 200477 h 757168"/>
                <a:gd name="connsiteX35" fmla="*/ 4208772 w 12192000"/>
                <a:gd name="connsiteY35" fmla="*/ 200914 h 757168"/>
                <a:gd name="connsiteX36" fmla="*/ 4314641 w 12192000"/>
                <a:gd name="connsiteY36" fmla="*/ 196159 h 757168"/>
                <a:gd name="connsiteX37" fmla="*/ 4577622 w 12192000"/>
                <a:gd name="connsiteY37" fmla="*/ 163774 h 757168"/>
                <a:gd name="connsiteX38" fmla="*/ 4790345 w 12192000"/>
                <a:gd name="connsiteY38" fmla="*/ 177592 h 757168"/>
                <a:gd name="connsiteX39" fmla="*/ 4926164 w 12192000"/>
                <a:gd name="connsiteY39" fmla="*/ 184139 h 757168"/>
                <a:gd name="connsiteX40" fmla="*/ 5088812 w 12192000"/>
                <a:gd name="connsiteY40" fmla="*/ 177401 h 757168"/>
                <a:gd name="connsiteX41" fmla="*/ 5222466 w 12192000"/>
                <a:gd name="connsiteY41" fmla="*/ 162082 h 757168"/>
                <a:gd name="connsiteX42" fmla="*/ 5406528 w 12192000"/>
                <a:gd name="connsiteY42" fmla="*/ 153987 h 757168"/>
                <a:gd name="connsiteX43" fmla="*/ 5590716 w 12192000"/>
                <a:gd name="connsiteY43" fmla="*/ 129490 h 757168"/>
                <a:gd name="connsiteX44" fmla="*/ 5719429 w 12192000"/>
                <a:gd name="connsiteY44" fmla="*/ 110099 h 757168"/>
                <a:gd name="connsiteX45" fmla="*/ 5897895 w 12192000"/>
                <a:gd name="connsiteY45" fmla="*/ 96368 h 757168"/>
                <a:gd name="connsiteX46" fmla="*/ 6169957 w 12192000"/>
                <a:gd name="connsiteY46" fmla="*/ 94411 h 757168"/>
                <a:gd name="connsiteX47" fmla="*/ 6294827 w 12192000"/>
                <a:gd name="connsiteY47" fmla="*/ 99236 h 757168"/>
                <a:gd name="connsiteX48" fmla="*/ 6494261 w 12192000"/>
                <a:gd name="connsiteY48" fmla="*/ 71724 h 757168"/>
                <a:gd name="connsiteX49" fmla="*/ 6579627 w 12192000"/>
                <a:gd name="connsiteY49" fmla="*/ 57883 h 757168"/>
                <a:gd name="connsiteX50" fmla="*/ 6654800 w 12192000"/>
                <a:gd name="connsiteY50" fmla="*/ 77086 h 757168"/>
                <a:gd name="connsiteX51" fmla="*/ 6703059 w 12192000"/>
                <a:gd name="connsiteY51" fmla="*/ 97166 h 757168"/>
                <a:gd name="connsiteX52" fmla="*/ 6859445 w 12192000"/>
                <a:gd name="connsiteY52" fmla="*/ 90481 h 757168"/>
                <a:gd name="connsiteX53" fmla="*/ 7025414 w 12192000"/>
                <a:gd name="connsiteY53" fmla="*/ 83536 h 757168"/>
                <a:gd name="connsiteX54" fmla="*/ 7144137 w 12192000"/>
                <a:gd name="connsiteY54" fmla="*/ 79264 h 757168"/>
                <a:gd name="connsiteX55" fmla="*/ 7291235 w 12192000"/>
                <a:gd name="connsiteY55" fmla="*/ 95367 h 757168"/>
                <a:gd name="connsiteX56" fmla="*/ 7407395 w 12192000"/>
                <a:gd name="connsiteY56" fmla="*/ 104888 h 757168"/>
                <a:gd name="connsiteX57" fmla="*/ 7500837 w 12192000"/>
                <a:gd name="connsiteY57" fmla="*/ 119515 h 757168"/>
                <a:gd name="connsiteX58" fmla="*/ 7533567 w 12192000"/>
                <a:gd name="connsiteY58" fmla="*/ 126955 h 757168"/>
                <a:gd name="connsiteX59" fmla="*/ 7792910 w 12192000"/>
                <a:gd name="connsiteY59" fmla="*/ 185188 h 757168"/>
                <a:gd name="connsiteX60" fmla="*/ 8070699 w 12192000"/>
                <a:gd name="connsiteY60" fmla="*/ 235423 h 757168"/>
                <a:gd name="connsiteX61" fmla="*/ 8253177 w 12192000"/>
                <a:gd name="connsiteY61" fmla="*/ 222473 h 757168"/>
                <a:gd name="connsiteX62" fmla="*/ 8320683 w 12192000"/>
                <a:gd name="connsiteY62" fmla="*/ 226393 h 757168"/>
                <a:gd name="connsiteX63" fmla="*/ 8631438 w 12192000"/>
                <a:gd name="connsiteY63" fmla="*/ 237528 h 757168"/>
                <a:gd name="connsiteX64" fmla="*/ 8686410 w 12192000"/>
                <a:gd name="connsiteY64" fmla="*/ 234877 h 757168"/>
                <a:gd name="connsiteX65" fmla="*/ 8980658 w 12192000"/>
                <a:gd name="connsiteY65" fmla="*/ 273001 h 757168"/>
                <a:gd name="connsiteX66" fmla="*/ 9087625 w 12192000"/>
                <a:gd name="connsiteY66" fmla="*/ 282423 h 757168"/>
                <a:gd name="connsiteX67" fmla="*/ 9186017 w 12192000"/>
                <a:gd name="connsiteY67" fmla="*/ 293875 h 757168"/>
                <a:gd name="connsiteX68" fmla="*/ 9323931 w 12192000"/>
                <a:gd name="connsiteY68" fmla="*/ 302628 h 757168"/>
                <a:gd name="connsiteX69" fmla="*/ 9467213 w 12192000"/>
                <a:gd name="connsiteY69" fmla="*/ 307275 h 757168"/>
                <a:gd name="connsiteX70" fmla="*/ 9626826 w 12192000"/>
                <a:gd name="connsiteY70" fmla="*/ 316213 h 757168"/>
                <a:gd name="connsiteX71" fmla="*/ 9689696 w 12192000"/>
                <a:gd name="connsiteY71" fmla="*/ 324467 h 757168"/>
                <a:gd name="connsiteX72" fmla="*/ 9860526 w 12192000"/>
                <a:gd name="connsiteY72" fmla="*/ 329986 h 757168"/>
                <a:gd name="connsiteX73" fmla="*/ 9949775 w 12192000"/>
                <a:gd name="connsiteY73" fmla="*/ 340386 h 757168"/>
                <a:gd name="connsiteX74" fmla="*/ 10097252 w 12192000"/>
                <a:gd name="connsiteY74" fmla="*/ 349262 h 757168"/>
                <a:gd name="connsiteX75" fmla="*/ 10145261 w 12192000"/>
                <a:gd name="connsiteY75" fmla="*/ 353113 h 757168"/>
                <a:gd name="connsiteX76" fmla="*/ 10188159 w 12192000"/>
                <a:gd name="connsiteY76" fmla="*/ 356124 h 757168"/>
                <a:gd name="connsiteX77" fmla="*/ 10336144 w 12192000"/>
                <a:gd name="connsiteY77" fmla="*/ 348235 h 757168"/>
                <a:gd name="connsiteX78" fmla="*/ 10466847 w 12192000"/>
                <a:gd name="connsiteY78" fmla="*/ 354131 h 757168"/>
                <a:gd name="connsiteX79" fmla="*/ 10696514 w 12192000"/>
                <a:gd name="connsiteY79" fmla="*/ 353575 h 757168"/>
                <a:gd name="connsiteX80" fmla="*/ 10746932 w 12192000"/>
                <a:gd name="connsiteY80" fmla="*/ 360606 h 757168"/>
                <a:gd name="connsiteX81" fmla="*/ 10905388 w 12192000"/>
                <a:gd name="connsiteY81" fmla="*/ 370627 h 757168"/>
                <a:gd name="connsiteX82" fmla="*/ 10995602 w 12192000"/>
                <a:gd name="connsiteY82" fmla="*/ 376691 h 757168"/>
                <a:gd name="connsiteX83" fmla="*/ 11107647 w 12192000"/>
                <a:gd name="connsiteY83" fmla="*/ 373405 h 757168"/>
                <a:gd name="connsiteX84" fmla="*/ 11302440 w 12192000"/>
                <a:gd name="connsiteY84" fmla="*/ 364156 h 757168"/>
                <a:gd name="connsiteX85" fmla="*/ 11353613 w 12192000"/>
                <a:gd name="connsiteY85" fmla="*/ 363785 h 757168"/>
                <a:gd name="connsiteX86" fmla="*/ 11447323 w 12192000"/>
                <a:gd name="connsiteY86" fmla="*/ 359346 h 757168"/>
                <a:gd name="connsiteX87" fmla="*/ 11464292 w 12192000"/>
                <a:gd name="connsiteY87" fmla="*/ 358519 h 757168"/>
                <a:gd name="connsiteX88" fmla="*/ 11607560 w 12192000"/>
                <a:gd name="connsiteY88" fmla="*/ 342370 h 757168"/>
                <a:gd name="connsiteX89" fmla="*/ 11681426 w 12192000"/>
                <a:gd name="connsiteY89" fmla="*/ 344335 h 757168"/>
                <a:gd name="connsiteX90" fmla="*/ 11893565 w 12192000"/>
                <a:gd name="connsiteY90" fmla="*/ 355261 h 757168"/>
                <a:gd name="connsiteX91" fmla="*/ 11983290 w 12192000"/>
                <a:gd name="connsiteY91" fmla="*/ 363588 h 757168"/>
                <a:gd name="connsiteX92" fmla="*/ 12192000 w 12192000"/>
                <a:gd name="connsiteY92" fmla="*/ 388018 h 757168"/>
                <a:gd name="connsiteX93" fmla="*/ 12192000 w 12192000"/>
                <a:gd name="connsiteY93" fmla="*/ 577115 h 757168"/>
                <a:gd name="connsiteX94" fmla="*/ 12157329 w 12192000"/>
                <a:gd name="connsiteY94" fmla="*/ 588862 h 757168"/>
                <a:gd name="connsiteX95" fmla="*/ 12066948 w 12192000"/>
                <a:gd name="connsiteY95" fmla="*/ 586034 h 757168"/>
                <a:gd name="connsiteX96" fmla="*/ 11911344 w 12192000"/>
                <a:gd name="connsiteY96" fmla="*/ 521599 h 757168"/>
                <a:gd name="connsiteX97" fmla="*/ 11847823 w 12192000"/>
                <a:gd name="connsiteY97" fmla="*/ 511785 h 757168"/>
                <a:gd name="connsiteX98" fmla="*/ 11737547 w 12192000"/>
                <a:gd name="connsiteY98" fmla="*/ 502380 h 757168"/>
                <a:gd name="connsiteX99" fmla="*/ 11636052 w 12192000"/>
                <a:gd name="connsiteY99" fmla="*/ 514993 h 757168"/>
                <a:gd name="connsiteX100" fmla="*/ 11394706 w 12192000"/>
                <a:gd name="connsiteY100" fmla="*/ 590867 h 757168"/>
                <a:gd name="connsiteX101" fmla="*/ 11354978 w 12192000"/>
                <a:gd name="connsiteY101" fmla="*/ 597561 h 757168"/>
                <a:gd name="connsiteX102" fmla="*/ 11285306 w 12192000"/>
                <a:gd name="connsiteY102" fmla="*/ 599825 h 757168"/>
                <a:gd name="connsiteX103" fmla="*/ 11008528 w 12192000"/>
                <a:gd name="connsiteY103" fmla="*/ 656670 h 757168"/>
                <a:gd name="connsiteX104" fmla="*/ 10948735 w 12192000"/>
                <a:gd name="connsiteY104" fmla="*/ 652964 h 757168"/>
                <a:gd name="connsiteX105" fmla="*/ 10850698 w 12192000"/>
                <a:gd name="connsiteY105" fmla="*/ 641721 h 757168"/>
                <a:gd name="connsiteX106" fmla="*/ 10744026 w 12192000"/>
                <a:gd name="connsiteY106" fmla="*/ 647769 h 757168"/>
                <a:gd name="connsiteX107" fmla="*/ 10666160 w 12192000"/>
                <a:gd name="connsiteY107" fmla="*/ 651891 h 757168"/>
                <a:gd name="connsiteX108" fmla="*/ 10450521 w 12192000"/>
                <a:gd name="connsiteY108" fmla="*/ 616552 h 757168"/>
                <a:gd name="connsiteX109" fmla="*/ 10271192 w 12192000"/>
                <a:gd name="connsiteY109" fmla="*/ 583498 h 757168"/>
                <a:gd name="connsiteX110" fmla="*/ 10246067 w 12192000"/>
                <a:gd name="connsiteY110" fmla="*/ 585423 h 757168"/>
                <a:gd name="connsiteX111" fmla="*/ 10005027 w 12192000"/>
                <a:gd name="connsiteY111" fmla="*/ 592252 h 757168"/>
                <a:gd name="connsiteX112" fmla="*/ 9898681 w 12192000"/>
                <a:gd name="connsiteY112" fmla="*/ 613195 h 757168"/>
                <a:gd name="connsiteX113" fmla="*/ 9753225 w 12192000"/>
                <a:gd name="connsiteY113" fmla="*/ 629038 h 757168"/>
                <a:gd name="connsiteX114" fmla="*/ 9591376 w 12192000"/>
                <a:gd name="connsiteY114" fmla="*/ 648601 h 757168"/>
                <a:gd name="connsiteX115" fmla="*/ 9472860 w 12192000"/>
                <a:gd name="connsiteY115" fmla="*/ 655936 h 757168"/>
                <a:gd name="connsiteX116" fmla="*/ 9299788 w 12192000"/>
                <a:gd name="connsiteY116" fmla="*/ 636945 h 757168"/>
                <a:gd name="connsiteX117" fmla="*/ 9264605 w 12192000"/>
                <a:gd name="connsiteY117" fmla="*/ 627087 h 757168"/>
                <a:gd name="connsiteX118" fmla="*/ 8926435 w 12192000"/>
                <a:gd name="connsiteY118" fmla="*/ 549269 h 757168"/>
                <a:gd name="connsiteX119" fmla="*/ 8698934 w 12192000"/>
                <a:gd name="connsiteY119" fmla="*/ 536583 h 757168"/>
                <a:gd name="connsiteX120" fmla="*/ 8622862 w 12192000"/>
                <a:gd name="connsiteY120" fmla="*/ 541563 h 757168"/>
                <a:gd name="connsiteX121" fmla="*/ 8482784 w 12192000"/>
                <a:gd name="connsiteY121" fmla="*/ 574094 h 757168"/>
                <a:gd name="connsiteX122" fmla="*/ 8421565 w 12192000"/>
                <a:gd name="connsiteY122" fmla="*/ 576610 h 757168"/>
                <a:gd name="connsiteX123" fmla="*/ 8313469 w 12192000"/>
                <a:gd name="connsiteY123" fmla="*/ 574762 h 757168"/>
                <a:gd name="connsiteX124" fmla="*/ 8079520 w 12192000"/>
                <a:gd name="connsiteY124" fmla="*/ 558685 h 757168"/>
                <a:gd name="connsiteX125" fmla="*/ 7773327 w 12192000"/>
                <a:gd name="connsiteY125" fmla="*/ 558854 h 757168"/>
                <a:gd name="connsiteX126" fmla="*/ 7652477 w 12192000"/>
                <a:gd name="connsiteY126" fmla="*/ 547561 h 757168"/>
                <a:gd name="connsiteX127" fmla="*/ 7522274 w 12192000"/>
                <a:gd name="connsiteY127" fmla="*/ 532150 h 757168"/>
                <a:gd name="connsiteX128" fmla="*/ 7484080 w 12192000"/>
                <a:gd name="connsiteY128" fmla="*/ 530532 h 757168"/>
                <a:gd name="connsiteX129" fmla="*/ 7282277 w 12192000"/>
                <a:gd name="connsiteY129" fmla="*/ 540177 h 757168"/>
                <a:gd name="connsiteX130" fmla="*/ 7235690 w 12192000"/>
                <a:gd name="connsiteY130" fmla="*/ 551282 h 757168"/>
                <a:gd name="connsiteX131" fmla="*/ 7116339 w 12192000"/>
                <a:gd name="connsiteY131" fmla="*/ 539494 h 757168"/>
                <a:gd name="connsiteX132" fmla="*/ 7011067 w 12192000"/>
                <a:gd name="connsiteY132" fmla="*/ 511848 h 757168"/>
                <a:gd name="connsiteX133" fmla="*/ 6403234 w 12192000"/>
                <a:gd name="connsiteY133" fmla="*/ 432296 h 757168"/>
                <a:gd name="connsiteX134" fmla="*/ 6036273 w 12192000"/>
                <a:gd name="connsiteY134" fmla="*/ 412301 h 757168"/>
                <a:gd name="connsiteX135" fmla="*/ 5780467 w 12192000"/>
                <a:gd name="connsiteY135" fmla="*/ 377910 h 757168"/>
                <a:gd name="connsiteX136" fmla="*/ 5739051 w 12192000"/>
                <a:gd name="connsiteY136" fmla="*/ 353609 h 757168"/>
                <a:gd name="connsiteX137" fmla="*/ 5583566 w 12192000"/>
                <a:gd name="connsiteY137" fmla="*/ 321995 h 757168"/>
                <a:gd name="connsiteX138" fmla="*/ 5432030 w 12192000"/>
                <a:gd name="connsiteY138" fmla="*/ 362512 h 757168"/>
                <a:gd name="connsiteX139" fmla="*/ 5241398 w 12192000"/>
                <a:gd name="connsiteY139" fmla="*/ 425781 h 757168"/>
                <a:gd name="connsiteX140" fmla="*/ 5139710 w 12192000"/>
                <a:gd name="connsiteY140" fmla="*/ 421022 h 757168"/>
                <a:gd name="connsiteX141" fmla="*/ 4929402 w 12192000"/>
                <a:gd name="connsiteY141" fmla="*/ 424310 h 757168"/>
                <a:gd name="connsiteX142" fmla="*/ 4782793 w 12192000"/>
                <a:gd name="connsiteY142" fmla="*/ 441046 h 757168"/>
                <a:gd name="connsiteX143" fmla="*/ 4577594 w 12192000"/>
                <a:gd name="connsiteY143" fmla="*/ 459290 h 757168"/>
                <a:gd name="connsiteX144" fmla="*/ 4500826 w 12192000"/>
                <a:gd name="connsiteY144" fmla="*/ 470529 h 757168"/>
                <a:gd name="connsiteX145" fmla="*/ 4317973 w 12192000"/>
                <a:gd name="connsiteY145" fmla="*/ 483649 h 757168"/>
                <a:gd name="connsiteX146" fmla="*/ 4166722 w 12192000"/>
                <a:gd name="connsiteY146" fmla="*/ 490602 h 757168"/>
                <a:gd name="connsiteX147" fmla="*/ 4042814 w 12192000"/>
                <a:gd name="connsiteY147" fmla="*/ 530660 h 757168"/>
                <a:gd name="connsiteX148" fmla="*/ 4002653 w 12192000"/>
                <a:gd name="connsiteY148" fmla="*/ 552594 h 757168"/>
                <a:gd name="connsiteX149" fmla="*/ 3969549 w 12192000"/>
                <a:gd name="connsiteY149" fmla="*/ 566312 h 757168"/>
                <a:gd name="connsiteX150" fmla="*/ 3821685 w 12192000"/>
                <a:gd name="connsiteY150" fmla="*/ 649183 h 757168"/>
                <a:gd name="connsiteX151" fmla="*/ 3805138 w 12192000"/>
                <a:gd name="connsiteY151" fmla="*/ 655947 h 757168"/>
                <a:gd name="connsiteX152" fmla="*/ 3609177 w 12192000"/>
                <a:gd name="connsiteY152" fmla="*/ 687459 h 757168"/>
                <a:gd name="connsiteX153" fmla="*/ 3539727 w 12192000"/>
                <a:gd name="connsiteY153" fmla="*/ 706521 h 757168"/>
                <a:gd name="connsiteX154" fmla="*/ 3396572 w 12192000"/>
                <a:gd name="connsiteY154" fmla="*/ 755681 h 757168"/>
                <a:gd name="connsiteX155" fmla="*/ 3341054 w 12192000"/>
                <a:gd name="connsiteY155" fmla="*/ 754679 h 757168"/>
                <a:gd name="connsiteX156" fmla="*/ 3138775 w 12192000"/>
                <a:gd name="connsiteY156" fmla="*/ 710120 h 757168"/>
                <a:gd name="connsiteX157" fmla="*/ 3037283 w 12192000"/>
                <a:gd name="connsiteY157" fmla="*/ 666453 h 757168"/>
                <a:gd name="connsiteX158" fmla="*/ 3002117 w 12192000"/>
                <a:gd name="connsiteY158" fmla="*/ 649347 h 757168"/>
                <a:gd name="connsiteX159" fmla="*/ 2747294 w 12192000"/>
                <a:gd name="connsiteY159" fmla="*/ 652400 h 757168"/>
                <a:gd name="connsiteX160" fmla="*/ 2676273 w 12192000"/>
                <a:gd name="connsiteY160" fmla="*/ 652304 h 757168"/>
                <a:gd name="connsiteX161" fmla="*/ 2432360 w 12192000"/>
                <a:gd name="connsiteY161" fmla="*/ 657836 h 757168"/>
                <a:gd name="connsiteX162" fmla="*/ 2382311 w 12192000"/>
                <a:gd name="connsiteY162" fmla="*/ 650824 h 757168"/>
                <a:gd name="connsiteX163" fmla="*/ 2055134 w 12192000"/>
                <a:gd name="connsiteY163" fmla="*/ 630053 h 757168"/>
                <a:gd name="connsiteX164" fmla="*/ 2031829 w 12192000"/>
                <a:gd name="connsiteY164" fmla="*/ 639324 h 757168"/>
                <a:gd name="connsiteX165" fmla="*/ 1912764 w 12192000"/>
                <a:gd name="connsiteY165" fmla="*/ 664183 h 757168"/>
                <a:gd name="connsiteX166" fmla="*/ 1755637 w 12192000"/>
                <a:gd name="connsiteY166" fmla="*/ 663960 h 757168"/>
                <a:gd name="connsiteX167" fmla="*/ 1727159 w 12192000"/>
                <a:gd name="connsiteY167" fmla="*/ 659605 h 757168"/>
                <a:gd name="connsiteX168" fmla="*/ 1622470 w 12192000"/>
                <a:gd name="connsiteY168" fmla="*/ 634850 h 757168"/>
                <a:gd name="connsiteX169" fmla="*/ 1385955 w 12192000"/>
                <a:gd name="connsiteY169" fmla="*/ 604522 h 757168"/>
                <a:gd name="connsiteX170" fmla="*/ 1340055 w 12192000"/>
                <a:gd name="connsiteY170" fmla="*/ 595629 h 757168"/>
                <a:gd name="connsiteX171" fmla="*/ 1257271 w 12192000"/>
                <a:gd name="connsiteY171" fmla="*/ 581180 h 757168"/>
                <a:gd name="connsiteX172" fmla="*/ 1031914 w 12192000"/>
                <a:gd name="connsiteY172" fmla="*/ 562692 h 757168"/>
                <a:gd name="connsiteX173" fmla="*/ 922031 w 12192000"/>
                <a:gd name="connsiteY173" fmla="*/ 566853 h 757168"/>
                <a:gd name="connsiteX174" fmla="*/ 873250 w 12192000"/>
                <a:gd name="connsiteY174" fmla="*/ 563724 h 757168"/>
                <a:gd name="connsiteX175" fmla="*/ 711627 w 12192000"/>
                <a:gd name="connsiteY175" fmla="*/ 529880 h 757168"/>
                <a:gd name="connsiteX176" fmla="*/ 311112 w 12192000"/>
                <a:gd name="connsiteY176" fmla="*/ 525106 h 757168"/>
                <a:gd name="connsiteX177" fmla="*/ 184145 w 12192000"/>
                <a:gd name="connsiteY177" fmla="*/ 532188 h 757168"/>
                <a:gd name="connsiteX178" fmla="*/ 116886 w 12192000"/>
                <a:gd name="connsiteY178" fmla="*/ 530572 h 757168"/>
                <a:gd name="connsiteX179" fmla="*/ 23941 w 12192000"/>
                <a:gd name="connsiteY179" fmla="*/ 506433 h 757168"/>
                <a:gd name="connsiteX180" fmla="*/ 0 w 12192000"/>
                <a:gd name="connsiteY180" fmla="*/ 502149 h 75716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Lst>
              <a:rect l="l" t="t" r="r" b="b"/>
              <a:pathLst>
                <a:path w="12192000" h="757168">
                  <a:moveTo>
                    <a:pt x="0" y="0"/>
                  </a:moveTo>
                  <a:lnTo>
                    <a:pt x="41653" y="6945"/>
                  </a:lnTo>
                  <a:cubicBezTo>
                    <a:pt x="55151" y="9178"/>
                    <a:pt x="68996" y="11810"/>
                    <a:pt x="81317" y="15509"/>
                  </a:cubicBezTo>
                  <a:cubicBezTo>
                    <a:pt x="92911" y="18978"/>
                    <a:pt x="102562" y="24446"/>
                    <a:pt x="114150" y="28105"/>
                  </a:cubicBezTo>
                  <a:cubicBezTo>
                    <a:pt x="145644" y="37958"/>
                    <a:pt x="177914" y="47281"/>
                    <a:pt x="214865" y="58374"/>
                  </a:cubicBezTo>
                  <a:cubicBezTo>
                    <a:pt x="236680" y="42349"/>
                    <a:pt x="264438" y="53534"/>
                    <a:pt x="299237" y="63560"/>
                  </a:cubicBezTo>
                  <a:cubicBezTo>
                    <a:pt x="334763" y="73816"/>
                    <a:pt x="376093" y="78654"/>
                    <a:pt x="415570" y="83774"/>
                  </a:cubicBezTo>
                  <a:cubicBezTo>
                    <a:pt x="487949" y="93100"/>
                    <a:pt x="560804" y="100354"/>
                    <a:pt x="633210" y="109108"/>
                  </a:cubicBezTo>
                  <a:cubicBezTo>
                    <a:pt x="648566" y="111058"/>
                    <a:pt x="666073" y="114072"/>
                    <a:pt x="677567" y="119446"/>
                  </a:cubicBezTo>
                  <a:cubicBezTo>
                    <a:pt x="756262" y="155621"/>
                    <a:pt x="853422" y="169678"/>
                    <a:pt x="946429" y="171502"/>
                  </a:cubicBezTo>
                  <a:cubicBezTo>
                    <a:pt x="1019582" y="173044"/>
                    <a:pt x="1091239" y="175083"/>
                    <a:pt x="1163367" y="182106"/>
                  </a:cubicBezTo>
                  <a:cubicBezTo>
                    <a:pt x="1168863" y="182586"/>
                    <a:pt x="1176224" y="182589"/>
                    <a:pt x="1180337" y="181279"/>
                  </a:cubicBezTo>
                  <a:cubicBezTo>
                    <a:pt x="1205822" y="172503"/>
                    <a:pt x="1231920" y="173109"/>
                    <a:pt x="1263939" y="173070"/>
                  </a:cubicBezTo>
                  <a:cubicBezTo>
                    <a:pt x="1309211" y="172961"/>
                    <a:pt x="1350592" y="176848"/>
                    <a:pt x="1392213" y="183225"/>
                  </a:cubicBezTo>
                  <a:cubicBezTo>
                    <a:pt x="1422516" y="187866"/>
                    <a:pt x="1453010" y="195759"/>
                    <a:pt x="1479752" y="205174"/>
                  </a:cubicBezTo>
                  <a:cubicBezTo>
                    <a:pt x="1516962" y="218381"/>
                    <a:pt x="1553071" y="224660"/>
                    <a:pt x="1589813" y="211706"/>
                  </a:cubicBezTo>
                  <a:cubicBezTo>
                    <a:pt x="1629541" y="197953"/>
                    <a:pt x="1673292" y="205778"/>
                    <a:pt x="1716264" y="207459"/>
                  </a:cubicBezTo>
                  <a:cubicBezTo>
                    <a:pt x="1734988" y="208248"/>
                    <a:pt x="1754789" y="209668"/>
                    <a:pt x="1772900" y="208137"/>
                  </a:cubicBezTo>
                  <a:cubicBezTo>
                    <a:pt x="1825381" y="203828"/>
                    <a:pt x="1876222" y="195808"/>
                    <a:pt x="1929319" y="193822"/>
                  </a:cubicBezTo>
                  <a:cubicBezTo>
                    <a:pt x="1958819" y="192698"/>
                    <a:pt x="1991232" y="199166"/>
                    <a:pt x="2021514" y="204186"/>
                  </a:cubicBezTo>
                  <a:cubicBezTo>
                    <a:pt x="2052154" y="209417"/>
                    <a:pt x="2082323" y="216530"/>
                    <a:pt x="2111753" y="223797"/>
                  </a:cubicBezTo>
                  <a:cubicBezTo>
                    <a:pt x="2131736" y="228659"/>
                    <a:pt x="2153567" y="233429"/>
                    <a:pt x="2169356" y="241125"/>
                  </a:cubicBezTo>
                  <a:cubicBezTo>
                    <a:pt x="2205243" y="258649"/>
                    <a:pt x="2242901" y="263295"/>
                    <a:pt x="2286638" y="257382"/>
                  </a:cubicBezTo>
                  <a:cubicBezTo>
                    <a:pt x="2293313" y="256396"/>
                    <a:pt x="2301018" y="256799"/>
                    <a:pt x="2308368" y="256995"/>
                  </a:cubicBezTo>
                  <a:cubicBezTo>
                    <a:pt x="2426026" y="259155"/>
                    <a:pt x="2543593" y="262834"/>
                    <a:pt x="2660621" y="262863"/>
                  </a:cubicBezTo>
                  <a:cubicBezTo>
                    <a:pt x="2708088" y="262871"/>
                    <a:pt x="2754165" y="254412"/>
                    <a:pt x="2801134" y="250006"/>
                  </a:cubicBezTo>
                  <a:cubicBezTo>
                    <a:pt x="2810748" y="249174"/>
                    <a:pt x="2821504" y="247638"/>
                    <a:pt x="2830994" y="249091"/>
                  </a:cubicBezTo>
                  <a:cubicBezTo>
                    <a:pt x="2934354" y="264045"/>
                    <a:pt x="3032340" y="255254"/>
                    <a:pt x="3129084" y="242009"/>
                  </a:cubicBezTo>
                  <a:cubicBezTo>
                    <a:pt x="3139090" y="240625"/>
                    <a:pt x="3151170" y="241831"/>
                    <a:pt x="3162162" y="242789"/>
                  </a:cubicBezTo>
                  <a:cubicBezTo>
                    <a:pt x="3192925" y="245736"/>
                    <a:pt x="3225969" y="254145"/>
                    <a:pt x="3254072" y="251612"/>
                  </a:cubicBezTo>
                  <a:cubicBezTo>
                    <a:pt x="3328782" y="244461"/>
                    <a:pt x="3402881" y="234992"/>
                    <a:pt x="3473491" y="221903"/>
                  </a:cubicBezTo>
                  <a:cubicBezTo>
                    <a:pt x="3545212" y="208683"/>
                    <a:pt x="3611651" y="197856"/>
                    <a:pt x="3691860" y="219228"/>
                  </a:cubicBezTo>
                  <a:cubicBezTo>
                    <a:pt x="3725977" y="228268"/>
                    <a:pt x="3771754" y="225515"/>
                    <a:pt x="3811494" y="225691"/>
                  </a:cubicBezTo>
                  <a:cubicBezTo>
                    <a:pt x="3840564" y="225687"/>
                    <a:pt x="3868906" y="218586"/>
                    <a:pt x="3897533" y="220087"/>
                  </a:cubicBezTo>
                  <a:cubicBezTo>
                    <a:pt x="3973874" y="224087"/>
                    <a:pt x="4042293" y="217563"/>
                    <a:pt x="4109430" y="200477"/>
                  </a:cubicBezTo>
                  <a:cubicBezTo>
                    <a:pt x="4135544" y="193834"/>
                    <a:pt x="4175268" y="201258"/>
                    <a:pt x="4208772" y="200914"/>
                  </a:cubicBezTo>
                  <a:cubicBezTo>
                    <a:pt x="4244136" y="200288"/>
                    <a:pt x="4280583" y="199908"/>
                    <a:pt x="4314641" y="196159"/>
                  </a:cubicBezTo>
                  <a:cubicBezTo>
                    <a:pt x="4402743" y="186278"/>
                    <a:pt x="4489848" y="174436"/>
                    <a:pt x="4577622" y="163774"/>
                  </a:cubicBezTo>
                  <a:cubicBezTo>
                    <a:pt x="4649843" y="154967"/>
                    <a:pt x="4719794" y="168553"/>
                    <a:pt x="4790345" y="177592"/>
                  </a:cubicBezTo>
                  <a:cubicBezTo>
                    <a:pt x="4834576" y="183345"/>
                    <a:pt x="4875614" y="193701"/>
                    <a:pt x="4926164" y="184139"/>
                  </a:cubicBezTo>
                  <a:cubicBezTo>
                    <a:pt x="4974485" y="175032"/>
                    <a:pt x="5034899" y="180870"/>
                    <a:pt x="5088812" y="177401"/>
                  </a:cubicBezTo>
                  <a:cubicBezTo>
                    <a:pt x="5134238" y="174439"/>
                    <a:pt x="5178353" y="168165"/>
                    <a:pt x="5222466" y="162082"/>
                  </a:cubicBezTo>
                  <a:cubicBezTo>
                    <a:pt x="5282519" y="153783"/>
                    <a:pt x="5341864" y="144876"/>
                    <a:pt x="5406528" y="153987"/>
                  </a:cubicBezTo>
                  <a:cubicBezTo>
                    <a:pt x="5479960" y="164323"/>
                    <a:pt x="5531876" y="142624"/>
                    <a:pt x="5590716" y="129490"/>
                  </a:cubicBezTo>
                  <a:cubicBezTo>
                    <a:pt x="5631296" y="120553"/>
                    <a:pt x="5675395" y="114659"/>
                    <a:pt x="5719429" y="110099"/>
                  </a:cubicBezTo>
                  <a:cubicBezTo>
                    <a:pt x="5778247" y="104215"/>
                    <a:pt x="5838715" y="102042"/>
                    <a:pt x="5897895" y="96368"/>
                  </a:cubicBezTo>
                  <a:cubicBezTo>
                    <a:pt x="5987399" y="87895"/>
                    <a:pt x="6077855" y="82333"/>
                    <a:pt x="6169957" y="94411"/>
                  </a:cubicBezTo>
                  <a:cubicBezTo>
                    <a:pt x="6212360" y="99875"/>
                    <a:pt x="6252010" y="101763"/>
                    <a:pt x="6294827" y="99236"/>
                  </a:cubicBezTo>
                  <a:cubicBezTo>
                    <a:pt x="6364965" y="95091"/>
                    <a:pt x="6436581" y="97891"/>
                    <a:pt x="6494261" y="71724"/>
                  </a:cubicBezTo>
                  <a:cubicBezTo>
                    <a:pt x="6514615" y="62488"/>
                    <a:pt x="6550354" y="61691"/>
                    <a:pt x="6579627" y="57883"/>
                  </a:cubicBezTo>
                  <a:cubicBezTo>
                    <a:pt x="6613354" y="53353"/>
                    <a:pt x="6637770" y="57878"/>
                    <a:pt x="6654800" y="77086"/>
                  </a:cubicBezTo>
                  <a:cubicBezTo>
                    <a:pt x="6662444" y="85688"/>
                    <a:pt x="6685147" y="94892"/>
                    <a:pt x="6703059" y="97166"/>
                  </a:cubicBezTo>
                  <a:cubicBezTo>
                    <a:pt x="6756799" y="103989"/>
                    <a:pt x="6806654" y="100687"/>
                    <a:pt x="6859445" y="90481"/>
                  </a:cubicBezTo>
                  <a:cubicBezTo>
                    <a:pt x="6908894" y="80861"/>
                    <a:pt x="6969747" y="85387"/>
                    <a:pt x="7025414" y="83536"/>
                  </a:cubicBezTo>
                  <a:cubicBezTo>
                    <a:pt x="7064862" y="82168"/>
                    <a:pt x="7104501" y="77186"/>
                    <a:pt x="7144137" y="79264"/>
                  </a:cubicBezTo>
                  <a:cubicBezTo>
                    <a:pt x="7193316" y="81841"/>
                    <a:pt x="7241809" y="90488"/>
                    <a:pt x="7291235" y="95367"/>
                  </a:cubicBezTo>
                  <a:cubicBezTo>
                    <a:pt x="7329668" y="99288"/>
                    <a:pt x="7368978" y="100585"/>
                    <a:pt x="7407395" y="104888"/>
                  </a:cubicBezTo>
                  <a:cubicBezTo>
                    <a:pt x="7438868" y="108256"/>
                    <a:pt x="7469832" y="114265"/>
                    <a:pt x="7500837" y="119515"/>
                  </a:cubicBezTo>
                  <a:cubicBezTo>
                    <a:pt x="7512146" y="121444"/>
                    <a:pt x="7523255" y="127178"/>
                    <a:pt x="7533567" y="126955"/>
                  </a:cubicBezTo>
                  <a:cubicBezTo>
                    <a:pt x="7636025" y="124121"/>
                    <a:pt x="7707510" y="164497"/>
                    <a:pt x="7792910" y="185188"/>
                  </a:cubicBezTo>
                  <a:cubicBezTo>
                    <a:pt x="7882663" y="207063"/>
                    <a:pt x="7969001" y="237914"/>
                    <a:pt x="8070699" y="235423"/>
                  </a:cubicBezTo>
                  <a:cubicBezTo>
                    <a:pt x="8132239" y="233879"/>
                    <a:pt x="8191903" y="225939"/>
                    <a:pt x="8253177" y="222473"/>
                  </a:cubicBezTo>
                  <a:cubicBezTo>
                    <a:pt x="8274949" y="221324"/>
                    <a:pt x="8299150" y="222976"/>
                    <a:pt x="8320683" y="226393"/>
                  </a:cubicBezTo>
                  <a:cubicBezTo>
                    <a:pt x="8424731" y="242340"/>
                    <a:pt x="8527777" y="249266"/>
                    <a:pt x="8631438" y="237528"/>
                  </a:cubicBezTo>
                  <a:cubicBezTo>
                    <a:pt x="8649201" y="235596"/>
                    <a:pt x="8668058" y="233915"/>
                    <a:pt x="8686410" y="234877"/>
                  </a:cubicBezTo>
                  <a:cubicBezTo>
                    <a:pt x="8786966" y="240146"/>
                    <a:pt x="8885480" y="249315"/>
                    <a:pt x="8980658" y="273001"/>
                  </a:cubicBezTo>
                  <a:cubicBezTo>
                    <a:pt x="9012626" y="280972"/>
                    <a:pt x="9052108" y="279035"/>
                    <a:pt x="9087625" y="282423"/>
                  </a:cubicBezTo>
                  <a:cubicBezTo>
                    <a:pt x="9120583" y="285484"/>
                    <a:pt x="9154319" y="287825"/>
                    <a:pt x="9186017" y="293875"/>
                  </a:cubicBezTo>
                  <a:cubicBezTo>
                    <a:pt x="9232288" y="302785"/>
                    <a:pt x="9275554" y="305815"/>
                    <a:pt x="9323931" y="302628"/>
                  </a:cubicBezTo>
                  <a:cubicBezTo>
                    <a:pt x="9370084" y="299705"/>
                    <a:pt x="9419491" y="304964"/>
                    <a:pt x="9467213" y="307275"/>
                  </a:cubicBezTo>
                  <a:cubicBezTo>
                    <a:pt x="9520438" y="309874"/>
                    <a:pt x="9573661" y="312473"/>
                    <a:pt x="9626826" y="316213"/>
                  </a:cubicBezTo>
                  <a:cubicBezTo>
                    <a:pt x="9648094" y="317708"/>
                    <a:pt x="9671915" y="326588"/>
                    <a:pt x="9689696" y="324467"/>
                  </a:cubicBezTo>
                  <a:cubicBezTo>
                    <a:pt x="9747117" y="317175"/>
                    <a:pt x="9803355" y="332523"/>
                    <a:pt x="9860526" y="329986"/>
                  </a:cubicBezTo>
                  <a:cubicBezTo>
                    <a:pt x="9888572" y="328594"/>
                    <a:pt x="9919723" y="338048"/>
                    <a:pt x="9949775" y="340386"/>
                  </a:cubicBezTo>
                  <a:cubicBezTo>
                    <a:pt x="9998886" y="344296"/>
                    <a:pt x="10048092" y="346302"/>
                    <a:pt x="10097252" y="349262"/>
                  </a:cubicBezTo>
                  <a:cubicBezTo>
                    <a:pt x="10113390" y="350297"/>
                    <a:pt x="10129133" y="351886"/>
                    <a:pt x="10145261" y="353113"/>
                  </a:cubicBezTo>
                  <a:cubicBezTo>
                    <a:pt x="10159555" y="354243"/>
                    <a:pt x="10174512" y="356743"/>
                    <a:pt x="10188159" y="356124"/>
                  </a:cubicBezTo>
                  <a:cubicBezTo>
                    <a:pt x="10237589" y="353944"/>
                    <a:pt x="10286441" y="348682"/>
                    <a:pt x="10336144" y="348235"/>
                  </a:cubicBezTo>
                  <a:cubicBezTo>
                    <a:pt x="10379222" y="347822"/>
                    <a:pt x="10423443" y="353764"/>
                    <a:pt x="10466847" y="354131"/>
                  </a:cubicBezTo>
                  <a:cubicBezTo>
                    <a:pt x="10543353" y="354898"/>
                    <a:pt x="10619988" y="353190"/>
                    <a:pt x="10696514" y="353575"/>
                  </a:cubicBezTo>
                  <a:cubicBezTo>
                    <a:pt x="10713071" y="353680"/>
                    <a:pt x="10730069" y="359342"/>
                    <a:pt x="10746932" y="360606"/>
                  </a:cubicBezTo>
                  <a:cubicBezTo>
                    <a:pt x="10799731" y="364326"/>
                    <a:pt x="10852569" y="367289"/>
                    <a:pt x="10905388" y="370627"/>
                  </a:cubicBezTo>
                  <a:cubicBezTo>
                    <a:pt x="10935470" y="372396"/>
                    <a:pt x="10965963" y="373421"/>
                    <a:pt x="10995602" y="376691"/>
                  </a:cubicBezTo>
                  <a:cubicBezTo>
                    <a:pt x="11034750" y="381032"/>
                    <a:pt x="11070168" y="386324"/>
                    <a:pt x="11107647" y="373405"/>
                  </a:cubicBezTo>
                  <a:cubicBezTo>
                    <a:pt x="11165372" y="353347"/>
                    <a:pt x="11236837" y="366060"/>
                    <a:pt x="11302440" y="364156"/>
                  </a:cubicBezTo>
                  <a:cubicBezTo>
                    <a:pt x="11319394" y="363708"/>
                    <a:pt x="11336655" y="364422"/>
                    <a:pt x="11353613" y="363785"/>
                  </a:cubicBezTo>
                  <a:cubicBezTo>
                    <a:pt x="11384961" y="362566"/>
                    <a:pt x="11415955" y="360947"/>
                    <a:pt x="11447323" y="359346"/>
                  </a:cubicBezTo>
                  <a:cubicBezTo>
                    <a:pt x="11452855" y="359066"/>
                    <a:pt x="11459104" y="359200"/>
                    <a:pt x="11464292" y="358519"/>
                  </a:cubicBezTo>
                  <a:cubicBezTo>
                    <a:pt x="11512058" y="353010"/>
                    <a:pt x="11559143" y="346321"/>
                    <a:pt x="11607560" y="342370"/>
                  </a:cubicBezTo>
                  <a:cubicBezTo>
                    <a:pt x="11631218" y="340368"/>
                    <a:pt x="11657295" y="341352"/>
                    <a:pt x="11681426" y="344335"/>
                  </a:cubicBezTo>
                  <a:cubicBezTo>
                    <a:pt x="11751997" y="352993"/>
                    <a:pt x="11821986" y="358760"/>
                    <a:pt x="11893565" y="355261"/>
                  </a:cubicBezTo>
                  <a:cubicBezTo>
                    <a:pt x="11921973" y="353889"/>
                    <a:pt x="11953288" y="360300"/>
                    <a:pt x="11983290" y="363588"/>
                  </a:cubicBezTo>
                  <a:lnTo>
                    <a:pt x="12192000" y="388018"/>
                  </a:lnTo>
                  <a:lnTo>
                    <a:pt x="12192000" y="577115"/>
                  </a:lnTo>
                  <a:lnTo>
                    <a:pt x="12157329" y="588862"/>
                  </a:lnTo>
                  <a:cubicBezTo>
                    <a:pt x="12118393" y="608572"/>
                    <a:pt x="12109715" y="605637"/>
                    <a:pt x="12066948" y="586034"/>
                  </a:cubicBezTo>
                  <a:cubicBezTo>
                    <a:pt x="12016991" y="563193"/>
                    <a:pt x="11965119" y="541779"/>
                    <a:pt x="11911344" y="521599"/>
                  </a:cubicBezTo>
                  <a:cubicBezTo>
                    <a:pt x="11894383" y="515178"/>
                    <a:pt x="11869417" y="514060"/>
                    <a:pt x="11847823" y="511785"/>
                  </a:cubicBezTo>
                  <a:cubicBezTo>
                    <a:pt x="11811233" y="507768"/>
                    <a:pt x="11773630" y="501982"/>
                    <a:pt x="11737547" y="502380"/>
                  </a:cubicBezTo>
                  <a:cubicBezTo>
                    <a:pt x="11702930" y="502855"/>
                    <a:pt x="11668388" y="508866"/>
                    <a:pt x="11636052" y="514993"/>
                  </a:cubicBezTo>
                  <a:cubicBezTo>
                    <a:pt x="11545722" y="532199"/>
                    <a:pt x="11462455" y="555118"/>
                    <a:pt x="11394706" y="590867"/>
                  </a:cubicBezTo>
                  <a:cubicBezTo>
                    <a:pt x="11385999" y="595562"/>
                    <a:pt x="11369016" y="596581"/>
                    <a:pt x="11354978" y="597561"/>
                  </a:cubicBezTo>
                  <a:cubicBezTo>
                    <a:pt x="11332076" y="599224"/>
                    <a:pt x="11308448" y="600655"/>
                    <a:pt x="11285306" y="599825"/>
                  </a:cubicBezTo>
                  <a:cubicBezTo>
                    <a:pt x="11172906" y="595841"/>
                    <a:pt x="11083430" y="617861"/>
                    <a:pt x="11008528" y="656670"/>
                  </a:cubicBezTo>
                  <a:cubicBezTo>
                    <a:pt x="10986971" y="667750"/>
                    <a:pt x="10970753" y="668236"/>
                    <a:pt x="10948735" y="652964"/>
                  </a:cubicBezTo>
                  <a:cubicBezTo>
                    <a:pt x="10923173" y="635218"/>
                    <a:pt x="10885031" y="639705"/>
                    <a:pt x="10850698" y="641721"/>
                  </a:cubicBezTo>
                  <a:cubicBezTo>
                    <a:pt x="10815269" y="643680"/>
                    <a:pt x="10779458" y="645811"/>
                    <a:pt x="10744026" y="647769"/>
                  </a:cubicBezTo>
                  <a:cubicBezTo>
                    <a:pt x="10717832" y="649066"/>
                    <a:pt x="10692021" y="650003"/>
                    <a:pt x="10666160" y="651891"/>
                  </a:cubicBezTo>
                  <a:cubicBezTo>
                    <a:pt x="10585627" y="657783"/>
                    <a:pt x="10513854" y="650969"/>
                    <a:pt x="10450521" y="616552"/>
                  </a:cubicBezTo>
                  <a:cubicBezTo>
                    <a:pt x="10402221" y="590175"/>
                    <a:pt x="10339099" y="579806"/>
                    <a:pt x="10271192" y="583498"/>
                  </a:cubicBezTo>
                  <a:cubicBezTo>
                    <a:pt x="10262701" y="584006"/>
                    <a:pt x="10251859" y="587254"/>
                    <a:pt x="10246067" y="585423"/>
                  </a:cubicBezTo>
                  <a:cubicBezTo>
                    <a:pt x="10158786" y="558528"/>
                    <a:pt x="10086634" y="594049"/>
                    <a:pt x="10005027" y="592252"/>
                  </a:cubicBezTo>
                  <a:cubicBezTo>
                    <a:pt x="9969004" y="591507"/>
                    <a:pt x="9931565" y="603664"/>
                    <a:pt x="9898681" y="613195"/>
                  </a:cubicBezTo>
                  <a:cubicBezTo>
                    <a:pt x="9853463" y="626281"/>
                    <a:pt x="9813049" y="639042"/>
                    <a:pt x="9753225" y="629038"/>
                  </a:cubicBezTo>
                  <a:cubicBezTo>
                    <a:pt x="9693404" y="618845"/>
                    <a:pt x="9637675" y="628898"/>
                    <a:pt x="9591376" y="648601"/>
                  </a:cubicBezTo>
                  <a:cubicBezTo>
                    <a:pt x="9556001" y="663537"/>
                    <a:pt x="9518120" y="663077"/>
                    <a:pt x="9472860" y="655936"/>
                  </a:cubicBezTo>
                  <a:cubicBezTo>
                    <a:pt x="9416283" y="647056"/>
                    <a:pt x="9357217" y="643578"/>
                    <a:pt x="9299788" y="636945"/>
                  </a:cubicBezTo>
                  <a:cubicBezTo>
                    <a:pt x="9287347" y="635531"/>
                    <a:pt x="9271710" y="632039"/>
                    <a:pt x="9264605" y="627087"/>
                  </a:cubicBezTo>
                  <a:cubicBezTo>
                    <a:pt x="9177661" y="565680"/>
                    <a:pt x="9051076" y="558473"/>
                    <a:pt x="8926435" y="549269"/>
                  </a:cubicBezTo>
                  <a:cubicBezTo>
                    <a:pt x="8850925" y="543595"/>
                    <a:pt x="8774954" y="539613"/>
                    <a:pt x="8698934" y="536583"/>
                  </a:cubicBezTo>
                  <a:cubicBezTo>
                    <a:pt x="8673232" y="535428"/>
                    <a:pt x="8645916" y="537050"/>
                    <a:pt x="8622862" y="541563"/>
                  </a:cubicBezTo>
                  <a:cubicBezTo>
                    <a:pt x="8574890" y="551069"/>
                    <a:pt x="8530403" y="564380"/>
                    <a:pt x="8482784" y="574094"/>
                  </a:cubicBezTo>
                  <a:cubicBezTo>
                    <a:pt x="8464923" y="577929"/>
                    <a:pt x="8442157" y="576927"/>
                    <a:pt x="8421565" y="576610"/>
                  </a:cubicBezTo>
                  <a:cubicBezTo>
                    <a:pt x="8385152" y="576229"/>
                    <a:pt x="8345023" y="569546"/>
                    <a:pt x="8313469" y="574762"/>
                  </a:cubicBezTo>
                  <a:cubicBezTo>
                    <a:pt x="8231431" y="588203"/>
                    <a:pt x="8155671" y="580227"/>
                    <a:pt x="8079520" y="558685"/>
                  </a:cubicBezTo>
                  <a:cubicBezTo>
                    <a:pt x="7972906" y="528487"/>
                    <a:pt x="7870782" y="525043"/>
                    <a:pt x="7773327" y="558854"/>
                  </a:cubicBezTo>
                  <a:cubicBezTo>
                    <a:pt x="7729470" y="574107"/>
                    <a:pt x="7688069" y="563543"/>
                    <a:pt x="7652477" y="547561"/>
                  </a:cubicBezTo>
                  <a:cubicBezTo>
                    <a:pt x="7611494" y="529005"/>
                    <a:pt x="7570974" y="522685"/>
                    <a:pt x="7522274" y="532150"/>
                  </a:cubicBezTo>
                  <a:cubicBezTo>
                    <a:pt x="7511488" y="534257"/>
                    <a:pt x="7496511" y="532136"/>
                    <a:pt x="7484080" y="530532"/>
                  </a:cubicBezTo>
                  <a:cubicBezTo>
                    <a:pt x="7413133" y="522044"/>
                    <a:pt x="7341987" y="510303"/>
                    <a:pt x="7282277" y="540177"/>
                  </a:cubicBezTo>
                  <a:cubicBezTo>
                    <a:pt x="7270558" y="546051"/>
                    <a:pt x="7251336" y="547713"/>
                    <a:pt x="7235690" y="551282"/>
                  </a:cubicBezTo>
                  <a:cubicBezTo>
                    <a:pt x="7170161" y="565782"/>
                    <a:pt x="7172820" y="564203"/>
                    <a:pt x="7116339" y="539494"/>
                  </a:cubicBezTo>
                  <a:cubicBezTo>
                    <a:pt x="7086841" y="526502"/>
                    <a:pt x="7045980" y="512724"/>
                    <a:pt x="7011067" y="511848"/>
                  </a:cubicBezTo>
                  <a:cubicBezTo>
                    <a:pt x="6800473" y="506533"/>
                    <a:pt x="6601893" y="468653"/>
                    <a:pt x="6403234" y="432296"/>
                  </a:cubicBezTo>
                  <a:cubicBezTo>
                    <a:pt x="6280760" y="409851"/>
                    <a:pt x="6160432" y="402592"/>
                    <a:pt x="6036273" y="412301"/>
                  </a:cubicBezTo>
                  <a:cubicBezTo>
                    <a:pt x="5946471" y="419425"/>
                    <a:pt x="5863077" y="395593"/>
                    <a:pt x="5780467" y="377910"/>
                  </a:cubicBezTo>
                  <a:cubicBezTo>
                    <a:pt x="5763357" y="374343"/>
                    <a:pt x="5747757" y="363033"/>
                    <a:pt x="5739051" y="353609"/>
                  </a:cubicBezTo>
                  <a:cubicBezTo>
                    <a:pt x="5707675" y="320294"/>
                    <a:pt x="5653252" y="312483"/>
                    <a:pt x="5583566" y="321995"/>
                  </a:cubicBezTo>
                  <a:cubicBezTo>
                    <a:pt x="5528347" y="329404"/>
                    <a:pt x="5477716" y="340486"/>
                    <a:pt x="5432030" y="362512"/>
                  </a:cubicBezTo>
                  <a:cubicBezTo>
                    <a:pt x="5378421" y="388318"/>
                    <a:pt x="5322767" y="418026"/>
                    <a:pt x="5241398" y="425781"/>
                  </a:cubicBezTo>
                  <a:cubicBezTo>
                    <a:pt x="5206262" y="429089"/>
                    <a:pt x="5176131" y="428273"/>
                    <a:pt x="5139710" y="421022"/>
                  </a:cubicBezTo>
                  <a:cubicBezTo>
                    <a:pt x="5069048" y="407018"/>
                    <a:pt x="4997864" y="396037"/>
                    <a:pt x="4929402" y="424310"/>
                  </a:cubicBezTo>
                  <a:cubicBezTo>
                    <a:pt x="4891785" y="439890"/>
                    <a:pt x="4841650" y="448519"/>
                    <a:pt x="4782793" y="441046"/>
                  </a:cubicBezTo>
                  <a:cubicBezTo>
                    <a:pt x="4709316" y="431663"/>
                    <a:pt x="4641426" y="442031"/>
                    <a:pt x="4577594" y="459290"/>
                  </a:cubicBezTo>
                  <a:cubicBezTo>
                    <a:pt x="4554816" y="465538"/>
                    <a:pt x="4527069" y="468279"/>
                    <a:pt x="4500826" y="470529"/>
                  </a:cubicBezTo>
                  <a:cubicBezTo>
                    <a:pt x="4440199" y="475746"/>
                    <a:pt x="4379252" y="479993"/>
                    <a:pt x="4317973" y="483649"/>
                  </a:cubicBezTo>
                  <a:cubicBezTo>
                    <a:pt x="4267762" y="486741"/>
                    <a:pt x="4217264" y="488292"/>
                    <a:pt x="4166722" y="490602"/>
                  </a:cubicBezTo>
                  <a:cubicBezTo>
                    <a:pt x="4111394" y="493045"/>
                    <a:pt x="4067073" y="503124"/>
                    <a:pt x="4042814" y="530660"/>
                  </a:cubicBezTo>
                  <a:cubicBezTo>
                    <a:pt x="4034996" y="539407"/>
                    <a:pt x="4017001" y="545715"/>
                    <a:pt x="4002653" y="552594"/>
                  </a:cubicBezTo>
                  <a:cubicBezTo>
                    <a:pt x="3992459" y="557592"/>
                    <a:pt x="3979023" y="561086"/>
                    <a:pt x="3969549" y="566312"/>
                  </a:cubicBezTo>
                  <a:cubicBezTo>
                    <a:pt x="3919896" y="593854"/>
                    <a:pt x="3870968" y="621622"/>
                    <a:pt x="3821685" y="649183"/>
                  </a:cubicBezTo>
                  <a:cubicBezTo>
                    <a:pt x="3816761" y="651788"/>
                    <a:pt x="3811445" y="654943"/>
                    <a:pt x="3805138" y="655947"/>
                  </a:cubicBezTo>
                  <a:cubicBezTo>
                    <a:pt x="3739817" y="666451"/>
                    <a:pt x="3673801" y="676154"/>
                    <a:pt x="3609177" y="687459"/>
                  </a:cubicBezTo>
                  <a:cubicBezTo>
                    <a:pt x="3584288" y="691878"/>
                    <a:pt x="3558597" y="697589"/>
                    <a:pt x="3539727" y="706521"/>
                  </a:cubicBezTo>
                  <a:cubicBezTo>
                    <a:pt x="3496714" y="726780"/>
                    <a:pt x="3457268" y="749132"/>
                    <a:pt x="3396572" y="755681"/>
                  </a:cubicBezTo>
                  <a:cubicBezTo>
                    <a:pt x="3378807" y="757611"/>
                    <a:pt x="3357809" y="758036"/>
                    <a:pt x="3341054" y="754679"/>
                  </a:cubicBezTo>
                  <a:cubicBezTo>
                    <a:pt x="3272962" y="740809"/>
                    <a:pt x="3206471" y="724541"/>
                    <a:pt x="3138775" y="710120"/>
                  </a:cubicBezTo>
                  <a:cubicBezTo>
                    <a:pt x="3095820" y="701191"/>
                    <a:pt x="3056969" y="691141"/>
                    <a:pt x="3037283" y="666453"/>
                  </a:cubicBezTo>
                  <a:cubicBezTo>
                    <a:pt x="3031764" y="659487"/>
                    <a:pt x="3015626" y="651391"/>
                    <a:pt x="3002117" y="649347"/>
                  </a:cubicBezTo>
                  <a:cubicBezTo>
                    <a:pt x="2915220" y="636209"/>
                    <a:pt x="2829194" y="627503"/>
                    <a:pt x="2747294" y="652400"/>
                  </a:cubicBezTo>
                  <a:cubicBezTo>
                    <a:pt x="2730084" y="657794"/>
                    <a:pt x="2698519" y="656140"/>
                    <a:pt x="2676273" y="652304"/>
                  </a:cubicBezTo>
                  <a:cubicBezTo>
                    <a:pt x="2590546" y="637890"/>
                    <a:pt x="2508883" y="630176"/>
                    <a:pt x="2432360" y="657836"/>
                  </a:cubicBezTo>
                  <a:cubicBezTo>
                    <a:pt x="2423352" y="661179"/>
                    <a:pt x="2395274" y="656272"/>
                    <a:pt x="2382311" y="650824"/>
                  </a:cubicBezTo>
                  <a:cubicBezTo>
                    <a:pt x="2257393" y="597728"/>
                    <a:pt x="2187724" y="592930"/>
                    <a:pt x="2055134" y="630053"/>
                  </a:cubicBezTo>
                  <a:cubicBezTo>
                    <a:pt x="2046542" y="632464"/>
                    <a:pt x="2035364" y="635121"/>
                    <a:pt x="2031829" y="639324"/>
                  </a:cubicBezTo>
                  <a:cubicBezTo>
                    <a:pt x="2007977" y="666120"/>
                    <a:pt x="1960229" y="664380"/>
                    <a:pt x="1912764" y="664183"/>
                  </a:cubicBezTo>
                  <a:cubicBezTo>
                    <a:pt x="1860521" y="663924"/>
                    <a:pt x="1808236" y="664426"/>
                    <a:pt x="1755637" y="663960"/>
                  </a:cubicBezTo>
                  <a:cubicBezTo>
                    <a:pt x="1746439" y="663859"/>
                    <a:pt x="1736243" y="661799"/>
                    <a:pt x="1727159" y="659605"/>
                  </a:cubicBezTo>
                  <a:cubicBezTo>
                    <a:pt x="1692256" y="651480"/>
                    <a:pt x="1658604" y="640559"/>
                    <a:pt x="1622470" y="634850"/>
                  </a:cubicBezTo>
                  <a:cubicBezTo>
                    <a:pt x="1544362" y="622552"/>
                    <a:pt x="1469248" y="602210"/>
                    <a:pt x="1385955" y="604522"/>
                  </a:cubicBezTo>
                  <a:cubicBezTo>
                    <a:pt x="1371585" y="604913"/>
                    <a:pt x="1355357" y="598530"/>
                    <a:pt x="1340055" y="595629"/>
                  </a:cubicBezTo>
                  <a:cubicBezTo>
                    <a:pt x="1312351" y="590552"/>
                    <a:pt x="1285460" y="583993"/>
                    <a:pt x="1257271" y="581180"/>
                  </a:cubicBezTo>
                  <a:cubicBezTo>
                    <a:pt x="1182583" y="573830"/>
                    <a:pt x="1107142" y="566824"/>
                    <a:pt x="1031914" y="562692"/>
                  </a:cubicBezTo>
                  <a:cubicBezTo>
                    <a:pt x="995593" y="560597"/>
                    <a:pt x="958880" y="565923"/>
                    <a:pt x="922031" y="566853"/>
                  </a:cubicBezTo>
                  <a:cubicBezTo>
                    <a:pt x="905446" y="567320"/>
                    <a:pt x="878533" y="568199"/>
                    <a:pt x="873250" y="563724"/>
                  </a:cubicBezTo>
                  <a:cubicBezTo>
                    <a:pt x="832343" y="529722"/>
                    <a:pt x="772202" y="532674"/>
                    <a:pt x="711627" y="529880"/>
                  </a:cubicBezTo>
                  <a:cubicBezTo>
                    <a:pt x="577999" y="523641"/>
                    <a:pt x="447408" y="543696"/>
                    <a:pt x="311112" y="525106"/>
                  </a:cubicBezTo>
                  <a:cubicBezTo>
                    <a:pt x="271645" y="519795"/>
                    <a:pt x="226936" y="530235"/>
                    <a:pt x="184145" y="532188"/>
                  </a:cubicBezTo>
                  <a:cubicBezTo>
                    <a:pt x="162015" y="533128"/>
                    <a:pt x="137665" y="534333"/>
                    <a:pt x="116886" y="530572"/>
                  </a:cubicBezTo>
                  <a:cubicBezTo>
                    <a:pt x="84810" y="524693"/>
                    <a:pt x="54011" y="515448"/>
                    <a:pt x="23941" y="506433"/>
                  </a:cubicBezTo>
                  <a:lnTo>
                    <a:pt x="0" y="502149"/>
                  </a:lnTo>
                  <a:close/>
                </a:path>
              </a:pathLst>
            </a:custGeom>
            <a:blipFill>
              <a:blip r:embed="rId3">
                <a:alphaModFix amt="57000"/>
              </a:blip>
              <a:tile tx="0" ty="0" sx="100000" sy="100000" flip="none" algn="tl"/>
            </a:blip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grpSp>
    </p:spTree>
    <p:extLst>
      <p:ext uri="{BB962C8B-B14F-4D97-AF65-F5344CB8AC3E}">
        <p14:creationId xmlns:p14="http://schemas.microsoft.com/office/powerpoint/2010/main" val="737671890"/>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EC041430-15F1-CB49-D12E-B9A38E2DE3B6}"/>
              </a:ext>
            </a:extLst>
          </p:cNvPr>
          <p:cNvSpPr>
            <a:spLocks noGrp="1"/>
          </p:cNvSpPr>
          <p:nvPr>
            <p:ph type="title" idx="4294967295"/>
          </p:nvPr>
        </p:nvSpPr>
        <p:spPr>
          <a:xfrm>
            <a:off x="0" y="-1325563"/>
            <a:ext cx="7886700" cy="1325563"/>
          </a:xfrm>
        </p:spPr>
        <p:txBody>
          <a:bodyPr vert="horz" lIns="91440" tIns="45720" rIns="91440" bIns="45720" rtlCol="0" anchor="b">
            <a:normAutofit/>
          </a:bodyPr>
          <a:lstStyle/>
          <a:p>
            <a:r>
              <a:rPr lang="en-US" dirty="0"/>
              <a:t>The Timeline of AI Development</a:t>
            </a:r>
          </a:p>
        </p:txBody>
      </p:sp>
      <p:sp>
        <p:nvSpPr>
          <p:cNvPr id="4" name="AutoShape 2">
            <a:extLst>
              <a:ext uri="{FF2B5EF4-FFF2-40B4-BE49-F238E27FC236}">
                <a16:creationId xmlns:a16="http://schemas.microsoft.com/office/drawing/2014/main" id="{011284A3-47DB-4E45-9399-2C392DC95843}"/>
              </a:ext>
              <a:ext uri="{C183D7F6-B498-43B3-948B-1728B52AA6E4}">
                <adec:decorative xmlns:adec="http://schemas.microsoft.com/office/drawing/2017/decorative" val="1"/>
              </a:ext>
            </a:extLst>
          </p:cNvPr>
          <p:cNvSpPr>
            <a:spLocks noChangeAspect="1" noChangeArrowheads="1"/>
          </p:cNvSpPr>
          <p:nvPr/>
        </p:nvSpPr>
        <p:spPr bwMode="auto">
          <a:xfrm>
            <a:off x="4419600" y="32766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pic>
        <p:nvPicPr>
          <p:cNvPr id="4100" name="Picture 4" descr="The timeline of AI from first mechanical computers to Ggenerative AI.">
            <a:extLst>
              <a:ext uri="{FF2B5EF4-FFF2-40B4-BE49-F238E27FC236}">
                <a16:creationId xmlns:a16="http://schemas.microsoft.com/office/drawing/2014/main" id="{B8AA1387-679B-49E7-A37A-662D4981DC12}"/>
              </a:ext>
            </a:extLst>
          </p:cNvPr>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68581" y="0"/>
            <a:ext cx="6987599" cy="5613991"/>
          </a:xfrm>
          <a:prstGeom prst="rect">
            <a:avLst/>
          </a:prstGeom>
          <a:noFill/>
          <a:extLst>
            <a:ext uri="{909E8E84-426E-40DD-AFC4-6F175D3DCCD1}">
              <a14:hiddenFill xmlns:a14="http://schemas.microsoft.com/office/drawing/2010/main">
                <a:solidFill>
                  <a:srgbClr val="FFFFFF"/>
                </a:solidFill>
              </a14:hiddenFill>
            </a:ext>
          </a:extLst>
        </p:spPr>
      </p:pic>
      <p:sp>
        <p:nvSpPr>
          <p:cNvPr id="5" name="TextBox 4">
            <a:extLst>
              <a:ext uri="{FF2B5EF4-FFF2-40B4-BE49-F238E27FC236}">
                <a16:creationId xmlns:a16="http://schemas.microsoft.com/office/drawing/2014/main" id="{7B6378B4-03BF-44BD-8450-3CD272657FCE}"/>
              </a:ext>
              <a:ext uri="{C183D7F6-B498-43B3-948B-1728B52AA6E4}">
                <adec:decorative xmlns:adec="http://schemas.microsoft.com/office/drawing/2017/decorative" val="1"/>
              </a:ext>
            </a:extLst>
          </p:cNvPr>
          <p:cNvSpPr txBox="1"/>
          <p:nvPr/>
        </p:nvSpPr>
        <p:spPr>
          <a:xfrm>
            <a:off x="3312961" y="6571579"/>
            <a:ext cx="5711820" cy="261610"/>
          </a:xfrm>
          <a:prstGeom prst="rect">
            <a:avLst/>
          </a:prstGeom>
          <a:noFill/>
        </p:spPr>
        <p:txBody>
          <a:bodyPr wrap="none" rtlCol="0">
            <a:spAutoFit/>
          </a:bodyPr>
          <a:lstStyle/>
          <a:p>
            <a:r>
              <a:rPr lang="en-US" sz="1100" dirty="0"/>
              <a:t>Source: </a:t>
            </a:r>
            <a:r>
              <a:rPr lang="en-US" sz="1100" dirty="0">
                <a:hlinkClick r:id="rId3"/>
              </a:rPr>
              <a:t>https://qbi.uq.edu.au/brain/intelligent-machines/history-artificial-intelligence</a:t>
            </a:r>
            <a:r>
              <a:rPr lang="en-US" sz="1100" dirty="0"/>
              <a:t> + additions</a:t>
            </a:r>
          </a:p>
        </p:txBody>
      </p:sp>
      <p:sp>
        <p:nvSpPr>
          <p:cNvPr id="8" name="Rectangle 7">
            <a:extLst>
              <a:ext uri="{FF2B5EF4-FFF2-40B4-BE49-F238E27FC236}">
                <a16:creationId xmlns:a16="http://schemas.microsoft.com/office/drawing/2014/main" id="{C7620384-44A7-1A64-1236-262B91A7CD21}"/>
              </a:ext>
              <a:ext uri="{C183D7F6-B498-43B3-948B-1728B52AA6E4}">
                <adec:decorative xmlns:adec="http://schemas.microsoft.com/office/drawing/2017/decorative" val="1"/>
              </a:ext>
            </a:extLst>
          </p:cNvPr>
          <p:cNvSpPr/>
          <p:nvPr/>
        </p:nvSpPr>
        <p:spPr>
          <a:xfrm>
            <a:off x="5932386" y="4917114"/>
            <a:ext cx="1198467" cy="795332"/>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 name="Rectangle 8">
            <a:extLst>
              <a:ext uri="{FF2B5EF4-FFF2-40B4-BE49-F238E27FC236}">
                <a16:creationId xmlns:a16="http://schemas.microsoft.com/office/drawing/2014/main" id="{77BCD33F-3055-7CE8-716C-F0439E5A1B3D}"/>
              </a:ext>
              <a:ext uri="{C183D7F6-B498-43B3-948B-1728B52AA6E4}">
                <adec:decorative xmlns:adec="http://schemas.microsoft.com/office/drawing/2017/decorative" val="1"/>
              </a:ext>
            </a:extLst>
          </p:cNvPr>
          <p:cNvSpPr/>
          <p:nvPr/>
        </p:nvSpPr>
        <p:spPr>
          <a:xfrm>
            <a:off x="6648047" y="4419828"/>
            <a:ext cx="1198467" cy="795332"/>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1" name="Straight Arrow Connector 10">
            <a:extLst>
              <a:ext uri="{FF2B5EF4-FFF2-40B4-BE49-F238E27FC236}">
                <a16:creationId xmlns:a16="http://schemas.microsoft.com/office/drawing/2014/main" id="{AFE991F4-60E0-0233-1254-B5BC08842CA8}"/>
              </a:ext>
              <a:ext uri="{C183D7F6-B498-43B3-948B-1728B52AA6E4}">
                <adec:decorative xmlns:adec="http://schemas.microsoft.com/office/drawing/2017/decorative" val="1"/>
              </a:ext>
            </a:extLst>
          </p:cNvPr>
          <p:cNvCxnSpPr>
            <a:cxnSpLocks/>
          </p:cNvCxnSpPr>
          <p:nvPr/>
        </p:nvCxnSpPr>
        <p:spPr>
          <a:xfrm>
            <a:off x="6033033" y="4889283"/>
            <a:ext cx="2820888" cy="0"/>
          </a:xfrm>
          <a:prstGeom prst="straightConnector1">
            <a:avLst/>
          </a:prstGeom>
          <a:ln w="38100">
            <a:solidFill>
              <a:srgbClr val="5CC0D4"/>
            </a:solidFill>
            <a:headEnd type="none" w="med" len="med"/>
            <a:tailEnd type="triangle" w="med" len="med"/>
          </a:ln>
        </p:spPr>
        <p:style>
          <a:lnRef idx="3">
            <a:schemeClr val="accent5"/>
          </a:lnRef>
          <a:fillRef idx="0">
            <a:schemeClr val="accent5"/>
          </a:fillRef>
          <a:effectRef idx="2">
            <a:schemeClr val="accent5"/>
          </a:effectRef>
          <a:fontRef idx="minor">
            <a:schemeClr val="tx1"/>
          </a:fontRef>
        </p:style>
      </p:cxnSp>
      <p:sp>
        <p:nvSpPr>
          <p:cNvPr id="7" name="TextBox 6">
            <a:extLst>
              <a:ext uri="{FF2B5EF4-FFF2-40B4-BE49-F238E27FC236}">
                <a16:creationId xmlns:a16="http://schemas.microsoft.com/office/drawing/2014/main" id="{8C15E1F4-4D0A-562C-0F36-41E5743B2F2D}"/>
              </a:ext>
              <a:ext uri="{C183D7F6-B498-43B3-948B-1728B52AA6E4}">
                <adec:decorative xmlns:adec="http://schemas.microsoft.com/office/drawing/2017/decorative" val="0"/>
              </a:ext>
            </a:extLst>
          </p:cNvPr>
          <p:cNvSpPr txBox="1"/>
          <p:nvPr/>
        </p:nvSpPr>
        <p:spPr>
          <a:xfrm>
            <a:off x="1899733" y="5715000"/>
            <a:ext cx="2015018" cy="861774"/>
          </a:xfrm>
          <a:prstGeom prst="rect">
            <a:avLst/>
          </a:prstGeom>
          <a:noFill/>
        </p:spPr>
        <p:txBody>
          <a:bodyPr wrap="square" rtlCol="0">
            <a:spAutoFit/>
          </a:bodyPr>
          <a:lstStyle/>
          <a:p>
            <a:r>
              <a:rPr lang="en-US" sz="1000" dirty="0"/>
              <a:t>Deep Learning Revolution  (learning layered artificial neural networks) starts fueled by NVIDIA GPUs.  enables leaps in image processing and speech recognition.</a:t>
            </a:r>
          </a:p>
        </p:txBody>
      </p:sp>
      <p:sp>
        <p:nvSpPr>
          <p:cNvPr id="19" name="TextBox 18">
            <a:extLst>
              <a:ext uri="{FF2B5EF4-FFF2-40B4-BE49-F238E27FC236}">
                <a16:creationId xmlns:a16="http://schemas.microsoft.com/office/drawing/2014/main" id="{1581DE04-DF51-67D0-7E11-2C1FE15F7863}"/>
              </a:ext>
              <a:ext uri="{C183D7F6-B498-43B3-948B-1728B52AA6E4}">
                <adec:decorative xmlns:adec="http://schemas.microsoft.com/office/drawing/2017/decorative" val="0"/>
              </a:ext>
            </a:extLst>
          </p:cNvPr>
          <p:cNvSpPr txBox="1"/>
          <p:nvPr/>
        </p:nvSpPr>
        <p:spPr>
          <a:xfrm rot="16200000">
            <a:off x="6032610" y="4480216"/>
            <a:ext cx="600163" cy="307777"/>
          </a:xfrm>
          <a:prstGeom prst="rect">
            <a:avLst/>
          </a:prstGeom>
          <a:noFill/>
        </p:spPr>
        <p:txBody>
          <a:bodyPr wrap="square" rtlCol="0">
            <a:spAutoFit/>
          </a:bodyPr>
          <a:lstStyle/>
          <a:p>
            <a:r>
              <a:rPr lang="en-US" sz="1400" b="1" dirty="0">
                <a:solidFill>
                  <a:srgbClr val="5CC0D4"/>
                </a:solidFill>
                <a:latin typeface="Calibri" panose="020F0502020204030204" pitchFamily="34" charset="0"/>
                <a:cs typeface="Calibri" panose="020F0502020204030204" pitchFamily="34" charset="0"/>
              </a:rPr>
              <a:t>2017</a:t>
            </a:r>
          </a:p>
        </p:txBody>
      </p:sp>
      <p:sp>
        <p:nvSpPr>
          <p:cNvPr id="18" name="TextBox 17">
            <a:extLst>
              <a:ext uri="{FF2B5EF4-FFF2-40B4-BE49-F238E27FC236}">
                <a16:creationId xmlns:a16="http://schemas.microsoft.com/office/drawing/2014/main" id="{E41005D7-2B4F-FDEB-7546-A44E42BFA8E8}"/>
              </a:ext>
              <a:ext uri="{C183D7F6-B498-43B3-948B-1728B52AA6E4}">
                <adec:decorative xmlns:adec="http://schemas.microsoft.com/office/drawing/2017/decorative" val="0"/>
              </a:ext>
            </a:extLst>
          </p:cNvPr>
          <p:cNvSpPr txBox="1"/>
          <p:nvPr/>
        </p:nvSpPr>
        <p:spPr>
          <a:xfrm>
            <a:off x="6299459" y="4898213"/>
            <a:ext cx="952608" cy="861774"/>
          </a:xfrm>
          <a:prstGeom prst="rect">
            <a:avLst/>
          </a:prstGeom>
          <a:noFill/>
        </p:spPr>
        <p:txBody>
          <a:bodyPr wrap="square" rtlCol="0">
            <a:spAutoFit/>
          </a:bodyPr>
          <a:lstStyle/>
          <a:p>
            <a:r>
              <a:rPr lang="en-US" sz="1000" dirty="0"/>
              <a:t>Transformer architecture and large language models LLMs</a:t>
            </a:r>
          </a:p>
        </p:txBody>
      </p:sp>
      <p:sp>
        <p:nvSpPr>
          <p:cNvPr id="13" name="TextBox 12">
            <a:extLst>
              <a:ext uri="{FF2B5EF4-FFF2-40B4-BE49-F238E27FC236}">
                <a16:creationId xmlns:a16="http://schemas.microsoft.com/office/drawing/2014/main" id="{2141B2AF-B71B-A7BE-6FDD-4D30166BD450}"/>
              </a:ext>
              <a:ext uri="{C183D7F6-B498-43B3-948B-1728B52AA6E4}">
                <adec:decorative xmlns:adec="http://schemas.microsoft.com/office/drawing/2017/decorative" val="0"/>
              </a:ext>
            </a:extLst>
          </p:cNvPr>
          <p:cNvSpPr txBox="1"/>
          <p:nvPr/>
        </p:nvSpPr>
        <p:spPr>
          <a:xfrm rot="16200000">
            <a:off x="7254397" y="4471286"/>
            <a:ext cx="600163" cy="307777"/>
          </a:xfrm>
          <a:prstGeom prst="rect">
            <a:avLst/>
          </a:prstGeom>
          <a:noFill/>
        </p:spPr>
        <p:txBody>
          <a:bodyPr wrap="square" rtlCol="0">
            <a:spAutoFit/>
          </a:bodyPr>
          <a:lstStyle/>
          <a:p>
            <a:r>
              <a:rPr lang="en-US" sz="1400" b="1" dirty="0">
                <a:solidFill>
                  <a:srgbClr val="5CC0D4"/>
                </a:solidFill>
                <a:latin typeface="Calibri" panose="020F0502020204030204" pitchFamily="34" charset="0"/>
                <a:cs typeface="Calibri" panose="020F0502020204030204" pitchFamily="34" charset="0"/>
              </a:rPr>
              <a:t>2022</a:t>
            </a:r>
            <a:endParaRPr lang="en-US" b="1" dirty="0">
              <a:solidFill>
                <a:srgbClr val="5CC0D4"/>
              </a:solidFill>
              <a:latin typeface="Calibri" panose="020F0502020204030204" pitchFamily="34" charset="0"/>
              <a:cs typeface="Calibri" panose="020F0502020204030204" pitchFamily="34" charset="0"/>
            </a:endParaRPr>
          </a:p>
        </p:txBody>
      </p:sp>
      <p:sp>
        <p:nvSpPr>
          <p:cNvPr id="17" name="TextBox 16">
            <a:extLst>
              <a:ext uri="{FF2B5EF4-FFF2-40B4-BE49-F238E27FC236}">
                <a16:creationId xmlns:a16="http://schemas.microsoft.com/office/drawing/2014/main" id="{A9E1EA6F-E8D2-3C63-5EF5-144FC5A9650A}"/>
              </a:ext>
              <a:ext uri="{C183D7F6-B498-43B3-948B-1728B52AA6E4}">
                <adec:decorative xmlns:adec="http://schemas.microsoft.com/office/drawing/2017/decorative" val="0"/>
              </a:ext>
            </a:extLst>
          </p:cNvPr>
          <p:cNvSpPr txBox="1"/>
          <p:nvPr/>
        </p:nvSpPr>
        <p:spPr>
          <a:xfrm>
            <a:off x="7584666" y="4928991"/>
            <a:ext cx="1193331" cy="861774"/>
          </a:xfrm>
          <a:prstGeom prst="rect">
            <a:avLst/>
          </a:prstGeom>
          <a:noFill/>
        </p:spPr>
        <p:txBody>
          <a:bodyPr wrap="square" rtlCol="0">
            <a:spAutoFit/>
          </a:bodyPr>
          <a:lstStyle/>
          <a:p>
            <a:r>
              <a:rPr lang="en-US" sz="1000" dirty="0"/>
              <a:t>Generative AI models:</a:t>
            </a:r>
          </a:p>
          <a:p>
            <a:pPr marL="171450" indent="-171450">
              <a:buFont typeface="Arial" panose="020B0604020202020204" pitchFamily="34" charset="0"/>
              <a:buChar char="•"/>
            </a:pPr>
            <a:r>
              <a:rPr lang="en-US" sz="1000" dirty="0"/>
              <a:t>DALL-E</a:t>
            </a:r>
          </a:p>
          <a:p>
            <a:pPr marL="171450" indent="-171450">
              <a:buFont typeface="Arial" panose="020B0604020202020204" pitchFamily="34" charset="0"/>
              <a:buChar char="•"/>
            </a:pPr>
            <a:r>
              <a:rPr lang="en-US" sz="1000" dirty="0" err="1"/>
              <a:t>ChatGPT</a:t>
            </a:r>
            <a:r>
              <a:rPr lang="en-US" sz="1000" dirty="0"/>
              <a:t>, Bard</a:t>
            </a:r>
          </a:p>
          <a:p>
            <a:pPr marL="171450" indent="-171450">
              <a:buFont typeface="Arial" panose="020B0604020202020204" pitchFamily="34" charset="0"/>
              <a:buChar char="•"/>
            </a:pPr>
            <a:r>
              <a:rPr lang="en-US" sz="1000" dirty="0"/>
              <a:t>…</a:t>
            </a:r>
          </a:p>
        </p:txBody>
      </p:sp>
      <p:cxnSp>
        <p:nvCxnSpPr>
          <p:cNvPr id="23" name="Straight Arrow Connector 22">
            <a:extLst>
              <a:ext uri="{FF2B5EF4-FFF2-40B4-BE49-F238E27FC236}">
                <a16:creationId xmlns:a16="http://schemas.microsoft.com/office/drawing/2014/main" id="{85EBC6CC-BEA2-E0A0-9671-5198184C1B66}"/>
              </a:ext>
              <a:ext uri="{C183D7F6-B498-43B3-948B-1728B52AA6E4}">
                <adec:decorative xmlns:adec="http://schemas.microsoft.com/office/drawing/2017/decorative" val="1"/>
              </a:ext>
            </a:extLst>
          </p:cNvPr>
          <p:cNvCxnSpPr>
            <a:cxnSpLocks/>
          </p:cNvCxnSpPr>
          <p:nvPr/>
        </p:nvCxnSpPr>
        <p:spPr>
          <a:xfrm>
            <a:off x="7584665" y="4886251"/>
            <a:ext cx="0" cy="544412"/>
          </a:xfrm>
          <a:prstGeom prst="straightConnector1">
            <a:avLst/>
          </a:prstGeom>
          <a:ln w="38100">
            <a:solidFill>
              <a:srgbClr val="5CC0D4"/>
            </a:solidFill>
            <a:headEnd type="none" w="med" len="med"/>
            <a:tailEnd type="none" w="med" len="med"/>
          </a:ln>
        </p:spPr>
        <p:style>
          <a:lnRef idx="3">
            <a:schemeClr val="accent5"/>
          </a:lnRef>
          <a:fillRef idx="0">
            <a:schemeClr val="accent5"/>
          </a:fillRef>
          <a:effectRef idx="2">
            <a:schemeClr val="accent5"/>
          </a:effectRef>
          <a:fontRef idx="minor">
            <a:schemeClr val="tx1"/>
          </a:fontRef>
        </p:style>
      </p:cxnSp>
      <p:sp>
        <p:nvSpPr>
          <p:cNvPr id="27" name="Rectangle 26">
            <a:extLst>
              <a:ext uri="{FF2B5EF4-FFF2-40B4-BE49-F238E27FC236}">
                <a16:creationId xmlns:a16="http://schemas.microsoft.com/office/drawing/2014/main" id="{9D729B0B-22BD-B621-0997-111490E8C9C6}"/>
              </a:ext>
              <a:ext uri="{C183D7F6-B498-43B3-948B-1728B52AA6E4}">
                <adec:decorative xmlns:adec="http://schemas.microsoft.com/office/drawing/2017/decorative" val="1"/>
              </a:ext>
            </a:extLst>
          </p:cNvPr>
          <p:cNvSpPr/>
          <p:nvPr/>
        </p:nvSpPr>
        <p:spPr>
          <a:xfrm>
            <a:off x="2201048" y="813737"/>
            <a:ext cx="914400" cy="158434"/>
          </a:xfrm>
          <a:prstGeom prst="rect">
            <a:avLst/>
          </a:prstGeom>
          <a:noFill/>
          <a:ln w="9525" cap="flat" cmpd="sng" algn="ctr">
            <a:solidFill>
              <a:schemeClr val="accent2"/>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rtlCol="0" anchor="ctr"/>
          <a:lstStyle/>
          <a:p>
            <a:pPr algn="ctr"/>
            <a:endParaRPr lang="en-US"/>
          </a:p>
        </p:txBody>
      </p:sp>
      <p:sp>
        <p:nvSpPr>
          <p:cNvPr id="28" name="Rectangle 27">
            <a:extLst>
              <a:ext uri="{FF2B5EF4-FFF2-40B4-BE49-F238E27FC236}">
                <a16:creationId xmlns:a16="http://schemas.microsoft.com/office/drawing/2014/main" id="{F63DD0B0-6722-5812-B80F-B0C583BE163E}"/>
              </a:ext>
              <a:ext uri="{C183D7F6-B498-43B3-948B-1728B52AA6E4}">
                <adec:decorative xmlns:adec="http://schemas.microsoft.com/office/drawing/2017/decorative" val="1"/>
              </a:ext>
            </a:extLst>
          </p:cNvPr>
          <p:cNvSpPr/>
          <p:nvPr/>
        </p:nvSpPr>
        <p:spPr>
          <a:xfrm>
            <a:off x="6009797" y="804983"/>
            <a:ext cx="526388" cy="277087"/>
          </a:xfrm>
          <a:prstGeom prst="rect">
            <a:avLst/>
          </a:prstGeom>
          <a:noFill/>
          <a:ln w="9525" cap="flat" cmpd="sng" algn="ctr">
            <a:solidFill>
              <a:schemeClr val="accent2"/>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rtlCol="0" anchor="ctr"/>
          <a:lstStyle/>
          <a:p>
            <a:pPr algn="ctr"/>
            <a:endParaRPr lang="en-US"/>
          </a:p>
        </p:txBody>
      </p:sp>
      <p:sp>
        <p:nvSpPr>
          <p:cNvPr id="29" name="Rectangle 28">
            <a:extLst>
              <a:ext uri="{FF2B5EF4-FFF2-40B4-BE49-F238E27FC236}">
                <a16:creationId xmlns:a16="http://schemas.microsoft.com/office/drawing/2014/main" id="{92B375D2-6C66-14EC-F5FF-A9D3F87D3629}"/>
              </a:ext>
              <a:ext uri="{C183D7F6-B498-43B3-948B-1728B52AA6E4}">
                <adec:decorative xmlns:adec="http://schemas.microsoft.com/office/drawing/2017/decorative" val="1"/>
              </a:ext>
            </a:extLst>
          </p:cNvPr>
          <p:cNvSpPr/>
          <p:nvPr/>
        </p:nvSpPr>
        <p:spPr>
          <a:xfrm>
            <a:off x="5471229" y="3219450"/>
            <a:ext cx="381000" cy="133350"/>
          </a:xfrm>
          <a:prstGeom prst="rect">
            <a:avLst/>
          </a:prstGeom>
          <a:noFill/>
          <a:ln w="9525" cap="flat" cmpd="sng" algn="ctr">
            <a:solidFill>
              <a:schemeClr val="accent2"/>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rtlCol="0" anchor="ctr"/>
          <a:lstStyle/>
          <a:p>
            <a:pPr algn="ctr"/>
            <a:endParaRPr lang="en-US"/>
          </a:p>
        </p:txBody>
      </p:sp>
      <p:sp>
        <p:nvSpPr>
          <p:cNvPr id="30" name="Rectangle 29">
            <a:extLst>
              <a:ext uri="{FF2B5EF4-FFF2-40B4-BE49-F238E27FC236}">
                <a16:creationId xmlns:a16="http://schemas.microsoft.com/office/drawing/2014/main" id="{697A3868-09F6-35AB-768E-8CF21EC0707C}"/>
              </a:ext>
              <a:ext uri="{C183D7F6-B498-43B3-948B-1728B52AA6E4}">
                <adec:decorative xmlns:adec="http://schemas.microsoft.com/office/drawing/2017/decorative" val="1"/>
              </a:ext>
            </a:extLst>
          </p:cNvPr>
          <p:cNvSpPr/>
          <p:nvPr/>
        </p:nvSpPr>
        <p:spPr>
          <a:xfrm>
            <a:off x="1188686" y="3152775"/>
            <a:ext cx="563914" cy="133350"/>
          </a:xfrm>
          <a:prstGeom prst="rect">
            <a:avLst/>
          </a:prstGeom>
          <a:noFill/>
          <a:ln w="9525" cap="flat" cmpd="sng" algn="ctr">
            <a:solidFill>
              <a:schemeClr val="accent2"/>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rtlCol="0" anchor="ctr"/>
          <a:lstStyle/>
          <a:p>
            <a:pPr algn="ctr"/>
            <a:endParaRPr lang="en-US"/>
          </a:p>
        </p:txBody>
      </p:sp>
      <p:cxnSp>
        <p:nvCxnSpPr>
          <p:cNvPr id="34" name="Straight Arrow Connector 33">
            <a:extLst>
              <a:ext uri="{FF2B5EF4-FFF2-40B4-BE49-F238E27FC236}">
                <a16:creationId xmlns:a16="http://schemas.microsoft.com/office/drawing/2014/main" id="{3C176792-DA24-2940-FD6F-58D7D04A0CCD}"/>
              </a:ext>
              <a:ext uri="{C183D7F6-B498-43B3-948B-1728B52AA6E4}">
                <adec:decorative xmlns:adec="http://schemas.microsoft.com/office/drawing/2017/decorative" val="1"/>
              </a:ext>
            </a:extLst>
          </p:cNvPr>
          <p:cNvCxnSpPr>
            <a:cxnSpLocks/>
          </p:cNvCxnSpPr>
          <p:nvPr/>
        </p:nvCxnSpPr>
        <p:spPr>
          <a:xfrm>
            <a:off x="6296227" y="4889283"/>
            <a:ext cx="0" cy="544412"/>
          </a:xfrm>
          <a:prstGeom prst="straightConnector1">
            <a:avLst/>
          </a:prstGeom>
          <a:ln w="38100">
            <a:solidFill>
              <a:srgbClr val="5CC0D4"/>
            </a:solidFill>
            <a:headEnd type="none" w="med" len="med"/>
            <a:tailEnd type="none" w="med" len="med"/>
          </a:ln>
        </p:spPr>
        <p:style>
          <a:lnRef idx="3">
            <a:schemeClr val="accent5"/>
          </a:lnRef>
          <a:fillRef idx="0">
            <a:schemeClr val="accent5"/>
          </a:fillRef>
          <a:effectRef idx="2">
            <a:schemeClr val="accent5"/>
          </a:effectRef>
          <a:fontRef idx="minor">
            <a:schemeClr val="tx1"/>
          </a:fontRef>
        </p:style>
      </p:cxnSp>
      <p:sp>
        <p:nvSpPr>
          <p:cNvPr id="35" name="Rectangle 34">
            <a:extLst>
              <a:ext uri="{FF2B5EF4-FFF2-40B4-BE49-F238E27FC236}">
                <a16:creationId xmlns:a16="http://schemas.microsoft.com/office/drawing/2014/main" id="{EB078DB0-8A79-7626-9DE9-751238C7BE33}"/>
              </a:ext>
              <a:ext uri="{C183D7F6-B498-43B3-948B-1728B52AA6E4}">
                <adec:decorative xmlns:adec="http://schemas.microsoft.com/office/drawing/2017/decorative" val="1"/>
              </a:ext>
            </a:extLst>
          </p:cNvPr>
          <p:cNvSpPr/>
          <p:nvPr/>
        </p:nvSpPr>
        <p:spPr>
          <a:xfrm>
            <a:off x="1954090" y="5763120"/>
            <a:ext cx="816563" cy="180480"/>
          </a:xfrm>
          <a:prstGeom prst="rect">
            <a:avLst/>
          </a:prstGeom>
          <a:noFill/>
          <a:ln w="9525" cap="flat" cmpd="sng" algn="ctr">
            <a:solidFill>
              <a:schemeClr val="accent2"/>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rtlCol="0" anchor="ctr"/>
          <a:lstStyle/>
          <a:p>
            <a:pPr algn="ctr"/>
            <a:endParaRPr lang="en-US"/>
          </a:p>
        </p:txBody>
      </p:sp>
      <p:pic>
        <p:nvPicPr>
          <p:cNvPr id="1028" name="Picture 4">
            <a:extLst>
              <a:ext uri="{FF2B5EF4-FFF2-40B4-BE49-F238E27FC236}">
                <a16:creationId xmlns:a16="http://schemas.microsoft.com/office/drawing/2014/main" id="{8D1BD011-AB87-D760-0664-E3067C375B42}"/>
              </a:ext>
              <a:ext uri="{C183D7F6-B498-43B3-948B-1728B52AA6E4}">
                <adec:decorative xmlns:adec="http://schemas.microsoft.com/office/drawing/2017/decorative" val="1"/>
              </a:ext>
            </a:extLst>
          </p:cNvPr>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519448" y="6099727"/>
            <a:ext cx="720026" cy="423917"/>
          </a:xfrm>
          <a:prstGeom prst="rect">
            <a:avLst/>
          </a:prstGeom>
          <a:ln>
            <a:noFill/>
          </a:ln>
          <a:effectLst>
            <a:outerShdw blurRad="190500" algn="tl" rotWithShape="0">
              <a:srgbClr val="000000">
                <a:alpha val="70000"/>
              </a:srgbClr>
            </a:outerShdw>
          </a:effectLst>
          <a:extLst>
            <a:ext uri="{909E8E84-426E-40DD-AFC4-6F175D3DCCD1}">
              <a14:hiddenFill xmlns:a14="http://schemas.microsoft.com/office/drawing/2010/main">
                <a:solidFill>
                  <a:srgbClr val="FFFFFF"/>
                </a:solidFill>
              </a14:hiddenFill>
            </a:ext>
          </a:extLst>
        </p:spPr>
      </p:pic>
      <p:sp>
        <p:nvSpPr>
          <p:cNvPr id="40" name="TextBox 39">
            <a:extLst>
              <a:ext uri="{FF2B5EF4-FFF2-40B4-BE49-F238E27FC236}">
                <a16:creationId xmlns:a16="http://schemas.microsoft.com/office/drawing/2014/main" id="{3D35CDAC-95A8-97B7-F995-8916F927FF8A}"/>
              </a:ext>
              <a:ext uri="{C183D7F6-B498-43B3-948B-1728B52AA6E4}">
                <adec:decorative xmlns:adec="http://schemas.microsoft.com/office/drawing/2017/decorative" val="1"/>
              </a:ext>
            </a:extLst>
          </p:cNvPr>
          <p:cNvSpPr txBox="1"/>
          <p:nvPr/>
        </p:nvSpPr>
        <p:spPr>
          <a:xfrm rot="16200000">
            <a:off x="4118032" y="4496000"/>
            <a:ext cx="600163" cy="307777"/>
          </a:xfrm>
          <a:prstGeom prst="rect">
            <a:avLst/>
          </a:prstGeom>
          <a:noFill/>
        </p:spPr>
        <p:txBody>
          <a:bodyPr wrap="square" rtlCol="0">
            <a:spAutoFit/>
          </a:bodyPr>
          <a:lstStyle/>
          <a:p>
            <a:r>
              <a:rPr lang="en-US" sz="1400" b="1" dirty="0">
                <a:solidFill>
                  <a:srgbClr val="5CC0D4"/>
                </a:solidFill>
                <a:latin typeface="Calibri" panose="020F0502020204030204" pitchFamily="34" charset="0"/>
                <a:cs typeface="Calibri" panose="020F0502020204030204" pitchFamily="34" charset="0"/>
              </a:rPr>
              <a:t>2015</a:t>
            </a:r>
          </a:p>
        </p:txBody>
      </p:sp>
      <p:cxnSp>
        <p:nvCxnSpPr>
          <p:cNvPr id="41" name="Straight Arrow Connector 40">
            <a:extLst>
              <a:ext uri="{FF2B5EF4-FFF2-40B4-BE49-F238E27FC236}">
                <a16:creationId xmlns:a16="http://schemas.microsoft.com/office/drawing/2014/main" id="{BDF6A578-CC3D-36FD-510F-338956C8B540}"/>
              </a:ext>
              <a:ext uri="{C183D7F6-B498-43B3-948B-1728B52AA6E4}">
                <adec:decorative xmlns:adec="http://schemas.microsoft.com/office/drawing/2017/decorative" val="1"/>
              </a:ext>
            </a:extLst>
          </p:cNvPr>
          <p:cNvCxnSpPr>
            <a:cxnSpLocks/>
          </p:cNvCxnSpPr>
          <p:nvPr/>
        </p:nvCxnSpPr>
        <p:spPr>
          <a:xfrm>
            <a:off x="4422945" y="5515928"/>
            <a:ext cx="0" cy="1007716"/>
          </a:xfrm>
          <a:prstGeom prst="straightConnector1">
            <a:avLst/>
          </a:prstGeom>
          <a:ln w="38100">
            <a:solidFill>
              <a:srgbClr val="5CC0D4"/>
            </a:solidFill>
            <a:headEnd type="none" w="med" len="med"/>
            <a:tailEnd type="none" w="med" len="med"/>
          </a:ln>
        </p:spPr>
        <p:style>
          <a:lnRef idx="3">
            <a:schemeClr val="accent5"/>
          </a:lnRef>
          <a:fillRef idx="0">
            <a:schemeClr val="accent5"/>
          </a:fillRef>
          <a:effectRef idx="2">
            <a:schemeClr val="accent5"/>
          </a:effectRef>
          <a:fontRef idx="minor">
            <a:schemeClr val="tx1"/>
          </a:fontRef>
        </p:style>
      </p:cxnSp>
      <p:cxnSp>
        <p:nvCxnSpPr>
          <p:cNvPr id="46" name="Straight Arrow Connector 45">
            <a:extLst>
              <a:ext uri="{FF2B5EF4-FFF2-40B4-BE49-F238E27FC236}">
                <a16:creationId xmlns:a16="http://schemas.microsoft.com/office/drawing/2014/main" id="{64234466-250D-80B9-3794-6411E73796F7}"/>
              </a:ext>
              <a:ext uri="{C183D7F6-B498-43B3-948B-1728B52AA6E4}">
                <adec:decorative xmlns:adec="http://schemas.microsoft.com/office/drawing/2017/decorative" val="1"/>
              </a:ext>
            </a:extLst>
          </p:cNvPr>
          <p:cNvCxnSpPr>
            <a:cxnSpLocks/>
          </p:cNvCxnSpPr>
          <p:nvPr/>
        </p:nvCxnSpPr>
        <p:spPr>
          <a:xfrm>
            <a:off x="1905000" y="5460621"/>
            <a:ext cx="0" cy="1063023"/>
          </a:xfrm>
          <a:prstGeom prst="straightConnector1">
            <a:avLst/>
          </a:prstGeom>
          <a:ln w="38100">
            <a:solidFill>
              <a:srgbClr val="5CC0D4"/>
            </a:solidFill>
            <a:headEnd type="none" w="med" len="med"/>
            <a:tailEnd type="none" w="med" len="med"/>
          </a:ln>
        </p:spPr>
        <p:style>
          <a:lnRef idx="3">
            <a:schemeClr val="accent5"/>
          </a:lnRef>
          <a:fillRef idx="0">
            <a:schemeClr val="accent5"/>
          </a:fillRef>
          <a:effectRef idx="2">
            <a:schemeClr val="accent5"/>
          </a:effectRef>
          <a:fontRef idx="minor">
            <a:schemeClr val="tx1"/>
          </a:fontRef>
        </p:style>
      </p:cxnSp>
      <p:pic>
        <p:nvPicPr>
          <p:cNvPr id="1030" name="Picture 6">
            <a:extLst>
              <a:ext uri="{FF2B5EF4-FFF2-40B4-BE49-F238E27FC236}">
                <a16:creationId xmlns:a16="http://schemas.microsoft.com/office/drawing/2014/main" id="{581BB29F-DB94-850D-43E9-DFDF706EA617}"/>
              </a:ext>
              <a:ext uri="{C183D7F6-B498-43B3-948B-1728B52AA6E4}">
                <adec:decorative xmlns:adec="http://schemas.microsoft.com/office/drawing/2017/decorative" val="1"/>
              </a:ext>
            </a:extLst>
          </p:cNvPr>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1987820" y="5564255"/>
            <a:ext cx="782846" cy="149094"/>
          </a:xfrm>
          <a:prstGeom prst="rect">
            <a:avLst/>
          </a:prstGeom>
          <a:noFill/>
          <a:extLst>
            <a:ext uri="{909E8E84-426E-40DD-AFC4-6F175D3DCCD1}">
              <a14:hiddenFill xmlns:a14="http://schemas.microsoft.com/office/drawing/2010/main">
                <a:solidFill>
                  <a:srgbClr val="FFFFFF"/>
                </a:solidFill>
              </a14:hiddenFill>
            </a:ext>
          </a:extLst>
        </p:spPr>
      </p:pic>
      <p:grpSp>
        <p:nvGrpSpPr>
          <p:cNvPr id="12" name="Group 11">
            <a:extLst>
              <a:ext uri="{FF2B5EF4-FFF2-40B4-BE49-F238E27FC236}">
                <a16:creationId xmlns:a16="http://schemas.microsoft.com/office/drawing/2014/main" id="{92FEF6A6-3D53-5807-2C3B-1BB5B5D0EB2D}"/>
              </a:ext>
            </a:extLst>
          </p:cNvPr>
          <p:cNvGrpSpPr/>
          <p:nvPr/>
        </p:nvGrpSpPr>
        <p:grpSpPr>
          <a:xfrm>
            <a:off x="6824589" y="883988"/>
            <a:ext cx="1143000" cy="503976"/>
            <a:chOff x="6840290" y="857532"/>
            <a:chExt cx="1143000" cy="503976"/>
          </a:xfrm>
        </p:grpSpPr>
        <p:sp>
          <p:nvSpPr>
            <p:cNvPr id="50" name="TextBox 49">
              <a:extLst>
                <a:ext uri="{FF2B5EF4-FFF2-40B4-BE49-F238E27FC236}">
                  <a16:creationId xmlns:a16="http://schemas.microsoft.com/office/drawing/2014/main" id="{395CF2B9-54B0-6284-FE90-2C92B08F7768}"/>
                </a:ext>
                <a:ext uri="{C183D7F6-B498-43B3-948B-1728B52AA6E4}">
                  <adec:decorative xmlns:adec="http://schemas.microsoft.com/office/drawing/2017/decorative" val="1"/>
                </a:ext>
              </a:extLst>
            </p:cNvPr>
            <p:cNvSpPr txBox="1"/>
            <p:nvPr/>
          </p:nvSpPr>
          <p:spPr>
            <a:xfrm>
              <a:off x="6840290" y="857532"/>
              <a:ext cx="1143000" cy="369332"/>
            </a:xfrm>
            <a:prstGeom prst="rect">
              <a:avLst/>
            </a:prstGeom>
            <a:noFill/>
          </p:spPr>
          <p:txBody>
            <a:bodyPr wrap="square">
              <a:spAutoFit/>
            </a:bodyPr>
            <a:lstStyle/>
            <a:p>
              <a:r>
                <a:rPr lang="en-US" b="0" i="0" dirty="0">
                  <a:solidFill>
                    <a:srgbClr val="202122"/>
                  </a:solidFill>
                  <a:effectLst/>
                  <a:latin typeface="Calibri" panose="020F0502020204030204" pitchFamily="34" charset="0"/>
                </a:rPr>
                <a:t> </a:t>
              </a:r>
              <a:r>
                <a:rPr lang="en-US" sz="1400" b="1" dirty="0">
                  <a:solidFill>
                    <a:srgbClr val="5CC0D4"/>
                  </a:solidFill>
                  <a:latin typeface="Calibri" panose="020F0502020204030204" pitchFamily="34" charset="0"/>
                  <a:cs typeface="Calibri" panose="020F0502020204030204" pitchFamily="34" charset="0"/>
                </a:rPr>
                <a:t>1974-1980</a:t>
              </a:r>
            </a:p>
          </p:txBody>
        </p:sp>
        <p:sp>
          <p:nvSpPr>
            <p:cNvPr id="51" name="TextBox 50">
              <a:extLst>
                <a:ext uri="{FF2B5EF4-FFF2-40B4-BE49-F238E27FC236}">
                  <a16:creationId xmlns:a16="http://schemas.microsoft.com/office/drawing/2014/main" id="{65859210-A916-585E-DEEF-EF2D0566638D}"/>
                </a:ext>
                <a:ext uri="{C183D7F6-B498-43B3-948B-1728B52AA6E4}">
                  <adec:decorative xmlns:adec="http://schemas.microsoft.com/office/drawing/2017/decorative" val="1"/>
                </a:ext>
              </a:extLst>
            </p:cNvPr>
            <p:cNvSpPr txBox="1"/>
            <p:nvPr/>
          </p:nvSpPr>
          <p:spPr>
            <a:xfrm>
              <a:off x="6934742" y="1115287"/>
              <a:ext cx="952608" cy="246221"/>
            </a:xfrm>
            <a:prstGeom prst="rect">
              <a:avLst/>
            </a:prstGeom>
            <a:noFill/>
          </p:spPr>
          <p:txBody>
            <a:bodyPr wrap="square" rtlCol="0">
              <a:spAutoFit/>
            </a:bodyPr>
            <a:lstStyle/>
            <a:p>
              <a:r>
                <a:rPr lang="en-US" sz="1000" dirty="0"/>
                <a:t>First AI Winter</a:t>
              </a:r>
            </a:p>
          </p:txBody>
        </p:sp>
      </p:grpSp>
      <p:grpSp>
        <p:nvGrpSpPr>
          <p:cNvPr id="16" name="Group 15">
            <a:extLst>
              <a:ext uri="{FF2B5EF4-FFF2-40B4-BE49-F238E27FC236}">
                <a16:creationId xmlns:a16="http://schemas.microsoft.com/office/drawing/2014/main" id="{0C68A1B4-0744-D999-1B88-EDBA2E469F45}"/>
              </a:ext>
            </a:extLst>
          </p:cNvPr>
          <p:cNvGrpSpPr/>
          <p:nvPr/>
        </p:nvGrpSpPr>
        <p:grpSpPr>
          <a:xfrm>
            <a:off x="5943600" y="2010702"/>
            <a:ext cx="1212982" cy="819994"/>
            <a:chOff x="6995419" y="1559022"/>
            <a:chExt cx="1212982" cy="819994"/>
          </a:xfrm>
        </p:grpSpPr>
        <p:sp>
          <p:nvSpPr>
            <p:cNvPr id="52" name="TextBox 51">
              <a:extLst>
                <a:ext uri="{FF2B5EF4-FFF2-40B4-BE49-F238E27FC236}">
                  <a16:creationId xmlns:a16="http://schemas.microsoft.com/office/drawing/2014/main" id="{52D25F7D-9624-A834-29B0-3E25E381631A}"/>
                </a:ext>
                <a:ext uri="{C183D7F6-B498-43B3-948B-1728B52AA6E4}">
                  <adec:decorative xmlns:adec="http://schemas.microsoft.com/office/drawing/2017/decorative" val="1"/>
                </a:ext>
              </a:extLst>
            </p:cNvPr>
            <p:cNvSpPr txBox="1"/>
            <p:nvPr/>
          </p:nvSpPr>
          <p:spPr>
            <a:xfrm>
              <a:off x="6995419" y="1559022"/>
              <a:ext cx="1143000" cy="523220"/>
            </a:xfrm>
            <a:prstGeom prst="rect">
              <a:avLst/>
            </a:prstGeom>
            <a:noFill/>
          </p:spPr>
          <p:txBody>
            <a:bodyPr wrap="square">
              <a:spAutoFit/>
            </a:bodyPr>
            <a:lstStyle/>
            <a:p>
              <a:r>
                <a:rPr lang="en-US" sz="1400" b="1" dirty="0">
                  <a:solidFill>
                    <a:srgbClr val="5CC0D4"/>
                  </a:solidFill>
                  <a:latin typeface="Calibri" panose="020F0502020204030204" pitchFamily="34" charset="0"/>
                  <a:cs typeface="Calibri" panose="020F0502020204030204" pitchFamily="34" charset="0"/>
                </a:rPr>
                <a:t>1987-</a:t>
              </a:r>
              <a:br>
                <a:rPr lang="en-US" sz="1400" b="1" dirty="0">
                  <a:solidFill>
                    <a:srgbClr val="5CC0D4"/>
                  </a:solidFill>
                  <a:latin typeface="Calibri" panose="020F0502020204030204" pitchFamily="34" charset="0"/>
                  <a:cs typeface="Calibri" panose="020F0502020204030204" pitchFamily="34" charset="0"/>
                </a:rPr>
              </a:br>
              <a:r>
                <a:rPr lang="en-US" sz="1400" b="1" dirty="0">
                  <a:solidFill>
                    <a:srgbClr val="5CC0D4"/>
                  </a:solidFill>
                  <a:latin typeface="Calibri" panose="020F0502020204030204" pitchFamily="34" charset="0"/>
                  <a:cs typeface="Calibri" panose="020F0502020204030204" pitchFamily="34" charset="0"/>
                </a:rPr>
                <a:t>1993</a:t>
              </a:r>
            </a:p>
          </p:txBody>
        </p:sp>
        <p:sp>
          <p:nvSpPr>
            <p:cNvPr id="53" name="TextBox 52">
              <a:extLst>
                <a:ext uri="{FF2B5EF4-FFF2-40B4-BE49-F238E27FC236}">
                  <a16:creationId xmlns:a16="http://schemas.microsoft.com/office/drawing/2014/main" id="{C9D518F0-81D3-89FA-4C33-DA33C47775C4}"/>
                </a:ext>
                <a:ext uri="{C183D7F6-B498-43B3-948B-1728B52AA6E4}">
                  <adec:decorative xmlns:adec="http://schemas.microsoft.com/office/drawing/2017/decorative" val="1"/>
                </a:ext>
              </a:extLst>
            </p:cNvPr>
            <p:cNvSpPr txBox="1"/>
            <p:nvPr/>
          </p:nvSpPr>
          <p:spPr>
            <a:xfrm>
              <a:off x="7009934" y="1978906"/>
              <a:ext cx="1198467" cy="400110"/>
            </a:xfrm>
            <a:prstGeom prst="rect">
              <a:avLst/>
            </a:prstGeom>
            <a:noFill/>
          </p:spPr>
          <p:txBody>
            <a:bodyPr wrap="square" rtlCol="0">
              <a:spAutoFit/>
            </a:bodyPr>
            <a:lstStyle/>
            <a:p>
              <a:r>
                <a:rPr lang="en-US" sz="1000" dirty="0"/>
                <a:t>Second AI </a:t>
              </a:r>
              <a:br>
                <a:rPr lang="en-US" sz="1000" dirty="0"/>
              </a:br>
              <a:r>
                <a:rPr lang="en-US" sz="1000" dirty="0"/>
                <a:t>Winter</a:t>
              </a:r>
            </a:p>
          </p:txBody>
        </p:sp>
      </p:grpSp>
      <p:sp>
        <p:nvSpPr>
          <p:cNvPr id="54" name="Rectangle 53">
            <a:extLst>
              <a:ext uri="{FF2B5EF4-FFF2-40B4-BE49-F238E27FC236}">
                <a16:creationId xmlns:a16="http://schemas.microsoft.com/office/drawing/2014/main" id="{F01C1D97-FE73-4B19-E7F8-246B9B9B6C4F}"/>
              </a:ext>
              <a:ext uri="{C183D7F6-B498-43B3-948B-1728B52AA6E4}">
                <adec:decorative xmlns:adec="http://schemas.microsoft.com/office/drawing/2017/decorative" val="1"/>
              </a:ext>
            </a:extLst>
          </p:cNvPr>
          <p:cNvSpPr/>
          <p:nvPr/>
        </p:nvSpPr>
        <p:spPr>
          <a:xfrm>
            <a:off x="7631405" y="4955422"/>
            <a:ext cx="816563" cy="180480"/>
          </a:xfrm>
          <a:prstGeom prst="rect">
            <a:avLst/>
          </a:prstGeom>
          <a:noFill/>
          <a:ln w="9525" cap="flat" cmpd="sng" algn="ctr">
            <a:solidFill>
              <a:schemeClr val="accent2"/>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rtlCol="0" anchor="ctr"/>
          <a:lstStyle/>
          <a:p>
            <a:pPr algn="ctr"/>
            <a:endParaRPr lang="en-US"/>
          </a:p>
        </p:txBody>
      </p:sp>
      <p:pic>
        <p:nvPicPr>
          <p:cNvPr id="3078" name="Picture 6">
            <a:extLst>
              <a:ext uri="{FF2B5EF4-FFF2-40B4-BE49-F238E27FC236}">
                <a16:creationId xmlns:a16="http://schemas.microsoft.com/office/drawing/2014/main" id="{0B60143D-E955-D7F1-002D-2BC76CC444E5}"/>
              </a:ext>
              <a:ext uri="{C183D7F6-B498-43B3-948B-1728B52AA6E4}">
                <adec:decorative xmlns:adec="http://schemas.microsoft.com/office/drawing/2017/decorative" val="1"/>
              </a:ext>
            </a:extLst>
          </p:cNvPr>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595744" y="6155259"/>
            <a:ext cx="1097443" cy="264384"/>
          </a:xfrm>
          <a:prstGeom prst="rect">
            <a:avLst/>
          </a:prstGeom>
          <a:noFill/>
          <a:extLst>
            <a:ext uri="{909E8E84-426E-40DD-AFC4-6F175D3DCCD1}">
              <a14:hiddenFill xmlns:a14="http://schemas.microsoft.com/office/drawing/2010/main">
                <a:solidFill>
                  <a:srgbClr val="FFFFFF"/>
                </a:solidFill>
              </a14:hiddenFill>
            </a:ext>
          </a:extLst>
        </p:spPr>
      </p:pic>
      <p:cxnSp>
        <p:nvCxnSpPr>
          <p:cNvPr id="10" name="Straight Arrow Connector 9">
            <a:extLst>
              <a:ext uri="{FF2B5EF4-FFF2-40B4-BE49-F238E27FC236}">
                <a16:creationId xmlns:a16="http://schemas.microsoft.com/office/drawing/2014/main" id="{AAF524EC-A651-8C0B-CC3E-09EE8DA1F9F8}"/>
              </a:ext>
              <a:ext uri="{C183D7F6-B498-43B3-948B-1728B52AA6E4}">
                <adec:decorative xmlns:adec="http://schemas.microsoft.com/office/drawing/2017/decorative" val="1"/>
              </a:ext>
            </a:extLst>
          </p:cNvPr>
          <p:cNvCxnSpPr>
            <a:cxnSpLocks/>
          </p:cNvCxnSpPr>
          <p:nvPr/>
        </p:nvCxnSpPr>
        <p:spPr>
          <a:xfrm>
            <a:off x="533400" y="4874245"/>
            <a:ext cx="0" cy="1697334"/>
          </a:xfrm>
          <a:prstGeom prst="straightConnector1">
            <a:avLst/>
          </a:prstGeom>
          <a:ln w="38100">
            <a:solidFill>
              <a:srgbClr val="5CC0D4"/>
            </a:solidFill>
            <a:headEnd type="none" w="med" len="med"/>
            <a:tailEnd type="none" w="med" len="med"/>
          </a:ln>
        </p:spPr>
        <p:style>
          <a:lnRef idx="3">
            <a:schemeClr val="accent5"/>
          </a:lnRef>
          <a:fillRef idx="0">
            <a:schemeClr val="accent5"/>
          </a:fillRef>
          <a:effectRef idx="2">
            <a:schemeClr val="accent5"/>
          </a:effectRef>
          <a:fontRef idx="minor">
            <a:schemeClr val="tx1"/>
          </a:fontRef>
        </p:style>
      </p:cxnSp>
      <p:sp>
        <p:nvSpPr>
          <p:cNvPr id="14" name="TextBox 13">
            <a:extLst>
              <a:ext uri="{FF2B5EF4-FFF2-40B4-BE49-F238E27FC236}">
                <a16:creationId xmlns:a16="http://schemas.microsoft.com/office/drawing/2014/main" id="{F11F3C1F-784F-C7AC-488F-58827953A71A}"/>
              </a:ext>
              <a:ext uri="{C183D7F6-B498-43B3-948B-1728B52AA6E4}">
                <adec:decorative xmlns:adec="http://schemas.microsoft.com/office/drawing/2017/decorative" val="1"/>
              </a:ext>
            </a:extLst>
          </p:cNvPr>
          <p:cNvSpPr txBox="1"/>
          <p:nvPr/>
        </p:nvSpPr>
        <p:spPr>
          <a:xfrm rot="16200000">
            <a:off x="233318" y="4461296"/>
            <a:ext cx="600163" cy="307777"/>
          </a:xfrm>
          <a:prstGeom prst="rect">
            <a:avLst/>
          </a:prstGeom>
          <a:noFill/>
        </p:spPr>
        <p:txBody>
          <a:bodyPr wrap="square" rtlCol="0">
            <a:spAutoFit/>
          </a:bodyPr>
          <a:lstStyle/>
          <a:p>
            <a:r>
              <a:rPr lang="en-US" sz="1400" b="1" dirty="0">
                <a:solidFill>
                  <a:srgbClr val="5CC0D4"/>
                </a:solidFill>
                <a:latin typeface="Calibri" panose="020F0502020204030204" pitchFamily="34" charset="0"/>
                <a:cs typeface="Calibri" panose="020F0502020204030204" pitchFamily="34" charset="0"/>
              </a:rPr>
              <a:t>2010</a:t>
            </a:r>
            <a:endParaRPr lang="en-US" b="1" dirty="0">
              <a:solidFill>
                <a:srgbClr val="5CC0D4"/>
              </a:solidFill>
              <a:latin typeface="Calibri" panose="020F0502020204030204" pitchFamily="34" charset="0"/>
              <a:cs typeface="Calibri" panose="020F0502020204030204" pitchFamily="34" charset="0"/>
            </a:endParaRPr>
          </a:p>
        </p:txBody>
      </p:sp>
      <p:sp>
        <p:nvSpPr>
          <p:cNvPr id="15" name="TextBox 14">
            <a:extLst>
              <a:ext uri="{FF2B5EF4-FFF2-40B4-BE49-F238E27FC236}">
                <a16:creationId xmlns:a16="http://schemas.microsoft.com/office/drawing/2014/main" id="{742E7D22-D41C-92F6-9B6D-410F3819FBAA}"/>
              </a:ext>
              <a:ext uri="{C183D7F6-B498-43B3-948B-1728B52AA6E4}">
                <adec:decorative xmlns:adec="http://schemas.microsoft.com/office/drawing/2017/decorative" val="1"/>
              </a:ext>
            </a:extLst>
          </p:cNvPr>
          <p:cNvSpPr txBox="1"/>
          <p:nvPr/>
        </p:nvSpPr>
        <p:spPr>
          <a:xfrm>
            <a:off x="852001" y="6347895"/>
            <a:ext cx="1254899" cy="276999"/>
          </a:xfrm>
          <a:prstGeom prst="rect">
            <a:avLst/>
          </a:prstGeom>
          <a:noFill/>
        </p:spPr>
        <p:txBody>
          <a:bodyPr wrap="square" rtlCol="0">
            <a:spAutoFit/>
          </a:bodyPr>
          <a:lstStyle/>
          <a:p>
            <a:r>
              <a:rPr lang="en-US" sz="1200" dirty="0"/>
              <a:t>Now Google</a:t>
            </a:r>
          </a:p>
        </p:txBody>
      </p:sp>
      <p:sp>
        <p:nvSpPr>
          <p:cNvPr id="2" name="Rectangle 1">
            <a:extLst>
              <a:ext uri="{FF2B5EF4-FFF2-40B4-BE49-F238E27FC236}">
                <a16:creationId xmlns:a16="http://schemas.microsoft.com/office/drawing/2014/main" id="{C9D1EE7D-9285-0B2F-8261-9AC4166AF320}"/>
              </a:ext>
              <a:ext uri="{C183D7F6-B498-43B3-948B-1728B52AA6E4}">
                <adec:decorative xmlns:adec="http://schemas.microsoft.com/office/drawing/2017/decorative" val="1"/>
              </a:ext>
            </a:extLst>
          </p:cNvPr>
          <p:cNvSpPr/>
          <p:nvPr/>
        </p:nvSpPr>
        <p:spPr>
          <a:xfrm>
            <a:off x="4424291" y="685799"/>
            <a:ext cx="914400" cy="429487"/>
          </a:xfrm>
          <a:prstGeom prst="rect">
            <a:avLst/>
          </a:prstGeom>
          <a:noFill/>
          <a:ln w="9525" cap="flat" cmpd="sng" algn="ctr">
            <a:solidFill>
              <a:schemeClr val="accent2"/>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rtlCol="0" anchor="ctr"/>
          <a:lstStyle/>
          <a:p>
            <a:pPr algn="ctr"/>
            <a:endParaRPr lang="en-US"/>
          </a:p>
        </p:txBody>
      </p:sp>
      <p:sp>
        <p:nvSpPr>
          <p:cNvPr id="6" name="Rectangle 5">
            <a:extLst>
              <a:ext uri="{FF2B5EF4-FFF2-40B4-BE49-F238E27FC236}">
                <a16:creationId xmlns:a16="http://schemas.microsoft.com/office/drawing/2014/main" id="{551B9AA7-D7A5-B75D-9019-7AD2A4495EF1}"/>
              </a:ext>
              <a:ext uri="{C183D7F6-B498-43B3-948B-1728B52AA6E4}">
                <adec:decorative xmlns:adec="http://schemas.microsoft.com/office/drawing/2017/decorative" val="1"/>
              </a:ext>
            </a:extLst>
          </p:cNvPr>
          <p:cNvSpPr/>
          <p:nvPr/>
        </p:nvSpPr>
        <p:spPr>
          <a:xfrm>
            <a:off x="3588412" y="914400"/>
            <a:ext cx="526388" cy="304800"/>
          </a:xfrm>
          <a:prstGeom prst="rect">
            <a:avLst/>
          </a:prstGeom>
          <a:noFill/>
          <a:ln w="9525" cap="flat" cmpd="sng" algn="ctr">
            <a:solidFill>
              <a:schemeClr val="accent2"/>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rtlCol="0" anchor="ctr"/>
          <a:lstStyle/>
          <a:p>
            <a:pPr algn="ctr"/>
            <a:endParaRPr lang="en-US"/>
          </a:p>
        </p:txBody>
      </p:sp>
      <p:grpSp>
        <p:nvGrpSpPr>
          <p:cNvPr id="20" name="Group 19">
            <a:extLst>
              <a:ext uri="{FF2B5EF4-FFF2-40B4-BE49-F238E27FC236}">
                <a16:creationId xmlns:a16="http://schemas.microsoft.com/office/drawing/2014/main" id="{4C8068F9-37CD-E94A-5F3A-F83D99E7CE2D}"/>
              </a:ext>
            </a:extLst>
          </p:cNvPr>
          <p:cNvGrpSpPr/>
          <p:nvPr/>
        </p:nvGrpSpPr>
        <p:grpSpPr>
          <a:xfrm>
            <a:off x="6848015" y="1356419"/>
            <a:ext cx="1310628" cy="1129836"/>
            <a:chOff x="6840290" y="1482627"/>
            <a:chExt cx="1310628" cy="1129836"/>
          </a:xfrm>
        </p:grpSpPr>
        <p:sp>
          <p:nvSpPr>
            <p:cNvPr id="21" name="TextBox 20">
              <a:extLst>
                <a:ext uri="{FF2B5EF4-FFF2-40B4-BE49-F238E27FC236}">
                  <a16:creationId xmlns:a16="http://schemas.microsoft.com/office/drawing/2014/main" id="{8F25E9CC-F6FC-2F73-61CE-DEE594D09015}"/>
                </a:ext>
                <a:ext uri="{C183D7F6-B498-43B3-948B-1728B52AA6E4}">
                  <adec:decorative xmlns:adec="http://schemas.microsoft.com/office/drawing/2017/decorative" val="1"/>
                </a:ext>
              </a:extLst>
            </p:cNvPr>
            <p:cNvSpPr txBox="1"/>
            <p:nvPr/>
          </p:nvSpPr>
          <p:spPr>
            <a:xfrm>
              <a:off x="6840290" y="1482627"/>
              <a:ext cx="1143000" cy="369332"/>
            </a:xfrm>
            <a:prstGeom prst="rect">
              <a:avLst/>
            </a:prstGeom>
            <a:noFill/>
          </p:spPr>
          <p:txBody>
            <a:bodyPr wrap="square">
              <a:spAutoFit/>
            </a:bodyPr>
            <a:lstStyle/>
            <a:p>
              <a:r>
                <a:rPr lang="en-US" b="0" i="0" dirty="0">
                  <a:solidFill>
                    <a:srgbClr val="202122"/>
                  </a:solidFill>
                  <a:effectLst/>
                  <a:latin typeface="Calibri" panose="020F0502020204030204" pitchFamily="34" charset="0"/>
                </a:rPr>
                <a:t> </a:t>
              </a:r>
              <a:r>
                <a:rPr lang="en-US" sz="1400" b="1" dirty="0">
                  <a:solidFill>
                    <a:srgbClr val="5CC0D4"/>
                  </a:solidFill>
                  <a:latin typeface="Calibri" panose="020F0502020204030204" pitchFamily="34" charset="0"/>
                  <a:cs typeface="Calibri" panose="020F0502020204030204" pitchFamily="34" charset="0"/>
                </a:rPr>
                <a:t>1989</a:t>
              </a:r>
            </a:p>
          </p:txBody>
        </p:sp>
        <p:sp>
          <p:nvSpPr>
            <p:cNvPr id="22" name="TextBox 21">
              <a:extLst>
                <a:ext uri="{FF2B5EF4-FFF2-40B4-BE49-F238E27FC236}">
                  <a16:creationId xmlns:a16="http://schemas.microsoft.com/office/drawing/2014/main" id="{923F24FB-61D6-2831-68C8-2B3357524AC0}"/>
                </a:ext>
                <a:ext uri="{C183D7F6-B498-43B3-948B-1728B52AA6E4}">
                  <adec:decorative xmlns:adec="http://schemas.microsoft.com/office/drawing/2017/decorative" val="1"/>
                </a:ext>
              </a:extLst>
            </p:cNvPr>
            <p:cNvSpPr txBox="1"/>
            <p:nvPr/>
          </p:nvSpPr>
          <p:spPr>
            <a:xfrm>
              <a:off x="6952451" y="1750689"/>
              <a:ext cx="1198467" cy="861774"/>
            </a:xfrm>
            <a:prstGeom prst="rect">
              <a:avLst/>
            </a:prstGeom>
            <a:noFill/>
          </p:spPr>
          <p:txBody>
            <a:bodyPr wrap="square" rtlCol="0">
              <a:spAutoFit/>
            </a:bodyPr>
            <a:lstStyle/>
            <a:p>
              <a:r>
                <a:rPr lang="en-US" sz="1000" dirty="0"/>
                <a:t>1989: Universal approximation theorem for artificial neural networks</a:t>
              </a:r>
            </a:p>
          </p:txBody>
        </p:sp>
      </p:grpSp>
      <p:cxnSp>
        <p:nvCxnSpPr>
          <p:cNvPr id="33" name="Straight Arrow Connector 32">
            <a:extLst>
              <a:ext uri="{FF2B5EF4-FFF2-40B4-BE49-F238E27FC236}">
                <a16:creationId xmlns:a16="http://schemas.microsoft.com/office/drawing/2014/main" id="{72B95BAA-817C-75D3-6C06-BFE7F40A696E}"/>
              </a:ext>
              <a:ext uri="{C183D7F6-B498-43B3-948B-1728B52AA6E4}">
                <adec:decorative xmlns:adec="http://schemas.microsoft.com/office/drawing/2017/decorative" val="1"/>
              </a:ext>
            </a:extLst>
          </p:cNvPr>
          <p:cNvCxnSpPr>
            <a:cxnSpLocks/>
          </p:cNvCxnSpPr>
          <p:nvPr/>
        </p:nvCxnSpPr>
        <p:spPr>
          <a:xfrm flipH="1">
            <a:off x="5959199" y="2033264"/>
            <a:ext cx="11214" cy="760925"/>
          </a:xfrm>
          <a:prstGeom prst="straightConnector1">
            <a:avLst/>
          </a:prstGeom>
          <a:ln w="38100">
            <a:solidFill>
              <a:srgbClr val="5CC0D4"/>
            </a:solidFill>
            <a:headEnd type="none" w="med" len="med"/>
            <a:tailEnd type="none" w="med" len="med"/>
          </a:ln>
        </p:spPr>
        <p:style>
          <a:lnRef idx="3">
            <a:schemeClr val="accent5"/>
          </a:lnRef>
          <a:fillRef idx="0">
            <a:schemeClr val="accent5"/>
          </a:fillRef>
          <a:effectRef idx="2">
            <a:schemeClr val="accent5"/>
          </a:effectRef>
          <a:fontRef idx="minor">
            <a:schemeClr val="tx1"/>
          </a:fontRef>
        </p:style>
      </p:cxnSp>
      <p:sp>
        <p:nvSpPr>
          <p:cNvPr id="38" name="Rectangle 37">
            <a:extLst>
              <a:ext uri="{FF2B5EF4-FFF2-40B4-BE49-F238E27FC236}">
                <a16:creationId xmlns:a16="http://schemas.microsoft.com/office/drawing/2014/main" id="{237DB29E-4030-168B-3C23-8F7B8F009255}"/>
              </a:ext>
              <a:ext uri="{C183D7F6-B498-43B3-948B-1728B52AA6E4}">
                <adec:decorative xmlns:adec="http://schemas.microsoft.com/office/drawing/2017/decorative" val="1"/>
              </a:ext>
            </a:extLst>
          </p:cNvPr>
          <p:cNvSpPr/>
          <p:nvPr/>
        </p:nvSpPr>
        <p:spPr>
          <a:xfrm>
            <a:off x="6248400" y="3039348"/>
            <a:ext cx="490362" cy="337086"/>
          </a:xfrm>
          <a:prstGeom prst="rect">
            <a:avLst/>
          </a:prstGeom>
          <a:noFill/>
          <a:ln w="9525" cap="flat" cmpd="sng" algn="ctr">
            <a:solidFill>
              <a:schemeClr val="accent2"/>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rtlCol="0" anchor="ctr"/>
          <a:lstStyle/>
          <a:p>
            <a:pPr algn="ctr"/>
            <a:endParaRPr lang="en-US"/>
          </a:p>
        </p:txBody>
      </p:sp>
      <p:grpSp>
        <p:nvGrpSpPr>
          <p:cNvPr id="26" name="Group 25">
            <a:extLst>
              <a:ext uri="{FF2B5EF4-FFF2-40B4-BE49-F238E27FC236}">
                <a16:creationId xmlns:a16="http://schemas.microsoft.com/office/drawing/2014/main" id="{DC1F8F4E-D65F-BD91-FB94-C9F98D54F91C}"/>
              </a:ext>
            </a:extLst>
          </p:cNvPr>
          <p:cNvGrpSpPr/>
          <p:nvPr/>
        </p:nvGrpSpPr>
        <p:grpSpPr>
          <a:xfrm>
            <a:off x="4392762" y="102447"/>
            <a:ext cx="4632019" cy="3864592"/>
            <a:chOff x="4392762" y="102447"/>
            <a:chExt cx="4632019" cy="3416592"/>
          </a:xfrm>
        </p:grpSpPr>
        <p:sp>
          <p:nvSpPr>
            <p:cNvPr id="24" name="Rectangle 23">
              <a:extLst>
                <a:ext uri="{FF2B5EF4-FFF2-40B4-BE49-F238E27FC236}">
                  <a16:creationId xmlns:a16="http://schemas.microsoft.com/office/drawing/2014/main" id="{77DDBDD0-9AC7-574A-977A-2931F473B366}"/>
                </a:ext>
              </a:extLst>
            </p:cNvPr>
            <p:cNvSpPr/>
            <p:nvPr/>
          </p:nvSpPr>
          <p:spPr>
            <a:xfrm>
              <a:off x="4392762" y="102447"/>
              <a:ext cx="4632019" cy="3416592"/>
            </a:xfrm>
            <a:prstGeom prst="rect">
              <a:avLst/>
            </a:prstGeom>
            <a:noFill/>
            <a:ln w="28575" cap="flat" cmpd="sng" algn="ctr">
              <a:solidFill>
                <a:schemeClr val="accent2"/>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rtlCol="0" anchor="ctr"/>
            <a:lstStyle/>
            <a:p>
              <a:pPr algn="ctr"/>
              <a:endParaRPr lang="en-US"/>
            </a:p>
          </p:txBody>
        </p:sp>
        <p:sp>
          <p:nvSpPr>
            <p:cNvPr id="25" name="TextBox 24">
              <a:extLst>
                <a:ext uri="{FF2B5EF4-FFF2-40B4-BE49-F238E27FC236}">
                  <a16:creationId xmlns:a16="http://schemas.microsoft.com/office/drawing/2014/main" id="{D7C6793B-0E38-A86A-0E14-FFE931A44124}"/>
                </a:ext>
              </a:extLst>
            </p:cNvPr>
            <p:cNvSpPr txBox="1"/>
            <p:nvPr/>
          </p:nvSpPr>
          <p:spPr>
            <a:xfrm>
              <a:off x="7609169" y="154312"/>
              <a:ext cx="1360922" cy="738664"/>
            </a:xfrm>
            <a:prstGeom prst="rect">
              <a:avLst/>
            </a:prstGeom>
            <a:solidFill>
              <a:schemeClr val="accent2">
                <a:alpha val="50000"/>
              </a:schemeClr>
            </a:solidFill>
            <a:ln>
              <a:noFill/>
            </a:ln>
          </p:spPr>
          <p:style>
            <a:lnRef idx="0">
              <a:scrgbClr r="0" g="0" b="0"/>
            </a:lnRef>
            <a:fillRef idx="0">
              <a:scrgbClr r="0" g="0" b="0"/>
            </a:fillRef>
            <a:effectRef idx="0">
              <a:scrgbClr r="0" g="0" b="0"/>
            </a:effectRef>
            <a:fontRef idx="minor">
              <a:schemeClr val="lt1"/>
            </a:fontRef>
          </p:style>
          <p:txBody>
            <a:bodyPr wrap="square" rtlCol="0">
              <a:spAutoFit/>
            </a:bodyPr>
            <a:lstStyle/>
            <a:p>
              <a:r>
                <a:rPr lang="en-US" b="1" dirty="0">
                  <a:solidFill>
                    <a:schemeClr val="tx1"/>
                  </a:solidFill>
                </a:rPr>
                <a:t>Symbolic AI</a:t>
              </a:r>
            </a:p>
            <a:p>
              <a:pPr algn="r"/>
              <a:r>
                <a:rPr lang="en-US" sz="1200" dirty="0">
                  <a:solidFill>
                    <a:schemeClr val="tx1"/>
                  </a:solidFill>
                </a:rPr>
                <a:t>Logic, rules, needs no or little data</a:t>
              </a:r>
            </a:p>
          </p:txBody>
        </p:sp>
      </p:grpSp>
      <p:grpSp>
        <p:nvGrpSpPr>
          <p:cNvPr id="31" name="Group 30">
            <a:extLst>
              <a:ext uri="{FF2B5EF4-FFF2-40B4-BE49-F238E27FC236}">
                <a16:creationId xmlns:a16="http://schemas.microsoft.com/office/drawing/2014/main" id="{4C06E32D-3DFD-3826-09F0-32584F7F8487}"/>
              </a:ext>
            </a:extLst>
          </p:cNvPr>
          <p:cNvGrpSpPr/>
          <p:nvPr/>
        </p:nvGrpSpPr>
        <p:grpSpPr>
          <a:xfrm>
            <a:off x="1924019" y="4334022"/>
            <a:ext cx="7100759" cy="2252946"/>
            <a:chOff x="4392762" y="102447"/>
            <a:chExt cx="4632019" cy="3416592"/>
          </a:xfrm>
        </p:grpSpPr>
        <p:sp>
          <p:nvSpPr>
            <p:cNvPr id="32" name="Rectangle 31">
              <a:extLst>
                <a:ext uri="{FF2B5EF4-FFF2-40B4-BE49-F238E27FC236}">
                  <a16:creationId xmlns:a16="http://schemas.microsoft.com/office/drawing/2014/main" id="{75FC4322-D3DB-59C9-AF12-0D6AE1FFC248}"/>
                </a:ext>
              </a:extLst>
            </p:cNvPr>
            <p:cNvSpPr/>
            <p:nvPr/>
          </p:nvSpPr>
          <p:spPr>
            <a:xfrm>
              <a:off x="4392762" y="102447"/>
              <a:ext cx="4632019" cy="3416592"/>
            </a:xfrm>
            <a:prstGeom prst="rect">
              <a:avLst/>
            </a:prstGeom>
            <a:noFill/>
            <a:ln w="28575" cap="flat" cmpd="sng" algn="ctr">
              <a:solidFill>
                <a:schemeClr val="accent2"/>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rtlCol="0" anchor="ctr"/>
            <a:lstStyle/>
            <a:p>
              <a:pPr algn="ctr"/>
              <a:endParaRPr lang="en-US"/>
            </a:p>
          </p:txBody>
        </p:sp>
        <p:sp>
          <p:nvSpPr>
            <p:cNvPr id="36" name="TextBox 35">
              <a:extLst>
                <a:ext uri="{FF2B5EF4-FFF2-40B4-BE49-F238E27FC236}">
                  <a16:creationId xmlns:a16="http://schemas.microsoft.com/office/drawing/2014/main" id="{2841202B-81BA-4DD9-377A-C8E075923F27}"/>
                </a:ext>
              </a:extLst>
            </p:cNvPr>
            <p:cNvSpPr txBox="1"/>
            <p:nvPr/>
          </p:nvSpPr>
          <p:spPr>
            <a:xfrm>
              <a:off x="6769198" y="2623986"/>
              <a:ext cx="2210469" cy="840138"/>
            </a:xfrm>
            <a:prstGeom prst="rect">
              <a:avLst/>
            </a:prstGeom>
            <a:solidFill>
              <a:schemeClr val="accent2">
                <a:alpha val="50000"/>
              </a:schemeClr>
            </a:solidFill>
            <a:ln>
              <a:noFill/>
            </a:ln>
          </p:spPr>
          <p:style>
            <a:lnRef idx="0">
              <a:scrgbClr r="0" g="0" b="0"/>
            </a:lnRef>
            <a:fillRef idx="0">
              <a:scrgbClr r="0" g="0" b="0"/>
            </a:fillRef>
            <a:effectRef idx="0">
              <a:scrgbClr r="0" g="0" b="0"/>
            </a:effectRef>
            <a:fontRef idx="minor">
              <a:schemeClr val="lt1"/>
            </a:fontRef>
          </p:style>
          <p:txBody>
            <a:bodyPr wrap="square" rtlCol="0">
              <a:spAutoFit/>
            </a:bodyPr>
            <a:lstStyle/>
            <a:p>
              <a:pPr algn="r"/>
              <a:r>
                <a:rPr lang="en-US" b="1" dirty="0" err="1">
                  <a:solidFill>
                    <a:schemeClr val="tx1"/>
                  </a:solidFill>
                </a:rPr>
                <a:t>Subsymbolic</a:t>
              </a:r>
              <a:r>
                <a:rPr lang="en-US" b="1" dirty="0">
                  <a:solidFill>
                    <a:schemeClr val="tx1"/>
                  </a:solidFill>
                </a:rPr>
                <a:t> (neural) AI</a:t>
              </a:r>
            </a:p>
            <a:p>
              <a:pPr algn="r"/>
              <a:r>
                <a:rPr lang="en-US" sz="1200" dirty="0">
                  <a:solidFill>
                    <a:schemeClr val="tx1"/>
                  </a:solidFill>
                </a:rPr>
                <a:t>Weights, probabilities, needs massive training data</a:t>
              </a:r>
            </a:p>
          </p:txBody>
        </p:sp>
      </p:grpSp>
    </p:spTree>
    <p:extLst>
      <p:ext uri="{BB962C8B-B14F-4D97-AF65-F5344CB8AC3E}">
        <p14:creationId xmlns:p14="http://schemas.microsoft.com/office/powerpoint/2010/main" val="123797412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7"/>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6"/>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28"/>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8"/>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29"/>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0"/>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35"/>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grpId="0" nodeType="clickEffect">
                                  <p:stCondLst>
                                    <p:cond delay="0"/>
                                  </p:stCondLst>
                                  <p:childTnLst>
                                    <p:set>
                                      <p:cBhvr>
                                        <p:cTn id="38" dur="1" fill="hold">
                                          <p:stCondLst>
                                            <p:cond delay="0"/>
                                          </p:stCondLst>
                                        </p:cTn>
                                        <p:tgtEl>
                                          <p:spTgt spid="54"/>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nodeType="clickEffect">
                                  <p:stCondLst>
                                    <p:cond delay="0"/>
                                  </p:stCondLst>
                                  <p:childTnLst>
                                    <p:set>
                                      <p:cBhvr>
                                        <p:cTn id="42" dur="1" fill="hold">
                                          <p:stCondLst>
                                            <p:cond delay="0"/>
                                          </p:stCondLst>
                                        </p:cTn>
                                        <p:tgtEl>
                                          <p:spTgt spid="26"/>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nodeType="clickEffect">
                                  <p:stCondLst>
                                    <p:cond delay="0"/>
                                  </p:stCondLst>
                                  <p:childTnLst>
                                    <p:set>
                                      <p:cBhvr>
                                        <p:cTn id="46" dur="1" fill="hold">
                                          <p:stCondLst>
                                            <p:cond delay="0"/>
                                          </p:stCondLst>
                                        </p:cTn>
                                        <p:tgtEl>
                                          <p:spTgt spid="3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7" grpId="0" animBg="1"/>
      <p:bldP spid="28" grpId="0" animBg="1"/>
      <p:bldP spid="29" grpId="0" animBg="1"/>
      <p:bldP spid="30" grpId="0" animBg="1"/>
      <p:bldP spid="35" grpId="0" animBg="1"/>
      <p:bldP spid="54" grpId="0" animBg="1"/>
      <p:bldP spid="2" grpId="0" animBg="1"/>
      <p:bldP spid="6" grpId="0" animBg="1"/>
      <p:bldP spid="38" grpId="0" animBg="1"/>
    </p:bldLst>
  </p:timing>
</p:sld>
</file>

<file path=ppt/slides/slide2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3079" name="Rectangle 3078">
            <a:extLst>
              <a:ext uri="{FF2B5EF4-FFF2-40B4-BE49-F238E27FC236}">
                <a16:creationId xmlns:a16="http://schemas.microsoft.com/office/drawing/2014/main" id="{21A75659-5A6F-4F77-9679-678A00B9D8D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9144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3074" name="Picture 2">
            <a:extLst>
              <a:ext uri="{FF2B5EF4-FFF2-40B4-BE49-F238E27FC236}">
                <a16:creationId xmlns:a16="http://schemas.microsoft.com/office/drawing/2014/main" id="{1F1272BB-CDE8-BD1E-CF97-51B038D73959}"/>
              </a:ext>
              <a:ext uri="{C183D7F6-B498-43B3-948B-1728B52AA6E4}">
                <adec:decorative xmlns:adec="http://schemas.microsoft.com/office/drawing/2017/decorative" val="1"/>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29061" t="3876" r="2139" b="-1"/>
          <a:stretch/>
        </p:blipFill>
        <p:spPr bwMode="auto">
          <a:xfrm>
            <a:off x="20" y="10"/>
            <a:ext cx="6501364" cy="6857990"/>
          </a:xfrm>
          <a:prstGeom prst="rect">
            <a:avLst/>
          </a:prstGeom>
          <a:noFill/>
          <a:extLst>
            <a:ext uri="{909E8E84-426E-40DD-AFC4-6F175D3DCCD1}">
              <a14:hiddenFill xmlns:a14="http://schemas.microsoft.com/office/drawing/2010/main">
                <a:solidFill>
                  <a:srgbClr val="FFFFFF"/>
                </a:solidFill>
              </a14:hiddenFill>
            </a:ext>
          </a:extLst>
        </p:spPr>
      </p:pic>
      <p:sp>
        <p:nvSpPr>
          <p:cNvPr id="3081" name="Rectangle 3080">
            <a:extLst>
              <a:ext uri="{FF2B5EF4-FFF2-40B4-BE49-F238E27FC236}">
                <a16:creationId xmlns:a16="http://schemas.microsoft.com/office/drawing/2014/main" id="{E30A3A45-140E-431E-AED0-07EF836310B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1826549" y="0"/>
            <a:ext cx="7317451" cy="6858000"/>
          </a:xfrm>
          <a:prstGeom prst="rect">
            <a:avLst/>
          </a:prstGeom>
          <a:gradFill>
            <a:gsLst>
              <a:gs pos="53000">
                <a:schemeClr val="tx1"/>
              </a:gs>
              <a:gs pos="35000">
                <a:schemeClr val="tx1">
                  <a:alpha val="76000"/>
                </a:schemeClr>
              </a:gs>
              <a:gs pos="19000">
                <a:schemeClr val="tx1">
                  <a:alpha val="40000"/>
                </a:schemeClr>
              </a:gs>
              <a:gs pos="0">
                <a:schemeClr val="tx1">
                  <a:alpha val="0"/>
                </a:schemeClr>
              </a:gs>
              <a:gs pos="100000">
                <a:schemeClr val="tx1"/>
              </a:gs>
            </a:gsLst>
            <a:lin ang="10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p:cNvSpPr>
            <a:spLocks noGrp="1"/>
          </p:cNvSpPr>
          <p:nvPr>
            <p:ph type="title"/>
          </p:nvPr>
        </p:nvSpPr>
        <p:spPr>
          <a:xfrm>
            <a:off x="6296901" y="1161288"/>
            <a:ext cx="2578608" cy="1124712"/>
          </a:xfrm>
        </p:spPr>
        <p:txBody>
          <a:bodyPr anchor="b">
            <a:normAutofit/>
          </a:bodyPr>
          <a:lstStyle/>
          <a:p>
            <a:r>
              <a:rPr lang="en-US" sz="2400" dirty="0">
                <a:solidFill>
                  <a:schemeClr val="bg1"/>
                </a:solidFill>
              </a:rPr>
              <a:t>What accounts for recent successes in AI?</a:t>
            </a:r>
          </a:p>
        </p:txBody>
      </p:sp>
      <p:sp>
        <p:nvSpPr>
          <p:cNvPr id="3083" name="Rectangle 3082">
            <a:extLst>
              <a:ext uri="{FF2B5EF4-FFF2-40B4-BE49-F238E27FC236}">
                <a16:creationId xmlns:a16="http://schemas.microsoft.com/office/drawing/2014/main" id="{55D4142C-5077-457F-A6AD-3FECFDB3968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6506356" y="674370"/>
            <a:ext cx="73152" cy="41148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prstClr val="white"/>
              </a:solidFill>
              <a:latin typeface="Calibri" panose="020F0502020204030204"/>
            </a:endParaRPr>
          </a:p>
        </p:txBody>
      </p:sp>
      <p:sp>
        <p:nvSpPr>
          <p:cNvPr id="3085" name="Rectangle 3084">
            <a:extLst>
              <a:ext uri="{FF2B5EF4-FFF2-40B4-BE49-F238E27FC236}">
                <a16:creationId xmlns:a16="http://schemas.microsoft.com/office/drawing/2014/main" id="{7A5F0580-5EE9-419F-96EE-B6529EF6E7D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339763" y="2443480"/>
            <a:ext cx="2414016" cy="9144"/>
          </a:xfrm>
          <a:prstGeom prst="rect">
            <a:avLst/>
          </a:prstGeom>
          <a:solidFill>
            <a:schemeClr val="tx1"/>
          </a:solidFill>
          <a:ln w="3175">
            <a:solidFill>
              <a:schemeClr val="bg1"/>
            </a:solid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3" name="Content Placeholder 2"/>
          <p:cNvSpPr>
            <a:spLocks noGrp="1"/>
          </p:cNvSpPr>
          <p:nvPr>
            <p:ph idx="1"/>
          </p:nvPr>
        </p:nvSpPr>
        <p:spPr>
          <a:xfrm>
            <a:off x="6296901" y="2718054"/>
            <a:ext cx="2579179" cy="3207258"/>
          </a:xfrm>
        </p:spPr>
        <p:txBody>
          <a:bodyPr anchor="t">
            <a:normAutofit/>
          </a:bodyPr>
          <a:lstStyle/>
          <a:p>
            <a:r>
              <a:rPr lang="en-US" sz="1500" dirty="0">
                <a:solidFill>
                  <a:schemeClr val="bg1"/>
                </a:solidFill>
              </a:rPr>
              <a:t>Dominance of machine learning.</a:t>
            </a:r>
          </a:p>
          <a:p>
            <a:pPr>
              <a:buFont typeface="Arial" pitchFamily="34" charset="0"/>
              <a:buChar char="•"/>
            </a:pPr>
            <a:r>
              <a:rPr lang="en-US" sz="1500" dirty="0">
                <a:solidFill>
                  <a:schemeClr val="bg1"/>
                </a:solidFill>
              </a:rPr>
              <a:t>Faster computers and specialized hardware (GPUs).</a:t>
            </a:r>
          </a:p>
          <a:p>
            <a:r>
              <a:rPr lang="en-US" sz="1500" dirty="0">
                <a:solidFill>
                  <a:schemeClr val="bg1"/>
                </a:solidFill>
              </a:rPr>
              <a:t>Lots of data (the Internet, text, sensors) and storage (cloud)</a:t>
            </a:r>
          </a:p>
          <a:p>
            <a:pPr>
              <a:buFont typeface="Arial" pitchFamily="34" charset="0"/>
              <a:buChar char="•"/>
            </a:pPr>
            <a:r>
              <a:rPr lang="en-US" sz="1500" dirty="0">
                <a:solidFill>
                  <a:schemeClr val="bg1"/>
                </a:solidFill>
              </a:rPr>
              <a:t>New optimization methods (deep learning).</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482600" y="321736"/>
            <a:ext cx="3852312" cy="1135737"/>
          </a:xfrm>
        </p:spPr>
        <p:txBody>
          <a:bodyPr>
            <a:normAutofit/>
          </a:bodyPr>
          <a:lstStyle/>
          <a:p>
            <a:r>
              <a:rPr lang="en-US" sz="3100"/>
              <a:t>“Moravec’s Paradox”</a:t>
            </a:r>
          </a:p>
        </p:txBody>
      </p:sp>
      <p:sp>
        <p:nvSpPr>
          <p:cNvPr id="3" name="Content Placeholder 2"/>
          <p:cNvSpPr>
            <a:spLocks noGrp="1"/>
          </p:cNvSpPr>
          <p:nvPr>
            <p:ph idx="1"/>
          </p:nvPr>
        </p:nvSpPr>
        <p:spPr>
          <a:xfrm>
            <a:off x="381000" y="1457471"/>
            <a:ext cx="4191000" cy="4719492"/>
          </a:xfrm>
        </p:spPr>
        <p:txBody>
          <a:bodyPr>
            <a:normAutofit/>
          </a:bodyPr>
          <a:lstStyle/>
          <a:p>
            <a:pPr marL="0" indent="0">
              <a:buNone/>
            </a:pPr>
            <a:r>
              <a:rPr lang="en-US" sz="1800" dirty="0"/>
              <a:t>Hans Moravec (1988): </a:t>
            </a:r>
            <a:r>
              <a:rPr lang="en-US" sz="1800" i="1" dirty="0"/>
              <a:t>“It is comparatively easy to make computers exhibit adult level performance on intelligence tests or playing checkers, and </a:t>
            </a:r>
            <a:r>
              <a:rPr lang="en-US" sz="1800" b="1" i="1" dirty="0"/>
              <a:t>difficult or impossible to give them the skills of a one-year-old when it comes to perception and mobility</a:t>
            </a:r>
            <a:r>
              <a:rPr lang="en-US" sz="1800" i="1" dirty="0"/>
              <a:t>.”</a:t>
            </a:r>
          </a:p>
          <a:p>
            <a:pPr marL="0" indent="0">
              <a:buNone/>
            </a:pPr>
            <a:endParaRPr lang="en-US" sz="1800" dirty="0"/>
          </a:p>
          <a:p>
            <a:pPr marL="0" indent="0">
              <a:buNone/>
            </a:pPr>
            <a:r>
              <a:rPr lang="en-US" sz="1800" dirty="0"/>
              <a:t>A teenager can learn how to drive in a few hours with very little input, but we still have no truly self-driving car.</a:t>
            </a:r>
          </a:p>
        </p:txBody>
      </p:sp>
      <p:pic>
        <p:nvPicPr>
          <p:cNvPr id="4" name="Picture 4">
            <a:extLst>
              <a:ext uri="{FF2B5EF4-FFF2-40B4-BE49-F238E27FC236}">
                <a16:creationId xmlns:a16="http://schemas.microsoft.com/office/drawing/2014/main" id="{6DBF3E84-DBBC-4E84-9EC9-66A5DB2E20E3}"/>
              </a:ext>
              <a:ext uri="{C183D7F6-B498-43B3-948B-1728B52AA6E4}">
                <adec:decorative xmlns:adec="http://schemas.microsoft.com/office/drawing/2017/decorative" val="1"/>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34154" r="29026" b="-1"/>
          <a:stretch/>
        </p:blipFill>
        <p:spPr bwMode="auto">
          <a:xfrm>
            <a:off x="4809089" y="10"/>
            <a:ext cx="4334913" cy="6857990"/>
          </a:xfrm>
          <a:prstGeom prst="rect">
            <a:avLst/>
          </a:prstGeom>
          <a:noFill/>
          <a:extLst>
            <a:ext uri="{909E8E84-426E-40DD-AFC4-6F175D3DCCD1}">
              <a14:hiddenFill xmlns:a14="http://schemas.microsoft.com/office/drawing/2010/main">
                <a:solidFill>
                  <a:srgbClr val="FFFFFF"/>
                </a:solidFill>
              </a14:hiddenFill>
            </a:ext>
          </a:extLst>
        </p:spPr>
      </p:pic>
      <p:sp>
        <p:nvSpPr>
          <p:cNvPr id="5" name="Rectangle 4">
            <a:extLst>
              <a:ext uri="{FF2B5EF4-FFF2-40B4-BE49-F238E27FC236}">
                <a16:creationId xmlns:a16="http://schemas.microsoft.com/office/drawing/2014/main" id="{CCCE2878-CA29-4578-B017-08092CEE3BEE}"/>
              </a:ext>
              <a:ext uri="{C183D7F6-B498-43B3-948B-1728B52AA6E4}">
                <adec:decorative xmlns:adec="http://schemas.microsoft.com/office/drawing/2017/decorative" val="1"/>
              </a:ext>
            </a:extLst>
          </p:cNvPr>
          <p:cNvSpPr/>
          <p:nvPr/>
        </p:nvSpPr>
        <p:spPr>
          <a:xfrm>
            <a:off x="4800602" y="6427115"/>
            <a:ext cx="3877713" cy="430887"/>
          </a:xfrm>
          <a:prstGeom prst="rect">
            <a:avLst/>
          </a:prstGeom>
        </p:spPr>
        <p:txBody>
          <a:bodyPr wrap="square">
            <a:spAutoFit/>
          </a:bodyPr>
          <a:lstStyle/>
          <a:p>
            <a:r>
              <a:rPr lang="en-US" sz="1050" dirty="0">
                <a:solidFill>
                  <a:schemeClr val="bg1"/>
                </a:solidFill>
                <a:hlinkClick r:id="rId4">
                  <a:extLst>
                    <a:ext uri="{A12FA001-AC4F-418D-AE19-62706E023703}">
                      <ahyp:hlinkClr xmlns:ahyp="http://schemas.microsoft.com/office/drawing/2018/hyperlinkcolor" val="tx"/>
                    </a:ext>
                  </a:extLst>
                </a:hlinkClick>
              </a:rPr>
              <a:t>https://www.newsweek.com/googles-new-two-legged-robot-future-warfare-429831</a:t>
            </a:r>
            <a:endParaRPr lang="en-US" sz="1050" dirty="0">
              <a:solidFill>
                <a:schemeClr val="bg1"/>
              </a:solidFill>
            </a:endParaRP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724072" y="629268"/>
            <a:ext cx="4939868" cy="1286160"/>
          </a:xfrm>
        </p:spPr>
        <p:txBody>
          <a:bodyPr anchor="b">
            <a:normAutofit fontScale="90000"/>
          </a:bodyPr>
          <a:lstStyle/>
          <a:p>
            <a:r>
              <a:rPr lang="en-US" dirty="0"/>
              <a:t>The AI Effect: </a:t>
            </a:r>
            <a:br>
              <a:rPr lang="en-US" dirty="0"/>
            </a:br>
            <a:r>
              <a:rPr lang="en-US" dirty="0"/>
              <a:t>AI gets no respect?</a:t>
            </a:r>
          </a:p>
        </p:txBody>
      </p:sp>
      <p:sp>
        <p:nvSpPr>
          <p:cNvPr id="3" name="Content Placeholder 2"/>
          <p:cNvSpPr>
            <a:spLocks noGrp="1"/>
          </p:cNvSpPr>
          <p:nvPr>
            <p:ph idx="1"/>
          </p:nvPr>
        </p:nvSpPr>
        <p:spPr>
          <a:xfrm>
            <a:off x="3724075" y="2438402"/>
            <a:ext cx="4939867" cy="3785419"/>
          </a:xfrm>
        </p:spPr>
        <p:txBody>
          <a:bodyPr>
            <a:normAutofit/>
          </a:bodyPr>
          <a:lstStyle/>
          <a:p>
            <a:pPr marL="0" indent="0">
              <a:buNone/>
            </a:pPr>
            <a:r>
              <a:rPr lang="en-US" sz="1600" dirty="0"/>
              <a:t>As soon as a machine gets good at performing some task, the task is no longer considered to require much intelligence. </a:t>
            </a:r>
          </a:p>
          <a:p>
            <a:pPr marL="0" indent="0">
              <a:buNone/>
            </a:pPr>
            <a:endParaRPr lang="en-US" sz="1600" dirty="0"/>
          </a:p>
          <a:p>
            <a:pPr>
              <a:buFont typeface="Arial" pitchFamily="34" charset="0"/>
              <a:buChar char="•"/>
            </a:pPr>
            <a:r>
              <a:rPr lang="en-US" sz="1600" b="1" dirty="0"/>
              <a:t>Calculating</a:t>
            </a:r>
            <a:r>
              <a:rPr lang="en-US" sz="1600" dirty="0"/>
              <a:t> ability used to be prized – not anymore.</a:t>
            </a:r>
          </a:p>
          <a:p>
            <a:pPr>
              <a:buFont typeface="Arial" pitchFamily="34" charset="0"/>
              <a:buChar char="•"/>
            </a:pPr>
            <a:r>
              <a:rPr lang="en-US" sz="1600" b="1" dirty="0"/>
              <a:t>Chess</a:t>
            </a:r>
            <a:r>
              <a:rPr lang="en-US" sz="1600" dirty="0"/>
              <a:t> was thought to require high intelligence – now computers play at a super-human level.</a:t>
            </a:r>
          </a:p>
          <a:p>
            <a:pPr>
              <a:buFont typeface="Arial" pitchFamily="34" charset="0"/>
              <a:buChar char="•"/>
            </a:pPr>
            <a:r>
              <a:rPr lang="en-US" sz="1600" b="1" dirty="0"/>
              <a:t>Learning</a:t>
            </a:r>
            <a:r>
              <a:rPr lang="en-US" sz="1600" dirty="0"/>
              <a:t> once thought uniquely human - now machine learning is a well-developed discipline.</a:t>
            </a:r>
          </a:p>
          <a:p>
            <a:pPr>
              <a:buFont typeface="Arial" pitchFamily="34" charset="0"/>
              <a:buChar char="•"/>
            </a:pPr>
            <a:r>
              <a:rPr lang="en-US" sz="1600" b="1" dirty="0"/>
              <a:t>Art</a:t>
            </a:r>
            <a:r>
              <a:rPr lang="en-US" sz="1600" dirty="0"/>
              <a:t>? “Even a monkey can do this!”</a:t>
            </a:r>
          </a:p>
        </p:txBody>
      </p:sp>
      <p:pic>
        <p:nvPicPr>
          <p:cNvPr id="1026" name="Picture 2" descr="Congo, the Late Chimpanzee Painter Whose Works Have Sold for ...">
            <a:extLst>
              <a:ext uri="{FF2B5EF4-FFF2-40B4-BE49-F238E27FC236}">
                <a16:creationId xmlns:a16="http://schemas.microsoft.com/office/drawing/2014/main" id="{A547E43F-7FA1-4385-A80C-22660F717F85}"/>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22023" r="36533" b="-2"/>
          <a:stretch/>
        </p:blipFill>
        <p:spPr bwMode="auto">
          <a:xfrm>
            <a:off x="22" y="10"/>
            <a:ext cx="3476673" cy="6857990"/>
          </a:xfrm>
          <a:prstGeom prst="rect">
            <a:avLst/>
          </a:prstGeom>
          <a:noFill/>
          <a:effectLst/>
          <a:extLst>
            <a:ext uri="{909E8E84-426E-40DD-AFC4-6F175D3DCCD1}">
              <a14:hiddenFill xmlns:a14="http://schemas.microsoft.com/office/drawing/2010/main">
                <a:solidFill>
                  <a:srgbClr val="FFFFFF"/>
                </a:solidFill>
              </a14:hiddenFill>
            </a:ext>
          </a:extLst>
        </p:spPr>
      </p:pic>
      <p:sp>
        <p:nvSpPr>
          <p:cNvPr id="4" name="TextBox 3">
            <a:extLst>
              <a:ext uri="{FF2B5EF4-FFF2-40B4-BE49-F238E27FC236}">
                <a16:creationId xmlns:a16="http://schemas.microsoft.com/office/drawing/2014/main" id="{1285BE61-9241-0D75-1E62-726116F0BD04}"/>
              </a:ext>
            </a:extLst>
          </p:cNvPr>
          <p:cNvSpPr txBox="1"/>
          <p:nvPr/>
        </p:nvSpPr>
        <p:spPr>
          <a:xfrm>
            <a:off x="4343400" y="5715000"/>
            <a:ext cx="3657600" cy="646331"/>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wrap="square" rtlCol="0">
            <a:spAutoFit/>
          </a:bodyPr>
          <a:lstStyle/>
          <a:p>
            <a:pPr algn="ctr"/>
            <a:r>
              <a:rPr lang="en-US" dirty="0"/>
              <a:t>What about Large Language Models and Generative AI?</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Lst>
  </p:timing>
</p:sld>
</file>

<file path=ppt/slides/slide2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31" name="Rectangle 1030">
            <a:extLst>
              <a:ext uri="{FF2B5EF4-FFF2-40B4-BE49-F238E27FC236}">
                <a16:creationId xmlns:a16="http://schemas.microsoft.com/office/drawing/2014/main" id="{F8446B12-7391-4711-8B31-112A0B896C7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9144000" cy="6858000"/>
          </a:xfrm>
          <a:prstGeom prst="rect">
            <a:avLst/>
          </a:prstGeom>
          <a:solidFill>
            <a:schemeClr val="tx1"/>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itle 3">
            <a:extLst>
              <a:ext uri="{FF2B5EF4-FFF2-40B4-BE49-F238E27FC236}">
                <a16:creationId xmlns:a16="http://schemas.microsoft.com/office/drawing/2014/main" id="{8E741301-A0B1-4515-BEB2-EBBA657D46B3}"/>
              </a:ext>
            </a:extLst>
          </p:cNvPr>
          <p:cNvSpPr>
            <a:spLocks noGrp="1"/>
          </p:cNvSpPr>
          <p:nvPr>
            <p:ph type="title"/>
          </p:nvPr>
        </p:nvSpPr>
        <p:spPr>
          <a:xfrm>
            <a:off x="628649" y="4428000"/>
            <a:ext cx="4607719" cy="1400400"/>
          </a:xfrm>
        </p:spPr>
        <p:txBody>
          <a:bodyPr vert="horz" wrap="square" lIns="91440" tIns="45720" rIns="91440" bIns="45720" rtlCol="0" anchor="b">
            <a:normAutofit/>
          </a:bodyPr>
          <a:lstStyle/>
          <a:p>
            <a:r>
              <a:rPr lang="en-US" sz="4900">
                <a:solidFill>
                  <a:schemeClr val="bg1"/>
                </a:solidFill>
              </a:rPr>
              <a:t>AI Today</a:t>
            </a:r>
          </a:p>
        </p:txBody>
      </p:sp>
      <p:pic>
        <p:nvPicPr>
          <p:cNvPr id="1026" name="Picture 2">
            <a:extLst>
              <a:ext uri="{FF2B5EF4-FFF2-40B4-BE49-F238E27FC236}">
                <a16:creationId xmlns:a16="http://schemas.microsoft.com/office/drawing/2014/main" id="{EF6007DD-FC33-4E3D-8978-BC877C3EF4C2}"/>
              </a:ext>
              <a:ext uri="{C183D7F6-B498-43B3-948B-1728B52AA6E4}">
                <adec:decorative xmlns:adec="http://schemas.microsoft.com/office/drawing/2017/decorative" val="1"/>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b="3157"/>
          <a:stretch/>
        </p:blipFill>
        <p:spPr bwMode="auto">
          <a:xfrm>
            <a:off x="20" y="-1"/>
            <a:ext cx="9143980" cy="3984912"/>
          </a:xfrm>
          <a:custGeom>
            <a:avLst/>
            <a:gdLst/>
            <a:ahLst/>
            <a:cxnLst/>
            <a:rect l="l" t="t" r="r" b="b"/>
            <a:pathLst>
              <a:path w="12192000" h="3984912">
                <a:moveTo>
                  <a:pt x="0" y="0"/>
                </a:moveTo>
                <a:lnTo>
                  <a:pt x="12192000" y="0"/>
                </a:lnTo>
                <a:lnTo>
                  <a:pt x="12192000" y="566059"/>
                </a:lnTo>
                <a:lnTo>
                  <a:pt x="12192000" y="794037"/>
                </a:lnTo>
                <a:lnTo>
                  <a:pt x="12192000" y="2336800"/>
                </a:lnTo>
                <a:lnTo>
                  <a:pt x="12192000" y="2631227"/>
                </a:lnTo>
                <a:lnTo>
                  <a:pt x="12192000" y="3908712"/>
                </a:lnTo>
                <a:lnTo>
                  <a:pt x="9439275" y="3984912"/>
                </a:lnTo>
                <a:lnTo>
                  <a:pt x="5572127" y="3737262"/>
                </a:lnTo>
                <a:lnTo>
                  <a:pt x="0" y="3908712"/>
                </a:lnTo>
                <a:lnTo>
                  <a:pt x="0" y="2631227"/>
                </a:lnTo>
                <a:lnTo>
                  <a:pt x="0" y="2336800"/>
                </a:lnTo>
                <a:lnTo>
                  <a:pt x="0" y="794037"/>
                </a:lnTo>
                <a:lnTo>
                  <a:pt x="0" y="566059"/>
                </a:lnTo>
                <a:close/>
              </a:path>
            </a:pathLst>
          </a:custGeom>
          <a:noFill/>
          <a:extLst>
            <a:ext uri="{909E8E84-426E-40DD-AFC4-6F175D3DCCD1}">
              <a14:hiddenFill xmlns:a14="http://schemas.microsoft.com/office/drawing/2010/main">
                <a:solidFill>
                  <a:srgbClr val="FFFFFF"/>
                </a:solidFill>
              </a14:hiddenFill>
            </a:ext>
          </a:extLst>
        </p:spPr>
      </p:pic>
      <p:grpSp>
        <p:nvGrpSpPr>
          <p:cNvPr id="1033" name="Group 1032">
            <a:extLst>
              <a:ext uri="{FF2B5EF4-FFF2-40B4-BE49-F238E27FC236}">
                <a16:creationId xmlns:a16="http://schemas.microsoft.com/office/drawing/2014/main" id="{AC0B7807-0C83-4963-821A-69B172722E4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0" y="3528992"/>
            <a:ext cx="9144000" cy="757168"/>
            <a:chOff x="0" y="2959818"/>
            <a:chExt cx="12192000" cy="757168"/>
          </a:xfrm>
        </p:grpSpPr>
        <p:sp>
          <p:nvSpPr>
            <p:cNvPr id="1034" name="Freeform: Shape 1033">
              <a:extLst>
                <a:ext uri="{FF2B5EF4-FFF2-40B4-BE49-F238E27FC236}">
                  <a16:creationId xmlns:a16="http://schemas.microsoft.com/office/drawing/2014/main" id="{BB027EC7-3252-48A2-A7A4-1741F72E471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0" y="2959818"/>
              <a:ext cx="12192000" cy="757168"/>
            </a:xfrm>
            <a:custGeom>
              <a:avLst/>
              <a:gdLst>
                <a:gd name="connsiteX0" fmla="*/ 0 w 12192000"/>
                <a:gd name="connsiteY0" fmla="*/ 0 h 757168"/>
                <a:gd name="connsiteX1" fmla="*/ 41653 w 12192000"/>
                <a:gd name="connsiteY1" fmla="*/ 6945 h 757168"/>
                <a:gd name="connsiteX2" fmla="*/ 81317 w 12192000"/>
                <a:gd name="connsiteY2" fmla="*/ 15509 h 757168"/>
                <a:gd name="connsiteX3" fmla="*/ 114150 w 12192000"/>
                <a:gd name="connsiteY3" fmla="*/ 28105 h 757168"/>
                <a:gd name="connsiteX4" fmla="*/ 214865 w 12192000"/>
                <a:gd name="connsiteY4" fmla="*/ 58374 h 757168"/>
                <a:gd name="connsiteX5" fmla="*/ 299237 w 12192000"/>
                <a:gd name="connsiteY5" fmla="*/ 63560 h 757168"/>
                <a:gd name="connsiteX6" fmla="*/ 415570 w 12192000"/>
                <a:gd name="connsiteY6" fmla="*/ 83774 h 757168"/>
                <a:gd name="connsiteX7" fmla="*/ 633210 w 12192000"/>
                <a:gd name="connsiteY7" fmla="*/ 109108 h 757168"/>
                <a:gd name="connsiteX8" fmla="*/ 677567 w 12192000"/>
                <a:gd name="connsiteY8" fmla="*/ 119446 h 757168"/>
                <a:gd name="connsiteX9" fmla="*/ 946429 w 12192000"/>
                <a:gd name="connsiteY9" fmla="*/ 171502 h 757168"/>
                <a:gd name="connsiteX10" fmla="*/ 1163367 w 12192000"/>
                <a:gd name="connsiteY10" fmla="*/ 182106 h 757168"/>
                <a:gd name="connsiteX11" fmla="*/ 1180337 w 12192000"/>
                <a:gd name="connsiteY11" fmla="*/ 181279 h 757168"/>
                <a:gd name="connsiteX12" fmla="*/ 1263939 w 12192000"/>
                <a:gd name="connsiteY12" fmla="*/ 173070 h 757168"/>
                <a:gd name="connsiteX13" fmla="*/ 1392213 w 12192000"/>
                <a:gd name="connsiteY13" fmla="*/ 183225 h 757168"/>
                <a:gd name="connsiteX14" fmla="*/ 1479752 w 12192000"/>
                <a:gd name="connsiteY14" fmla="*/ 205174 h 757168"/>
                <a:gd name="connsiteX15" fmla="*/ 1589813 w 12192000"/>
                <a:gd name="connsiteY15" fmla="*/ 211706 h 757168"/>
                <a:gd name="connsiteX16" fmla="*/ 1716264 w 12192000"/>
                <a:gd name="connsiteY16" fmla="*/ 207459 h 757168"/>
                <a:gd name="connsiteX17" fmla="*/ 1772900 w 12192000"/>
                <a:gd name="connsiteY17" fmla="*/ 208137 h 757168"/>
                <a:gd name="connsiteX18" fmla="*/ 1929319 w 12192000"/>
                <a:gd name="connsiteY18" fmla="*/ 193822 h 757168"/>
                <a:gd name="connsiteX19" fmla="*/ 2021514 w 12192000"/>
                <a:gd name="connsiteY19" fmla="*/ 204186 h 757168"/>
                <a:gd name="connsiteX20" fmla="*/ 2111753 w 12192000"/>
                <a:gd name="connsiteY20" fmla="*/ 223797 h 757168"/>
                <a:gd name="connsiteX21" fmla="*/ 2169356 w 12192000"/>
                <a:gd name="connsiteY21" fmla="*/ 241125 h 757168"/>
                <a:gd name="connsiteX22" fmla="*/ 2286638 w 12192000"/>
                <a:gd name="connsiteY22" fmla="*/ 257382 h 757168"/>
                <a:gd name="connsiteX23" fmla="*/ 2308368 w 12192000"/>
                <a:gd name="connsiteY23" fmla="*/ 256995 h 757168"/>
                <a:gd name="connsiteX24" fmla="*/ 2660621 w 12192000"/>
                <a:gd name="connsiteY24" fmla="*/ 262863 h 757168"/>
                <a:gd name="connsiteX25" fmla="*/ 2801134 w 12192000"/>
                <a:gd name="connsiteY25" fmla="*/ 250006 h 757168"/>
                <a:gd name="connsiteX26" fmla="*/ 2830994 w 12192000"/>
                <a:gd name="connsiteY26" fmla="*/ 249091 h 757168"/>
                <a:gd name="connsiteX27" fmla="*/ 3129084 w 12192000"/>
                <a:gd name="connsiteY27" fmla="*/ 242009 h 757168"/>
                <a:gd name="connsiteX28" fmla="*/ 3162162 w 12192000"/>
                <a:gd name="connsiteY28" fmla="*/ 242789 h 757168"/>
                <a:gd name="connsiteX29" fmla="*/ 3254072 w 12192000"/>
                <a:gd name="connsiteY29" fmla="*/ 251612 h 757168"/>
                <a:gd name="connsiteX30" fmla="*/ 3473491 w 12192000"/>
                <a:gd name="connsiteY30" fmla="*/ 221903 h 757168"/>
                <a:gd name="connsiteX31" fmla="*/ 3691860 w 12192000"/>
                <a:gd name="connsiteY31" fmla="*/ 219228 h 757168"/>
                <a:gd name="connsiteX32" fmla="*/ 3811494 w 12192000"/>
                <a:gd name="connsiteY32" fmla="*/ 225691 h 757168"/>
                <a:gd name="connsiteX33" fmla="*/ 3897533 w 12192000"/>
                <a:gd name="connsiteY33" fmla="*/ 220087 h 757168"/>
                <a:gd name="connsiteX34" fmla="*/ 4109430 w 12192000"/>
                <a:gd name="connsiteY34" fmla="*/ 200477 h 757168"/>
                <a:gd name="connsiteX35" fmla="*/ 4208772 w 12192000"/>
                <a:gd name="connsiteY35" fmla="*/ 200914 h 757168"/>
                <a:gd name="connsiteX36" fmla="*/ 4314641 w 12192000"/>
                <a:gd name="connsiteY36" fmla="*/ 196159 h 757168"/>
                <a:gd name="connsiteX37" fmla="*/ 4577622 w 12192000"/>
                <a:gd name="connsiteY37" fmla="*/ 163774 h 757168"/>
                <a:gd name="connsiteX38" fmla="*/ 4790345 w 12192000"/>
                <a:gd name="connsiteY38" fmla="*/ 177592 h 757168"/>
                <a:gd name="connsiteX39" fmla="*/ 4926164 w 12192000"/>
                <a:gd name="connsiteY39" fmla="*/ 184139 h 757168"/>
                <a:gd name="connsiteX40" fmla="*/ 5088812 w 12192000"/>
                <a:gd name="connsiteY40" fmla="*/ 177401 h 757168"/>
                <a:gd name="connsiteX41" fmla="*/ 5222466 w 12192000"/>
                <a:gd name="connsiteY41" fmla="*/ 162082 h 757168"/>
                <a:gd name="connsiteX42" fmla="*/ 5406528 w 12192000"/>
                <a:gd name="connsiteY42" fmla="*/ 153987 h 757168"/>
                <a:gd name="connsiteX43" fmla="*/ 5590716 w 12192000"/>
                <a:gd name="connsiteY43" fmla="*/ 129490 h 757168"/>
                <a:gd name="connsiteX44" fmla="*/ 5719429 w 12192000"/>
                <a:gd name="connsiteY44" fmla="*/ 110099 h 757168"/>
                <a:gd name="connsiteX45" fmla="*/ 5897895 w 12192000"/>
                <a:gd name="connsiteY45" fmla="*/ 96368 h 757168"/>
                <a:gd name="connsiteX46" fmla="*/ 6169957 w 12192000"/>
                <a:gd name="connsiteY46" fmla="*/ 94411 h 757168"/>
                <a:gd name="connsiteX47" fmla="*/ 6294827 w 12192000"/>
                <a:gd name="connsiteY47" fmla="*/ 99236 h 757168"/>
                <a:gd name="connsiteX48" fmla="*/ 6494261 w 12192000"/>
                <a:gd name="connsiteY48" fmla="*/ 71724 h 757168"/>
                <a:gd name="connsiteX49" fmla="*/ 6579627 w 12192000"/>
                <a:gd name="connsiteY49" fmla="*/ 57883 h 757168"/>
                <a:gd name="connsiteX50" fmla="*/ 6654800 w 12192000"/>
                <a:gd name="connsiteY50" fmla="*/ 77086 h 757168"/>
                <a:gd name="connsiteX51" fmla="*/ 6703059 w 12192000"/>
                <a:gd name="connsiteY51" fmla="*/ 97166 h 757168"/>
                <a:gd name="connsiteX52" fmla="*/ 6859445 w 12192000"/>
                <a:gd name="connsiteY52" fmla="*/ 90481 h 757168"/>
                <a:gd name="connsiteX53" fmla="*/ 7025414 w 12192000"/>
                <a:gd name="connsiteY53" fmla="*/ 83536 h 757168"/>
                <a:gd name="connsiteX54" fmla="*/ 7144137 w 12192000"/>
                <a:gd name="connsiteY54" fmla="*/ 79264 h 757168"/>
                <a:gd name="connsiteX55" fmla="*/ 7291235 w 12192000"/>
                <a:gd name="connsiteY55" fmla="*/ 95367 h 757168"/>
                <a:gd name="connsiteX56" fmla="*/ 7407395 w 12192000"/>
                <a:gd name="connsiteY56" fmla="*/ 104888 h 757168"/>
                <a:gd name="connsiteX57" fmla="*/ 7500837 w 12192000"/>
                <a:gd name="connsiteY57" fmla="*/ 119515 h 757168"/>
                <a:gd name="connsiteX58" fmla="*/ 7533567 w 12192000"/>
                <a:gd name="connsiteY58" fmla="*/ 126955 h 757168"/>
                <a:gd name="connsiteX59" fmla="*/ 7792910 w 12192000"/>
                <a:gd name="connsiteY59" fmla="*/ 185188 h 757168"/>
                <a:gd name="connsiteX60" fmla="*/ 8070699 w 12192000"/>
                <a:gd name="connsiteY60" fmla="*/ 235423 h 757168"/>
                <a:gd name="connsiteX61" fmla="*/ 8253177 w 12192000"/>
                <a:gd name="connsiteY61" fmla="*/ 222473 h 757168"/>
                <a:gd name="connsiteX62" fmla="*/ 8320683 w 12192000"/>
                <a:gd name="connsiteY62" fmla="*/ 226393 h 757168"/>
                <a:gd name="connsiteX63" fmla="*/ 8631438 w 12192000"/>
                <a:gd name="connsiteY63" fmla="*/ 237528 h 757168"/>
                <a:gd name="connsiteX64" fmla="*/ 8686410 w 12192000"/>
                <a:gd name="connsiteY64" fmla="*/ 234877 h 757168"/>
                <a:gd name="connsiteX65" fmla="*/ 8980658 w 12192000"/>
                <a:gd name="connsiteY65" fmla="*/ 273001 h 757168"/>
                <a:gd name="connsiteX66" fmla="*/ 9087625 w 12192000"/>
                <a:gd name="connsiteY66" fmla="*/ 282423 h 757168"/>
                <a:gd name="connsiteX67" fmla="*/ 9186017 w 12192000"/>
                <a:gd name="connsiteY67" fmla="*/ 293875 h 757168"/>
                <a:gd name="connsiteX68" fmla="*/ 9323931 w 12192000"/>
                <a:gd name="connsiteY68" fmla="*/ 302628 h 757168"/>
                <a:gd name="connsiteX69" fmla="*/ 9467213 w 12192000"/>
                <a:gd name="connsiteY69" fmla="*/ 307275 h 757168"/>
                <a:gd name="connsiteX70" fmla="*/ 9626826 w 12192000"/>
                <a:gd name="connsiteY70" fmla="*/ 316213 h 757168"/>
                <a:gd name="connsiteX71" fmla="*/ 9689696 w 12192000"/>
                <a:gd name="connsiteY71" fmla="*/ 324467 h 757168"/>
                <a:gd name="connsiteX72" fmla="*/ 9860526 w 12192000"/>
                <a:gd name="connsiteY72" fmla="*/ 329986 h 757168"/>
                <a:gd name="connsiteX73" fmla="*/ 9949775 w 12192000"/>
                <a:gd name="connsiteY73" fmla="*/ 340386 h 757168"/>
                <a:gd name="connsiteX74" fmla="*/ 10097252 w 12192000"/>
                <a:gd name="connsiteY74" fmla="*/ 349262 h 757168"/>
                <a:gd name="connsiteX75" fmla="*/ 10145261 w 12192000"/>
                <a:gd name="connsiteY75" fmla="*/ 353113 h 757168"/>
                <a:gd name="connsiteX76" fmla="*/ 10188159 w 12192000"/>
                <a:gd name="connsiteY76" fmla="*/ 356124 h 757168"/>
                <a:gd name="connsiteX77" fmla="*/ 10336144 w 12192000"/>
                <a:gd name="connsiteY77" fmla="*/ 348235 h 757168"/>
                <a:gd name="connsiteX78" fmla="*/ 10466847 w 12192000"/>
                <a:gd name="connsiteY78" fmla="*/ 354131 h 757168"/>
                <a:gd name="connsiteX79" fmla="*/ 10696514 w 12192000"/>
                <a:gd name="connsiteY79" fmla="*/ 353575 h 757168"/>
                <a:gd name="connsiteX80" fmla="*/ 10746932 w 12192000"/>
                <a:gd name="connsiteY80" fmla="*/ 360606 h 757168"/>
                <a:gd name="connsiteX81" fmla="*/ 10905388 w 12192000"/>
                <a:gd name="connsiteY81" fmla="*/ 370627 h 757168"/>
                <a:gd name="connsiteX82" fmla="*/ 10995602 w 12192000"/>
                <a:gd name="connsiteY82" fmla="*/ 376691 h 757168"/>
                <a:gd name="connsiteX83" fmla="*/ 11107647 w 12192000"/>
                <a:gd name="connsiteY83" fmla="*/ 373405 h 757168"/>
                <a:gd name="connsiteX84" fmla="*/ 11302440 w 12192000"/>
                <a:gd name="connsiteY84" fmla="*/ 364156 h 757168"/>
                <a:gd name="connsiteX85" fmla="*/ 11353613 w 12192000"/>
                <a:gd name="connsiteY85" fmla="*/ 363785 h 757168"/>
                <a:gd name="connsiteX86" fmla="*/ 11447323 w 12192000"/>
                <a:gd name="connsiteY86" fmla="*/ 359346 h 757168"/>
                <a:gd name="connsiteX87" fmla="*/ 11464292 w 12192000"/>
                <a:gd name="connsiteY87" fmla="*/ 358519 h 757168"/>
                <a:gd name="connsiteX88" fmla="*/ 11607560 w 12192000"/>
                <a:gd name="connsiteY88" fmla="*/ 342370 h 757168"/>
                <a:gd name="connsiteX89" fmla="*/ 11681426 w 12192000"/>
                <a:gd name="connsiteY89" fmla="*/ 344335 h 757168"/>
                <a:gd name="connsiteX90" fmla="*/ 11893565 w 12192000"/>
                <a:gd name="connsiteY90" fmla="*/ 355261 h 757168"/>
                <a:gd name="connsiteX91" fmla="*/ 11983290 w 12192000"/>
                <a:gd name="connsiteY91" fmla="*/ 363588 h 757168"/>
                <a:gd name="connsiteX92" fmla="*/ 12192000 w 12192000"/>
                <a:gd name="connsiteY92" fmla="*/ 388018 h 757168"/>
                <a:gd name="connsiteX93" fmla="*/ 12192000 w 12192000"/>
                <a:gd name="connsiteY93" fmla="*/ 577115 h 757168"/>
                <a:gd name="connsiteX94" fmla="*/ 12157329 w 12192000"/>
                <a:gd name="connsiteY94" fmla="*/ 588862 h 757168"/>
                <a:gd name="connsiteX95" fmla="*/ 12066948 w 12192000"/>
                <a:gd name="connsiteY95" fmla="*/ 586034 h 757168"/>
                <a:gd name="connsiteX96" fmla="*/ 11911344 w 12192000"/>
                <a:gd name="connsiteY96" fmla="*/ 521599 h 757168"/>
                <a:gd name="connsiteX97" fmla="*/ 11847823 w 12192000"/>
                <a:gd name="connsiteY97" fmla="*/ 511785 h 757168"/>
                <a:gd name="connsiteX98" fmla="*/ 11737547 w 12192000"/>
                <a:gd name="connsiteY98" fmla="*/ 502380 h 757168"/>
                <a:gd name="connsiteX99" fmla="*/ 11636052 w 12192000"/>
                <a:gd name="connsiteY99" fmla="*/ 514993 h 757168"/>
                <a:gd name="connsiteX100" fmla="*/ 11394706 w 12192000"/>
                <a:gd name="connsiteY100" fmla="*/ 590867 h 757168"/>
                <a:gd name="connsiteX101" fmla="*/ 11354978 w 12192000"/>
                <a:gd name="connsiteY101" fmla="*/ 597561 h 757168"/>
                <a:gd name="connsiteX102" fmla="*/ 11285306 w 12192000"/>
                <a:gd name="connsiteY102" fmla="*/ 599825 h 757168"/>
                <a:gd name="connsiteX103" fmla="*/ 11008528 w 12192000"/>
                <a:gd name="connsiteY103" fmla="*/ 656670 h 757168"/>
                <a:gd name="connsiteX104" fmla="*/ 10948735 w 12192000"/>
                <a:gd name="connsiteY104" fmla="*/ 652964 h 757168"/>
                <a:gd name="connsiteX105" fmla="*/ 10850698 w 12192000"/>
                <a:gd name="connsiteY105" fmla="*/ 641721 h 757168"/>
                <a:gd name="connsiteX106" fmla="*/ 10744026 w 12192000"/>
                <a:gd name="connsiteY106" fmla="*/ 647769 h 757168"/>
                <a:gd name="connsiteX107" fmla="*/ 10666160 w 12192000"/>
                <a:gd name="connsiteY107" fmla="*/ 651891 h 757168"/>
                <a:gd name="connsiteX108" fmla="*/ 10450521 w 12192000"/>
                <a:gd name="connsiteY108" fmla="*/ 616552 h 757168"/>
                <a:gd name="connsiteX109" fmla="*/ 10271192 w 12192000"/>
                <a:gd name="connsiteY109" fmla="*/ 583498 h 757168"/>
                <a:gd name="connsiteX110" fmla="*/ 10246067 w 12192000"/>
                <a:gd name="connsiteY110" fmla="*/ 585423 h 757168"/>
                <a:gd name="connsiteX111" fmla="*/ 10005027 w 12192000"/>
                <a:gd name="connsiteY111" fmla="*/ 592252 h 757168"/>
                <a:gd name="connsiteX112" fmla="*/ 9898681 w 12192000"/>
                <a:gd name="connsiteY112" fmla="*/ 613195 h 757168"/>
                <a:gd name="connsiteX113" fmla="*/ 9753225 w 12192000"/>
                <a:gd name="connsiteY113" fmla="*/ 629038 h 757168"/>
                <a:gd name="connsiteX114" fmla="*/ 9591376 w 12192000"/>
                <a:gd name="connsiteY114" fmla="*/ 648601 h 757168"/>
                <a:gd name="connsiteX115" fmla="*/ 9472860 w 12192000"/>
                <a:gd name="connsiteY115" fmla="*/ 655936 h 757168"/>
                <a:gd name="connsiteX116" fmla="*/ 9299788 w 12192000"/>
                <a:gd name="connsiteY116" fmla="*/ 636945 h 757168"/>
                <a:gd name="connsiteX117" fmla="*/ 9264605 w 12192000"/>
                <a:gd name="connsiteY117" fmla="*/ 627087 h 757168"/>
                <a:gd name="connsiteX118" fmla="*/ 8926435 w 12192000"/>
                <a:gd name="connsiteY118" fmla="*/ 549269 h 757168"/>
                <a:gd name="connsiteX119" fmla="*/ 8698934 w 12192000"/>
                <a:gd name="connsiteY119" fmla="*/ 536583 h 757168"/>
                <a:gd name="connsiteX120" fmla="*/ 8622862 w 12192000"/>
                <a:gd name="connsiteY120" fmla="*/ 541563 h 757168"/>
                <a:gd name="connsiteX121" fmla="*/ 8482784 w 12192000"/>
                <a:gd name="connsiteY121" fmla="*/ 574094 h 757168"/>
                <a:gd name="connsiteX122" fmla="*/ 8421565 w 12192000"/>
                <a:gd name="connsiteY122" fmla="*/ 576610 h 757168"/>
                <a:gd name="connsiteX123" fmla="*/ 8313469 w 12192000"/>
                <a:gd name="connsiteY123" fmla="*/ 574762 h 757168"/>
                <a:gd name="connsiteX124" fmla="*/ 8079520 w 12192000"/>
                <a:gd name="connsiteY124" fmla="*/ 558685 h 757168"/>
                <a:gd name="connsiteX125" fmla="*/ 7773327 w 12192000"/>
                <a:gd name="connsiteY125" fmla="*/ 558854 h 757168"/>
                <a:gd name="connsiteX126" fmla="*/ 7652477 w 12192000"/>
                <a:gd name="connsiteY126" fmla="*/ 547561 h 757168"/>
                <a:gd name="connsiteX127" fmla="*/ 7522274 w 12192000"/>
                <a:gd name="connsiteY127" fmla="*/ 532150 h 757168"/>
                <a:gd name="connsiteX128" fmla="*/ 7484080 w 12192000"/>
                <a:gd name="connsiteY128" fmla="*/ 530532 h 757168"/>
                <a:gd name="connsiteX129" fmla="*/ 7282277 w 12192000"/>
                <a:gd name="connsiteY129" fmla="*/ 540177 h 757168"/>
                <a:gd name="connsiteX130" fmla="*/ 7235690 w 12192000"/>
                <a:gd name="connsiteY130" fmla="*/ 551282 h 757168"/>
                <a:gd name="connsiteX131" fmla="*/ 7116339 w 12192000"/>
                <a:gd name="connsiteY131" fmla="*/ 539494 h 757168"/>
                <a:gd name="connsiteX132" fmla="*/ 7011067 w 12192000"/>
                <a:gd name="connsiteY132" fmla="*/ 511848 h 757168"/>
                <a:gd name="connsiteX133" fmla="*/ 6403234 w 12192000"/>
                <a:gd name="connsiteY133" fmla="*/ 432296 h 757168"/>
                <a:gd name="connsiteX134" fmla="*/ 6036273 w 12192000"/>
                <a:gd name="connsiteY134" fmla="*/ 412301 h 757168"/>
                <a:gd name="connsiteX135" fmla="*/ 5780467 w 12192000"/>
                <a:gd name="connsiteY135" fmla="*/ 377910 h 757168"/>
                <a:gd name="connsiteX136" fmla="*/ 5739051 w 12192000"/>
                <a:gd name="connsiteY136" fmla="*/ 353609 h 757168"/>
                <a:gd name="connsiteX137" fmla="*/ 5583566 w 12192000"/>
                <a:gd name="connsiteY137" fmla="*/ 321995 h 757168"/>
                <a:gd name="connsiteX138" fmla="*/ 5432030 w 12192000"/>
                <a:gd name="connsiteY138" fmla="*/ 362512 h 757168"/>
                <a:gd name="connsiteX139" fmla="*/ 5241398 w 12192000"/>
                <a:gd name="connsiteY139" fmla="*/ 425781 h 757168"/>
                <a:gd name="connsiteX140" fmla="*/ 5139710 w 12192000"/>
                <a:gd name="connsiteY140" fmla="*/ 421022 h 757168"/>
                <a:gd name="connsiteX141" fmla="*/ 4929402 w 12192000"/>
                <a:gd name="connsiteY141" fmla="*/ 424310 h 757168"/>
                <a:gd name="connsiteX142" fmla="*/ 4782793 w 12192000"/>
                <a:gd name="connsiteY142" fmla="*/ 441046 h 757168"/>
                <a:gd name="connsiteX143" fmla="*/ 4577594 w 12192000"/>
                <a:gd name="connsiteY143" fmla="*/ 459290 h 757168"/>
                <a:gd name="connsiteX144" fmla="*/ 4500826 w 12192000"/>
                <a:gd name="connsiteY144" fmla="*/ 470529 h 757168"/>
                <a:gd name="connsiteX145" fmla="*/ 4317973 w 12192000"/>
                <a:gd name="connsiteY145" fmla="*/ 483649 h 757168"/>
                <a:gd name="connsiteX146" fmla="*/ 4166722 w 12192000"/>
                <a:gd name="connsiteY146" fmla="*/ 490602 h 757168"/>
                <a:gd name="connsiteX147" fmla="*/ 4042814 w 12192000"/>
                <a:gd name="connsiteY147" fmla="*/ 530660 h 757168"/>
                <a:gd name="connsiteX148" fmla="*/ 4002653 w 12192000"/>
                <a:gd name="connsiteY148" fmla="*/ 552594 h 757168"/>
                <a:gd name="connsiteX149" fmla="*/ 3969549 w 12192000"/>
                <a:gd name="connsiteY149" fmla="*/ 566312 h 757168"/>
                <a:gd name="connsiteX150" fmla="*/ 3821685 w 12192000"/>
                <a:gd name="connsiteY150" fmla="*/ 649183 h 757168"/>
                <a:gd name="connsiteX151" fmla="*/ 3805138 w 12192000"/>
                <a:gd name="connsiteY151" fmla="*/ 655947 h 757168"/>
                <a:gd name="connsiteX152" fmla="*/ 3609177 w 12192000"/>
                <a:gd name="connsiteY152" fmla="*/ 687459 h 757168"/>
                <a:gd name="connsiteX153" fmla="*/ 3539727 w 12192000"/>
                <a:gd name="connsiteY153" fmla="*/ 706521 h 757168"/>
                <a:gd name="connsiteX154" fmla="*/ 3396572 w 12192000"/>
                <a:gd name="connsiteY154" fmla="*/ 755681 h 757168"/>
                <a:gd name="connsiteX155" fmla="*/ 3341054 w 12192000"/>
                <a:gd name="connsiteY155" fmla="*/ 754679 h 757168"/>
                <a:gd name="connsiteX156" fmla="*/ 3138775 w 12192000"/>
                <a:gd name="connsiteY156" fmla="*/ 710120 h 757168"/>
                <a:gd name="connsiteX157" fmla="*/ 3037283 w 12192000"/>
                <a:gd name="connsiteY157" fmla="*/ 666453 h 757168"/>
                <a:gd name="connsiteX158" fmla="*/ 3002117 w 12192000"/>
                <a:gd name="connsiteY158" fmla="*/ 649347 h 757168"/>
                <a:gd name="connsiteX159" fmla="*/ 2747294 w 12192000"/>
                <a:gd name="connsiteY159" fmla="*/ 652400 h 757168"/>
                <a:gd name="connsiteX160" fmla="*/ 2676273 w 12192000"/>
                <a:gd name="connsiteY160" fmla="*/ 652304 h 757168"/>
                <a:gd name="connsiteX161" fmla="*/ 2432360 w 12192000"/>
                <a:gd name="connsiteY161" fmla="*/ 657836 h 757168"/>
                <a:gd name="connsiteX162" fmla="*/ 2382311 w 12192000"/>
                <a:gd name="connsiteY162" fmla="*/ 650824 h 757168"/>
                <a:gd name="connsiteX163" fmla="*/ 2055134 w 12192000"/>
                <a:gd name="connsiteY163" fmla="*/ 630053 h 757168"/>
                <a:gd name="connsiteX164" fmla="*/ 2031829 w 12192000"/>
                <a:gd name="connsiteY164" fmla="*/ 639324 h 757168"/>
                <a:gd name="connsiteX165" fmla="*/ 1912764 w 12192000"/>
                <a:gd name="connsiteY165" fmla="*/ 664183 h 757168"/>
                <a:gd name="connsiteX166" fmla="*/ 1755637 w 12192000"/>
                <a:gd name="connsiteY166" fmla="*/ 663960 h 757168"/>
                <a:gd name="connsiteX167" fmla="*/ 1727159 w 12192000"/>
                <a:gd name="connsiteY167" fmla="*/ 659605 h 757168"/>
                <a:gd name="connsiteX168" fmla="*/ 1622470 w 12192000"/>
                <a:gd name="connsiteY168" fmla="*/ 634850 h 757168"/>
                <a:gd name="connsiteX169" fmla="*/ 1385955 w 12192000"/>
                <a:gd name="connsiteY169" fmla="*/ 604522 h 757168"/>
                <a:gd name="connsiteX170" fmla="*/ 1340055 w 12192000"/>
                <a:gd name="connsiteY170" fmla="*/ 595629 h 757168"/>
                <a:gd name="connsiteX171" fmla="*/ 1257271 w 12192000"/>
                <a:gd name="connsiteY171" fmla="*/ 581180 h 757168"/>
                <a:gd name="connsiteX172" fmla="*/ 1031914 w 12192000"/>
                <a:gd name="connsiteY172" fmla="*/ 562692 h 757168"/>
                <a:gd name="connsiteX173" fmla="*/ 922031 w 12192000"/>
                <a:gd name="connsiteY173" fmla="*/ 566853 h 757168"/>
                <a:gd name="connsiteX174" fmla="*/ 873250 w 12192000"/>
                <a:gd name="connsiteY174" fmla="*/ 563724 h 757168"/>
                <a:gd name="connsiteX175" fmla="*/ 711627 w 12192000"/>
                <a:gd name="connsiteY175" fmla="*/ 529880 h 757168"/>
                <a:gd name="connsiteX176" fmla="*/ 311112 w 12192000"/>
                <a:gd name="connsiteY176" fmla="*/ 525106 h 757168"/>
                <a:gd name="connsiteX177" fmla="*/ 184145 w 12192000"/>
                <a:gd name="connsiteY177" fmla="*/ 532188 h 757168"/>
                <a:gd name="connsiteX178" fmla="*/ 116886 w 12192000"/>
                <a:gd name="connsiteY178" fmla="*/ 530572 h 757168"/>
                <a:gd name="connsiteX179" fmla="*/ 23941 w 12192000"/>
                <a:gd name="connsiteY179" fmla="*/ 506433 h 757168"/>
                <a:gd name="connsiteX180" fmla="*/ 0 w 12192000"/>
                <a:gd name="connsiteY180" fmla="*/ 502149 h 75716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Lst>
              <a:rect l="l" t="t" r="r" b="b"/>
              <a:pathLst>
                <a:path w="12192000" h="757168">
                  <a:moveTo>
                    <a:pt x="0" y="0"/>
                  </a:moveTo>
                  <a:lnTo>
                    <a:pt x="41653" y="6945"/>
                  </a:lnTo>
                  <a:cubicBezTo>
                    <a:pt x="55151" y="9178"/>
                    <a:pt x="68996" y="11810"/>
                    <a:pt x="81317" y="15509"/>
                  </a:cubicBezTo>
                  <a:cubicBezTo>
                    <a:pt x="92911" y="18978"/>
                    <a:pt x="102562" y="24446"/>
                    <a:pt x="114150" y="28105"/>
                  </a:cubicBezTo>
                  <a:cubicBezTo>
                    <a:pt x="145644" y="37958"/>
                    <a:pt x="177914" y="47281"/>
                    <a:pt x="214865" y="58374"/>
                  </a:cubicBezTo>
                  <a:cubicBezTo>
                    <a:pt x="236680" y="42349"/>
                    <a:pt x="264438" y="53534"/>
                    <a:pt x="299237" y="63560"/>
                  </a:cubicBezTo>
                  <a:cubicBezTo>
                    <a:pt x="334763" y="73816"/>
                    <a:pt x="376093" y="78654"/>
                    <a:pt x="415570" y="83774"/>
                  </a:cubicBezTo>
                  <a:cubicBezTo>
                    <a:pt x="487949" y="93100"/>
                    <a:pt x="560804" y="100354"/>
                    <a:pt x="633210" y="109108"/>
                  </a:cubicBezTo>
                  <a:cubicBezTo>
                    <a:pt x="648566" y="111058"/>
                    <a:pt x="666073" y="114072"/>
                    <a:pt x="677567" y="119446"/>
                  </a:cubicBezTo>
                  <a:cubicBezTo>
                    <a:pt x="756262" y="155621"/>
                    <a:pt x="853422" y="169678"/>
                    <a:pt x="946429" y="171502"/>
                  </a:cubicBezTo>
                  <a:cubicBezTo>
                    <a:pt x="1019582" y="173044"/>
                    <a:pt x="1091239" y="175083"/>
                    <a:pt x="1163367" y="182106"/>
                  </a:cubicBezTo>
                  <a:cubicBezTo>
                    <a:pt x="1168863" y="182586"/>
                    <a:pt x="1176224" y="182589"/>
                    <a:pt x="1180337" y="181279"/>
                  </a:cubicBezTo>
                  <a:cubicBezTo>
                    <a:pt x="1205822" y="172503"/>
                    <a:pt x="1231920" y="173109"/>
                    <a:pt x="1263939" y="173070"/>
                  </a:cubicBezTo>
                  <a:cubicBezTo>
                    <a:pt x="1309211" y="172961"/>
                    <a:pt x="1350592" y="176848"/>
                    <a:pt x="1392213" y="183225"/>
                  </a:cubicBezTo>
                  <a:cubicBezTo>
                    <a:pt x="1422516" y="187866"/>
                    <a:pt x="1453010" y="195759"/>
                    <a:pt x="1479752" y="205174"/>
                  </a:cubicBezTo>
                  <a:cubicBezTo>
                    <a:pt x="1516962" y="218381"/>
                    <a:pt x="1553071" y="224660"/>
                    <a:pt x="1589813" y="211706"/>
                  </a:cubicBezTo>
                  <a:cubicBezTo>
                    <a:pt x="1629541" y="197953"/>
                    <a:pt x="1673292" y="205778"/>
                    <a:pt x="1716264" y="207459"/>
                  </a:cubicBezTo>
                  <a:cubicBezTo>
                    <a:pt x="1734988" y="208248"/>
                    <a:pt x="1754789" y="209668"/>
                    <a:pt x="1772900" y="208137"/>
                  </a:cubicBezTo>
                  <a:cubicBezTo>
                    <a:pt x="1825381" y="203828"/>
                    <a:pt x="1876222" y="195808"/>
                    <a:pt x="1929319" y="193822"/>
                  </a:cubicBezTo>
                  <a:cubicBezTo>
                    <a:pt x="1958819" y="192698"/>
                    <a:pt x="1991232" y="199166"/>
                    <a:pt x="2021514" y="204186"/>
                  </a:cubicBezTo>
                  <a:cubicBezTo>
                    <a:pt x="2052154" y="209417"/>
                    <a:pt x="2082323" y="216530"/>
                    <a:pt x="2111753" y="223797"/>
                  </a:cubicBezTo>
                  <a:cubicBezTo>
                    <a:pt x="2131736" y="228659"/>
                    <a:pt x="2153567" y="233429"/>
                    <a:pt x="2169356" y="241125"/>
                  </a:cubicBezTo>
                  <a:cubicBezTo>
                    <a:pt x="2205243" y="258649"/>
                    <a:pt x="2242901" y="263295"/>
                    <a:pt x="2286638" y="257382"/>
                  </a:cubicBezTo>
                  <a:cubicBezTo>
                    <a:pt x="2293313" y="256396"/>
                    <a:pt x="2301018" y="256799"/>
                    <a:pt x="2308368" y="256995"/>
                  </a:cubicBezTo>
                  <a:cubicBezTo>
                    <a:pt x="2426026" y="259155"/>
                    <a:pt x="2543593" y="262834"/>
                    <a:pt x="2660621" y="262863"/>
                  </a:cubicBezTo>
                  <a:cubicBezTo>
                    <a:pt x="2708088" y="262871"/>
                    <a:pt x="2754165" y="254412"/>
                    <a:pt x="2801134" y="250006"/>
                  </a:cubicBezTo>
                  <a:cubicBezTo>
                    <a:pt x="2810748" y="249174"/>
                    <a:pt x="2821504" y="247638"/>
                    <a:pt x="2830994" y="249091"/>
                  </a:cubicBezTo>
                  <a:cubicBezTo>
                    <a:pt x="2934354" y="264045"/>
                    <a:pt x="3032340" y="255254"/>
                    <a:pt x="3129084" y="242009"/>
                  </a:cubicBezTo>
                  <a:cubicBezTo>
                    <a:pt x="3139090" y="240625"/>
                    <a:pt x="3151170" y="241831"/>
                    <a:pt x="3162162" y="242789"/>
                  </a:cubicBezTo>
                  <a:cubicBezTo>
                    <a:pt x="3192925" y="245736"/>
                    <a:pt x="3225969" y="254145"/>
                    <a:pt x="3254072" y="251612"/>
                  </a:cubicBezTo>
                  <a:cubicBezTo>
                    <a:pt x="3328782" y="244461"/>
                    <a:pt x="3402881" y="234992"/>
                    <a:pt x="3473491" y="221903"/>
                  </a:cubicBezTo>
                  <a:cubicBezTo>
                    <a:pt x="3545212" y="208683"/>
                    <a:pt x="3611651" y="197856"/>
                    <a:pt x="3691860" y="219228"/>
                  </a:cubicBezTo>
                  <a:cubicBezTo>
                    <a:pt x="3725977" y="228268"/>
                    <a:pt x="3771754" y="225515"/>
                    <a:pt x="3811494" y="225691"/>
                  </a:cubicBezTo>
                  <a:cubicBezTo>
                    <a:pt x="3840564" y="225687"/>
                    <a:pt x="3868906" y="218586"/>
                    <a:pt x="3897533" y="220087"/>
                  </a:cubicBezTo>
                  <a:cubicBezTo>
                    <a:pt x="3973874" y="224087"/>
                    <a:pt x="4042293" y="217563"/>
                    <a:pt x="4109430" y="200477"/>
                  </a:cubicBezTo>
                  <a:cubicBezTo>
                    <a:pt x="4135544" y="193834"/>
                    <a:pt x="4175268" y="201258"/>
                    <a:pt x="4208772" y="200914"/>
                  </a:cubicBezTo>
                  <a:cubicBezTo>
                    <a:pt x="4244136" y="200288"/>
                    <a:pt x="4280583" y="199908"/>
                    <a:pt x="4314641" y="196159"/>
                  </a:cubicBezTo>
                  <a:cubicBezTo>
                    <a:pt x="4402743" y="186278"/>
                    <a:pt x="4489848" y="174436"/>
                    <a:pt x="4577622" y="163774"/>
                  </a:cubicBezTo>
                  <a:cubicBezTo>
                    <a:pt x="4649843" y="154967"/>
                    <a:pt x="4719794" y="168553"/>
                    <a:pt x="4790345" y="177592"/>
                  </a:cubicBezTo>
                  <a:cubicBezTo>
                    <a:pt x="4834576" y="183345"/>
                    <a:pt x="4875614" y="193701"/>
                    <a:pt x="4926164" y="184139"/>
                  </a:cubicBezTo>
                  <a:cubicBezTo>
                    <a:pt x="4974485" y="175032"/>
                    <a:pt x="5034899" y="180870"/>
                    <a:pt x="5088812" y="177401"/>
                  </a:cubicBezTo>
                  <a:cubicBezTo>
                    <a:pt x="5134238" y="174439"/>
                    <a:pt x="5178353" y="168165"/>
                    <a:pt x="5222466" y="162082"/>
                  </a:cubicBezTo>
                  <a:cubicBezTo>
                    <a:pt x="5282519" y="153783"/>
                    <a:pt x="5341864" y="144876"/>
                    <a:pt x="5406528" y="153987"/>
                  </a:cubicBezTo>
                  <a:cubicBezTo>
                    <a:pt x="5479960" y="164323"/>
                    <a:pt x="5531876" y="142624"/>
                    <a:pt x="5590716" y="129490"/>
                  </a:cubicBezTo>
                  <a:cubicBezTo>
                    <a:pt x="5631296" y="120553"/>
                    <a:pt x="5675395" y="114659"/>
                    <a:pt x="5719429" y="110099"/>
                  </a:cubicBezTo>
                  <a:cubicBezTo>
                    <a:pt x="5778247" y="104215"/>
                    <a:pt x="5838715" y="102042"/>
                    <a:pt x="5897895" y="96368"/>
                  </a:cubicBezTo>
                  <a:cubicBezTo>
                    <a:pt x="5987399" y="87895"/>
                    <a:pt x="6077855" y="82333"/>
                    <a:pt x="6169957" y="94411"/>
                  </a:cubicBezTo>
                  <a:cubicBezTo>
                    <a:pt x="6212360" y="99875"/>
                    <a:pt x="6252010" y="101763"/>
                    <a:pt x="6294827" y="99236"/>
                  </a:cubicBezTo>
                  <a:cubicBezTo>
                    <a:pt x="6364965" y="95091"/>
                    <a:pt x="6436581" y="97891"/>
                    <a:pt x="6494261" y="71724"/>
                  </a:cubicBezTo>
                  <a:cubicBezTo>
                    <a:pt x="6514615" y="62488"/>
                    <a:pt x="6550354" y="61691"/>
                    <a:pt x="6579627" y="57883"/>
                  </a:cubicBezTo>
                  <a:cubicBezTo>
                    <a:pt x="6613354" y="53353"/>
                    <a:pt x="6637770" y="57878"/>
                    <a:pt x="6654800" y="77086"/>
                  </a:cubicBezTo>
                  <a:cubicBezTo>
                    <a:pt x="6662444" y="85688"/>
                    <a:pt x="6685147" y="94892"/>
                    <a:pt x="6703059" y="97166"/>
                  </a:cubicBezTo>
                  <a:cubicBezTo>
                    <a:pt x="6756799" y="103989"/>
                    <a:pt x="6806654" y="100687"/>
                    <a:pt x="6859445" y="90481"/>
                  </a:cubicBezTo>
                  <a:cubicBezTo>
                    <a:pt x="6908894" y="80861"/>
                    <a:pt x="6969747" y="85387"/>
                    <a:pt x="7025414" y="83536"/>
                  </a:cubicBezTo>
                  <a:cubicBezTo>
                    <a:pt x="7064862" y="82168"/>
                    <a:pt x="7104501" y="77186"/>
                    <a:pt x="7144137" y="79264"/>
                  </a:cubicBezTo>
                  <a:cubicBezTo>
                    <a:pt x="7193316" y="81841"/>
                    <a:pt x="7241809" y="90488"/>
                    <a:pt x="7291235" y="95367"/>
                  </a:cubicBezTo>
                  <a:cubicBezTo>
                    <a:pt x="7329668" y="99288"/>
                    <a:pt x="7368978" y="100585"/>
                    <a:pt x="7407395" y="104888"/>
                  </a:cubicBezTo>
                  <a:cubicBezTo>
                    <a:pt x="7438868" y="108256"/>
                    <a:pt x="7469832" y="114265"/>
                    <a:pt x="7500837" y="119515"/>
                  </a:cubicBezTo>
                  <a:cubicBezTo>
                    <a:pt x="7512146" y="121444"/>
                    <a:pt x="7523255" y="127178"/>
                    <a:pt x="7533567" y="126955"/>
                  </a:cubicBezTo>
                  <a:cubicBezTo>
                    <a:pt x="7636025" y="124121"/>
                    <a:pt x="7707510" y="164497"/>
                    <a:pt x="7792910" y="185188"/>
                  </a:cubicBezTo>
                  <a:cubicBezTo>
                    <a:pt x="7882663" y="207063"/>
                    <a:pt x="7969001" y="237914"/>
                    <a:pt x="8070699" y="235423"/>
                  </a:cubicBezTo>
                  <a:cubicBezTo>
                    <a:pt x="8132239" y="233879"/>
                    <a:pt x="8191903" y="225939"/>
                    <a:pt x="8253177" y="222473"/>
                  </a:cubicBezTo>
                  <a:cubicBezTo>
                    <a:pt x="8274949" y="221324"/>
                    <a:pt x="8299150" y="222976"/>
                    <a:pt x="8320683" y="226393"/>
                  </a:cubicBezTo>
                  <a:cubicBezTo>
                    <a:pt x="8424731" y="242340"/>
                    <a:pt x="8527777" y="249266"/>
                    <a:pt x="8631438" y="237528"/>
                  </a:cubicBezTo>
                  <a:cubicBezTo>
                    <a:pt x="8649201" y="235596"/>
                    <a:pt x="8668058" y="233915"/>
                    <a:pt x="8686410" y="234877"/>
                  </a:cubicBezTo>
                  <a:cubicBezTo>
                    <a:pt x="8786966" y="240146"/>
                    <a:pt x="8885480" y="249315"/>
                    <a:pt x="8980658" y="273001"/>
                  </a:cubicBezTo>
                  <a:cubicBezTo>
                    <a:pt x="9012626" y="280972"/>
                    <a:pt x="9052108" y="279035"/>
                    <a:pt x="9087625" y="282423"/>
                  </a:cubicBezTo>
                  <a:cubicBezTo>
                    <a:pt x="9120583" y="285484"/>
                    <a:pt x="9154319" y="287825"/>
                    <a:pt x="9186017" y="293875"/>
                  </a:cubicBezTo>
                  <a:cubicBezTo>
                    <a:pt x="9232288" y="302785"/>
                    <a:pt x="9275554" y="305815"/>
                    <a:pt x="9323931" y="302628"/>
                  </a:cubicBezTo>
                  <a:cubicBezTo>
                    <a:pt x="9370084" y="299705"/>
                    <a:pt x="9419491" y="304964"/>
                    <a:pt x="9467213" y="307275"/>
                  </a:cubicBezTo>
                  <a:cubicBezTo>
                    <a:pt x="9520438" y="309874"/>
                    <a:pt x="9573661" y="312473"/>
                    <a:pt x="9626826" y="316213"/>
                  </a:cubicBezTo>
                  <a:cubicBezTo>
                    <a:pt x="9648094" y="317708"/>
                    <a:pt x="9671915" y="326588"/>
                    <a:pt x="9689696" y="324467"/>
                  </a:cubicBezTo>
                  <a:cubicBezTo>
                    <a:pt x="9747117" y="317175"/>
                    <a:pt x="9803355" y="332523"/>
                    <a:pt x="9860526" y="329986"/>
                  </a:cubicBezTo>
                  <a:cubicBezTo>
                    <a:pt x="9888572" y="328594"/>
                    <a:pt x="9919723" y="338048"/>
                    <a:pt x="9949775" y="340386"/>
                  </a:cubicBezTo>
                  <a:cubicBezTo>
                    <a:pt x="9998886" y="344296"/>
                    <a:pt x="10048092" y="346302"/>
                    <a:pt x="10097252" y="349262"/>
                  </a:cubicBezTo>
                  <a:cubicBezTo>
                    <a:pt x="10113390" y="350297"/>
                    <a:pt x="10129133" y="351886"/>
                    <a:pt x="10145261" y="353113"/>
                  </a:cubicBezTo>
                  <a:cubicBezTo>
                    <a:pt x="10159555" y="354243"/>
                    <a:pt x="10174512" y="356743"/>
                    <a:pt x="10188159" y="356124"/>
                  </a:cubicBezTo>
                  <a:cubicBezTo>
                    <a:pt x="10237589" y="353944"/>
                    <a:pt x="10286441" y="348682"/>
                    <a:pt x="10336144" y="348235"/>
                  </a:cubicBezTo>
                  <a:cubicBezTo>
                    <a:pt x="10379222" y="347822"/>
                    <a:pt x="10423443" y="353764"/>
                    <a:pt x="10466847" y="354131"/>
                  </a:cubicBezTo>
                  <a:cubicBezTo>
                    <a:pt x="10543353" y="354898"/>
                    <a:pt x="10619988" y="353190"/>
                    <a:pt x="10696514" y="353575"/>
                  </a:cubicBezTo>
                  <a:cubicBezTo>
                    <a:pt x="10713071" y="353680"/>
                    <a:pt x="10730069" y="359342"/>
                    <a:pt x="10746932" y="360606"/>
                  </a:cubicBezTo>
                  <a:cubicBezTo>
                    <a:pt x="10799731" y="364326"/>
                    <a:pt x="10852569" y="367289"/>
                    <a:pt x="10905388" y="370627"/>
                  </a:cubicBezTo>
                  <a:cubicBezTo>
                    <a:pt x="10935470" y="372396"/>
                    <a:pt x="10965963" y="373421"/>
                    <a:pt x="10995602" y="376691"/>
                  </a:cubicBezTo>
                  <a:cubicBezTo>
                    <a:pt x="11034750" y="381032"/>
                    <a:pt x="11070168" y="386324"/>
                    <a:pt x="11107647" y="373405"/>
                  </a:cubicBezTo>
                  <a:cubicBezTo>
                    <a:pt x="11165372" y="353347"/>
                    <a:pt x="11236837" y="366060"/>
                    <a:pt x="11302440" y="364156"/>
                  </a:cubicBezTo>
                  <a:cubicBezTo>
                    <a:pt x="11319394" y="363708"/>
                    <a:pt x="11336655" y="364422"/>
                    <a:pt x="11353613" y="363785"/>
                  </a:cubicBezTo>
                  <a:cubicBezTo>
                    <a:pt x="11384961" y="362566"/>
                    <a:pt x="11415955" y="360947"/>
                    <a:pt x="11447323" y="359346"/>
                  </a:cubicBezTo>
                  <a:cubicBezTo>
                    <a:pt x="11452855" y="359066"/>
                    <a:pt x="11459104" y="359200"/>
                    <a:pt x="11464292" y="358519"/>
                  </a:cubicBezTo>
                  <a:cubicBezTo>
                    <a:pt x="11512058" y="353010"/>
                    <a:pt x="11559143" y="346321"/>
                    <a:pt x="11607560" y="342370"/>
                  </a:cubicBezTo>
                  <a:cubicBezTo>
                    <a:pt x="11631218" y="340368"/>
                    <a:pt x="11657295" y="341352"/>
                    <a:pt x="11681426" y="344335"/>
                  </a:cubicBezTo>
                  <a:cubicBezTo>
                    <a:pt x="11751997" y="352993"/>
                    <a:pt x="11821986" y="358760"/>
                    <a:pt x="11893565" y="355261"/>
                  </a:cubicBezTo>
                  <a:cubicBezTo>
                    <a:pt x="11921973" y="353889"/>
                    <a:pt x="11953288" y="360300"/>
                    <a:pt x="11983290" y="363588"/>
                  </a:cubicBezTo>
                  <a:lnTo>
                    <a:pt x="12192000" y="388018"/>
                  </a:lnTo>
                  <a:lnTo>
                    <a:pt x="12192000" y="577115"/>
                  </a:lnTo>
                  <a:lnTo>
                    <a:pt x="12157329" y="588862"/>
                  </a:lnTo>
                  <a:cubicBezTo>
                    <a:pt x="12118393" y="608572"/>
                    <a:pt x="12109715" y="605637"/>
                    <a:pt x="12066948" y="586034"/>
                  </a:cubicBezTo>
                  <a:cubicBezTo>
                    <a:pt x="12016991" y="563193"/>
                    <a:pt x="11965119" y="541779"/>
                    <a:pt x="11911344" y="521599"/>
                  </a:cubicBezTo>
                  <a:cubicBezTo>
                    <a:pt x="11894383" y="515178"/>
                    <a:pt x="11869417" y="514060"/>
                    <a:pt x="11847823" y="511785"/>
                  </a:cubicBezTo>
                  <a:cubicBezTo>
                    <a:pt x="11811233" y="507768"/>
                    <a:pt x="11773630" y="501982"/>
                    <a:pt x="11737547" y="502380"/>
                  </a:cubicBezTo>
                  <a:cubicBezTo>
                    <a:pt x="11702930" y="502855"/>
                    <a:pt x="11668388" y="508866"/>
                    <a:pt x="11636052" y="514993"/>
                  </a:cubicBezTo>
                  <a:cubicBezTo>
                    <a:pt x="11545722" y="532199"/>
                    <a:pt x="11462455" y="555118"/>
                    <a:pt x="11394706" y="590867"/>
                  </a:cubicBezTo>
                  <a:cubicBezTo>
                    <a:pt x="11385999" y="595562"/>
                    <a:pt x="11369016" y="596581"/>
                    <a:pt x="11354978" y="597561"/>
                  </a:cubicBezTo>
                  <a:cubicBezTo>
                    <a:pt x="11332076" y="599224"/>
                    <a:pt x="11308448" y="600655"/>
                    <a:pt x="11285306" y="599825"/>
                  </a:cubicBezTo>
                  <a:cubicBezTo>
                    <a:pt x="11172906" y="595841"/>
                    <a:pt x="11083430" y="617861"/>
                    <a:pt x="11008528" y="656670"/>
                  </a:cubicBezTo>
                  <a:cubicBezTo>
                    <a:pt x="10986971" y="667750"/>
                    <a:pt x="10970753" y="668236"/>
                    <a:pt x="10948735" y="652964"/>
                  </a:cubicBezTo>
                  <a:cubicBezTo>
                    <a:pt x="10923173" y="635218"/>
                    <a:pt x="10885031" y="639705"/>
                    <a:pt x="10850698" y="641721"/>
                  </a:cubicBezTo>
                  <a:cubicBezTo>
                    <a:pt x="10815269" y="643680"/>
                    <a:pt x="10779458" y="645811"/>
                    <a:pt x="10744026" y="647769"/>
                  </a:cubicBezTo>
                  <a:cubicBezTo>
                    <a:pt x="10717832" y="649066"/>
                    <a:pt x="10692021" y="650003"/>
                    <a:pt x="10666160" y="651891"/>
                  </a:cubicBezTo>
                  <a:cubicBezTo>
                    <a:pt x="10585627" y="657783"/>
                    <a:pt x="10513854" y="650969"/>
                    <a:pt x="10450521" y="616552"/>
                  </a:cubicBezTo>
                  <a:cubicBezTo>
                    <a:pt x="10402221" y="590175"/>
                    <a:pt x="10339099" y="579806"/>
                    <a:pt x="10271192" y="583498"/>
                  </a:cubicBezTo>
                  <a:cubicBezTo>
                    <a:pt x="10262701" y="584006"/>
                    <a:pt x="10251859" y="587254"/>
                    <a:pt x="10246067" y="585423"/>
                  </a:cubicBezTo>
                  <a:cubicBezTo>
                    <a:pt x="10158786" y="558528"/>
                    <a:pt x="10086634" y="594049"/>
                    <a:pt x="10005027" y="592252"/>
                  </a:cubicBezTo>
                  <a:cubicBezTo>
                    <a:pt x="9969004" y="591507"/>
                    <a:pt x="9931565" y="603664"/>
                    <a:pt x="9898681" y="613195"/>
                  </a:cubicBezTo>
                  <a:cubicBezTo>
                    <a:pt x="9853463" y="626281"/>
                    <a:pt x="9813049" y="639042"/>
                    <a:pt x="9753225" y="629038"/>
                  </a:cubicBezTo>
                  <a:cubicBezTo>
                    <a:pt x="9693404" y="618845"/>
                    <a:pt x="9637675" y="628898"/>
                    <a:pt x="9591376" y="648601"/>
                  </a:cubicBezTo>
                  <a:cubicBezTo>
                    <a:pt x="9556001" y="663537"/>
                    <a:pt x="9518120" y="663077"/>
                    <a:pt x="9472860" y="655936"/>
                  </a:cubicBezTo>
                  <a:cubicBezTo>
                    <a:pt x="9416283" y="647056"/>
                    <a:pt x="9357217" y="643578"/>
                    <a:pt x="9299788" y="636945"/>
                  </a:cubicBezTo>
                  <a:cubicBezTo>
                    <a:pt x="9287347" y="635531"/>
                    <a:pt x="9271710" y="632039"/>
                    <a:pt x="9264605" y="627087"/>
                  </a:cubicBezTo>
                  <a:cubicBezTo>
                    <a:pt x="9177661" y="565680"/>
                    <a:pt x="9051076" y="558473"/>
                    <a:pt x="8926435" y="549269"/>
                  </a:cubicBezTo>
                  <a:cubicBezTo>
                    <a:pt x="8850925" y="543595"/>
                    <a:pt x="8774954" y="539613"/>
                    <a:pt x="8698934" y="536583"/>
                  </a:cubicBezTo>
                  <a:cubicBezTo>
                    <a:pt x="8673232" y="535428"/>
                    <a:pt x="8645916" y="537050"/>
                    <a:pt x="8622862" y="541563"/>
                  </a:cubicBezTo>
                  <a:cubicBezTo>
                    <a:pt x="8574890" y="551069"/>
                    <a:pt x="8530403" y="564380"/>
                    <a:pt x="8482784" y="574094"/>
                  </a:cubicBezTo>
                  <a:cubicBezTo>
                    <a:pt x="8464923" y="577929"/>
                    <a:pt x="8442157" y="576927"/>
                    <a:pt x="8421565" y="576610"/>
                  </a:cubicBezTo>
                  <a:cubicBezTo>
                    <a:pt x="8385152" y="576229"/>
                    <a:pt x="8345023" y="569546"/>
                    <a:pt x="8313469" y="574762"/>
                  </a:cubicBezTo>
                  <a:cubicBezTo>
                    <a:pt x="8231431" y="588203"/>
                    <a:pt x="8155671" y="580227"/>
                    <a:pt x="8079520" y="558685"/>
                  </a:cubicBezTo>
                  <a:cubicBezTo>
                    <a:pt x="7972906" y="528487"/>
                    <a:pt x="7870782" y="525043"/>
                    <a:pt x="7773327" y="558854"/>
                  </a:cubicBezTo>
                  <a:cubicBezTo>
                    <a:pt x="7729470" y="574107"/>
                    <a:pt x="7688069" y="563543"/>
                    <a:pt x="7652477" y="547561"/>
                  </a:cubicBezTo>
                  <a:cubicBezTo>
                    <a:pt x="7611494" y="529005"/>
                    <a:pt x="7570974" y="522685"/>
                    <a:pt x="7522274" y="532150"/>
                  </a:cubicBezTo>
                  <a:cubicBezTo>
                    <a:pt x="7511488" y="534257"/>
                    <a:pt x="7496511" y="532136"/>
                    <a:pt x="7484080" y="530532"/>
                  </a:cubicBezTo>
                  <a:cubicBezTo>
                    <a:pt x="7413133" y="522044"/>
                    <a:pt x="7341987" y="510303"/>
                    <a:pt x="7282277" y="540177"/>
                  </a:cubicBezTo>
                  <a:cubicBezTo>
                    <a:pt x="7270558" y="546051"/>
                    <a:pt x="7251336" y="547713"/>
                    <a:pt x="7235690" y="551282"/>
                  </a:cubicBezTo>
                  <a:cubicBezTo>
                    <a:pt x="7170161" y="565782"/>
                    <a:pt x="7172820" y="564203"/>
                    <a:pt x="7116339" y="539494"/>
                  </a:cubicBezTo>
                  <a:cubicBezTo>
                    <a:pt x="7086841" y="526502"/>
                    <a:pt x="7045980" y="512724"/>
                    <a:pt x="7011067" y="511848"/>
                  </a:cubicBezTo>
                  <a:cubicBezTo>
                    <a:pt x="6800473" y="506533"/>
                    <a:pt x="6601893" y="468653"/>
                    <a:pt x="6403234" y="432296"/>
                  </a:cubicBezTo>
                  <a:cubicBezTo>
                    <a:pt x="6280760" y="409851"/>
                    <a:pt x="6160432" y="402592"/>
                    <a:pt x="6036273" y="412301"/>
                  </a:cubicBezTo>
                  <a:cubicBezTo>
                    <a:pt x="5946471" y="419425"/>
                    <a:pt x="5863077" y="395593"/>
                    <a:pt x="5780467" y="377910"/>
                  </a:cubicBezTo>
                  <a:cubicBezTo>
                    <a:pt x="5763357" y="374343"/>
                    <a:pt x="5747757" y="363033"/>
                    <a:pt x="5739051" y="353609"/>
                  </a:cubicBezTo>
                  <a:cubicBezTo>
                    <a:pt x="5707675" y="320294"/>
                    <a:pt x="5653252" y="312483"/>
                    <a:pt x="5583566" y="321995"/>
                  </a:cubicBezTo>
                  <a:cubicBezTo>
                    <a:pt x="5528347" y="329404"/>
                    <a:pt x="5477716" y="340486"/>
                    <a:pt x="5432030" y="362512"/>
                  </a:cubicBezTo>
                  <a:cubicBezTo>
                    <a:pt x="5378421" y="388318"/>
                    <a:pt x="5322767" y="418026"/>
                    <a:pt x="5241398" y="425781"/>
                  </a:cubicBezTo>
                  <a:cubicBezTo>
                    <a:pt x="5206262" y="429089"/>
                    <a:pt x="5176131" y="428273"/>
                    <a:pt x="5139710" y="421022"/>
                  </a:cubicBezTo>
                  <a:cubicBezTo>
                    <a:pt x="5069048" y="407018"/>
                    <a:pt x="4997864" y="396037"/>
                    <a:pt x="4929402" y="424310"/>
                  </a:cubicBezTo>
                  <a:cubicBezTo>
                    <a:pt x="4891785" y="439890"/>
                    <a:pt x="4841650" y="448519"/>
                    <a:pt x="4782793" y="441046"/>
                  </a:cubicBezTo>
                  <a:cubicBezTo>
                    <a:pt x="4709316" y="431663"/>
                    <a:pt x="4641426" y="442031"/>
                    <a:pt x="4577594" y="459290"/>
                  </a:cubicBezTo>
                  <a:cubicBezTo>
                    <a:pt x="4554816" y="465538"/>
                    <a:pt x="4527069" y="468279"/>
                    <a:pt x="4500826" y="470529"/>
                  </a:cubicBezTo>
                  <a:cubicBezTo>
                    <a:pt x="4440199" y="475746"/>
                    <a:pt x="4379252" y="479993"/>
                    <a:pt x="4317973" y="483649"/>
                  </a:cubicBezTo>
                  <a:cubicBezTo>
                    <a:pt x="4267762" y="486741"/>
                    <a:pt x="4217264" y="488292"/>
                    <a:pt x="4166722" y="490602"/>
                  </a:cubicBezTo>
                  <a:cubicBezTo>
                    <a:pt x="4111394" y="493045"/>
                    <a:pt x="4067073" y="503124"/>
                    <a:pt x="4042814" y="530660"/>
                  </a:cubicBezTo>
                  <a:cubicBezTo>
                    <a:pt x="4034996" y="539407"/>
                    <a:pt x="4017001" y="545715"/>
                    <a:pt x="4002653" y="552594"/>
                  </a:cubicBezTo>
                  <a:cubicBezTo>
                    <a:pt x="3992459" y="557592"/>
                    <a:pt x="3979023" y="561086"/>
                    <a:pt x="3969549" y="566312"/>
                  </a:cubicBezTo>
                  <a:cubicBezTo>
                    <a:pt x="3919896" y="593854"/>
                    <a:pt x="3870968" y="621622"/>
                    <a:pt x="3821685" y="649183"/>
                  </a:cubicBezTo>
                  <a:cubicBezTo>
                    <a:pt x="3816761" y="651788"/>
                    <a:pt x="3811445" y="654943"/>
                    <a:pt x="3805138" y="655947"/>
                  </a:cubicBezTo>
                  <a:cubicBezTo>
                    <a:pt x="3739817" y="666451"/>
                    <a:pt x="3673801" y="676154"/>
                    <a:pt x="3609177" y="687459"/>
                  </a:cubicBezTo>
                  <a:cubicBezTo>
                    <a:pt x="3584288" y="691878"/>
                    <a:pt x="3558597" y="697589"/>
                    <a:pt x="3539727" y="706521"/>
                  </a:cubicBezTo>
                  <a:cubicBezTo>
                    <a:pt x="3496714" y="726780"/>
                    <a:pt x="3457268" y="749132"/>
                    <a:pt x="3396572" y="755681"/>
                  </a:cubicBezTo>
                  <a:cubicBezTo>
                    <a:pt x="3378807" y="757611"/>
                    <a:pt x="3357809" y="758036"/>
                    <a:pt x="3341054" y="754679"/>
                  </a:cubicBezTo>
                  <a:cubicBezTo>
                    <a:pt x="3272962" y="740809"/>
                    <a:pt x="3206471" y="724541"/>
                    <a:pt x="3138775" y="710120"/>
                  </a:cubicBezTo>
                  <a:cubicBezTo>
                    <a:pt x="3095820" y="701191"/>
                    <a:pt x="3056969" y="691141"/>
                    <a:pt x="3037283" y="666453"/>
                  </a:cubicBezTo>
                  <a:cubicBezTo>
                    <a:pt x="3031764" y="659487"/>
                    <a:pt x="3015626" y="651391"/>
                    <a:pt x="3002117" y="649347"/>
                  </a:cubicBezTo>
                  <a:cubicBezTo>
                    <a:pt x="2915220" y="636209"/>
                    <a:pt x="2829194" y="627503"/>
                    <a:pt x="2747294" y="652400"/>
                  </a:cubicBezTo>
                  <a:cubicBezTo>
                    <a:pt x="2730084" y="657794"/>
                    <a:pt x="2698519" y="656140"/>
                    <a:pt x="2676273" y="652304"/>
                  </a:cubicBezTo>
                  <a:cubicBezTo>
                    <a:pt x="2590546" y="637890"/>
                    <a:pt x="2508883" y="630176"/>
                    <a:pt x="2432360" y="657836"/>
                  </a:cubicBezTo>
                  <a:cubicBezTo>
                    <a:pt x="2423352" y="661179"/>
                    <a:pt x="2395274" y="656272"/>
                    <a:pt x="2382311" y="650824"/>
                  </a:cubicBezTo>
                  <a:cubicBezTo>
                    <a:pt x="2257393" y="597728"/>
                    <a:pt x="2187724" y="592930"/>
                    <a:pt x="2055134" y="630053"/>
                  </a:cubicBezTo>
                  <a:cubicBezTo>
                    <a:pt x="2046542" y="632464"/>
                    <a:pt x="2035364" y="635121"/>
                    <a:pt x="2031829" y="639324"/>
                  </a:cubicBezTo>
                  <a:cubicBezTo>
                    <a:pt x="2007977" y="666120"/>
                    <a:pt x="1960229" y="664380"/>
                    <a:pt x="1912764" y="664183"/>
                  </a:cubicBezTo>
                  <a:cubicBezTo>
                    <a:pt x="1860521" y="663924"/>
                    <a:pt x="1808236" y="664426"/>
                    <a:pt x="1755637" y="663960"/>
                  </a:cubicBezTo>
                  <a:cubicBezTo>
                    <a:pt x="1746439" y="663859"/>
                    <a:pt x="1736243" y="661799"/>
                    <a:pt x="1727159" y="659605"/>
                  </a:cubicBezTo>
                  <a:cubicBezTo>
                    <a:pt x="1692256" y="651480"/>
                    <a:pt x="1658604" y="640559"/>
                    <a:pt x="1622470" y="634850"/>
                  </a:cubicBezTo>
                  <a:cubicBezTo>
                    <a:pt x="1544362" y="622552"/>
                    <a:pt x="1469248" y="602210"/>
                    <a:pt x="1385955" y="604522"/>
                  </a:cubicBezTo>
                  <a:cubicBezTo>
                    <a:pt x="1371585" y="604913"/>
                    <a:pt x="1355357" y="598530"/>
                    <a:pt x="1340055" y="595629"/>
                  </a:cubicBezTo>
                  <a:cubicBezTo>
                    <a:pt x="1312351" y="590552"/>
                    <a:pt x="1285460" y="583993"/>
                    <a:pt x="1257271" y="581180"/>
                  </a:cubicBezTo>
                  <a:cubicBezTo>
                    <a:pt x="1182583" y="573830"/>
                    <a:pt x="1107142" y="566824"/>
                    <a:pt x="1031914" y="562692"/>
                  </a:cubicBezTo>
                  <a:cubicBezTo>
                    <a:pt x="995593" y="560597"/>
                    <a:pt x="958880" y="565923"/>
                    <a:pt x="922031" y="566853"/>
                  </a:cubicBezTo>
                  <a:cubicBezTo>
                    <a:pt x="905446" y="567320"/>
                    <a:pt x="878533" y="568199"/>
                    <a:pt x="873250" y="563724"/>
                  </a:cubicBezTo>
                  <a:cubicBezTo>
                    <a:pt x="832343" y="529722"/>
                    <a:pt x="772202" y="532674"/>
                    <a:pt x="711627" y="529880"/>
                  </a:cubicBezTo>
                  <a:cubicBezTo>
                    <a:pt x="577999" y="523641"/>
                    <a:pt x="447408" y="543696"/>
                    <a:pt x="311112" y="525106"/>
                  </a:cubicBezTo>
                  <a:cubicBezTo>
                    <a:pt x="271645" y="519795"/>
                    <a:pt x="226936" y="530235"/>
                    <a:pt x="184145" y="532188"/>
                  </a:cubicBezTo>
                  <a:cubicBezTo>
                    <a:pt x="162015" y="533128"/>
                    <a:pt x="137665" y="534333"/>
                    <a:pt x="116886" y="530572"/>
                  </a:cubicBezTo>
                  <a:cubicBezTo>
                    <a:pt x="84810" y="524693"/>
                    <a:pt x="54011" y="515448"/>
                    <a:pt x="23941" y="506433"/>
                  </a:cubicBezTo>
                  <a:lnTo>
                    <a:pt x="0" y="502149"/>
                  </a:lnTo>
                  <a:close/>
                </a:path>
              </a:pathLst>
            </a:custGeom>
            <a:solidFill>
              <a:srgbClr val="FFFFFF"/>
            </a:solidFill>
            <a:ln w="12700" cap="flat" cmpd="sng" algn="ctr">
              <a:noFill/>
              <a:prstDash val="solid"/>
              <a:miter lim="800000"/>
            </a:ln>
            <a:effectLst>
              <a:outerShdw blurRad="381000" dist="152400" dir="5400000" algn="t"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1035" name="Freeform: Shape 1034">
              <a:extLst>
                <a:ext uri="{FF2B5EF4-FFF2-40B4-BE49-F238E27FC236}">
                  <a16:creationId xmlns:a16="http://schemas.microsoft.com/office/drawing/2014/main" id="{4EBC51E4-7477-4290-BBD0-18AD942C364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0" y="2959818"/>
              <a:ext cx="12192000" cy="757168"/>
            </a:xfrm>
            <a:custGeom>
              <a:avLst/>
              <a:gdLst>
                <a:gd name="connsiteX0" fmla="*/ 0 w 12192000"/>
                <a:gd name="connsiteY0" fmla="*/ 0 h 757168"/>
                <a:gd name="connsiteX1" fmla="*/ 41653 w 12192000"/>
                <a:gd name="connsiteY1" fmla="*/ 6945 h 757168"/>
                <a:gd name="connsiteX2" fmla="*/ 81317 w 12192000"/>
                <a:gd name="connsiteY2" fmla="*/ 15509 h 757168"/>
                <a:gd name="connsiteX3" fmla="*/ 114150 w 12192000"/>
                <a:gd name="connsiteY3" fmla="*/ 28105 h 757168"/>
                <a:gd name="connsiteX4" fmla="*/ 214865 w 12192000"/>
                <a:gd name="connsiteY4" fmla="*/ 58374 h 757168"/>
                <a:gd name="connsiteX5" fmla="*/ 299237 w 12192000"/>
                <a:gd name="connsiteY5" fmla="*/ 63560 h 757168"/>
                <a:gd name="connsiteX6" fmla="*/ 415570 w 12192000"/>
                <a:gd name="connsiteY6" fmla="*/ 83774 h 757168"/>
                <a:gd name="connsiteX7" fmla="*/ 633210 w 12192000"/>
                <a:gd name="connsiteY7" fmla="*/ 109108 h 757168"/>
                <a:gd name="connsiteX8" fmla="*/ 677567 w 12192000"/>
                <a:gd name="connsiteY8" fmla="*/ 119446 h 757168"/>
                <a:gd name="connsiteX9" fmla="*/ 946429 w 12192000"/>
                <a:gd name="connsiteY9" fmla="*/ 171502 h 757168"/>
                <a:gd name="connsiteX10" fmla="*/ 1163367 w 12192000"/>
                <a:gd name="connsiteY10" fmla="*/ 182106 h 757168"/>
                <a:gd name="connsiteX11" fmla="*/ 1180337 w 12192000"/>
                <a:gd name="connsiteY11" fmla="*/ 181279 h 757168"/>
                <a:gd name="connsiteX12" fmla="*/ 1263939 w 12192000"/>
                <a:gd name="connsiteY12" fmla="*/ 173070 h 757168"/>
                <a:gd name="connsiteX13" fmla="*/ 1392213 w 12192000"/>
                <a:gd name="connsiteY13" fmla="*/ 183225 h 757168"/>
                <a:gd name="connsiteX14" fmla="*/ 1479752 w 12192000"/>
                <a:gd name="connsiteY14" fmla="*/ 205174 h 757168"/>
                <a:gd name="connsiteX15" fmla="*/ 1589813 w 12192000"/>
                <a:gd name="connsiteY15" fmla="*/ 211706 h 757168"/>
                <a:gd name="connsiteX16" fmla="*/ 1716264 w 12192000"/>
                <a:gd name="connsiteY16" fmla="*/ 207459 h 757168"/>
                <a:gd name="connsiteX17" fmla="*/ 1772900 w 12192000"/>
                <a:gd name="connsiteY17" fmla="*/ 208137 h 757168"/>
                <a:gd name="connsiteX18" fmla="*/ 1929319 w 12192000"/>
                <a:gd name="connsiteY18" fmla="*/ 193822 h 757168"/>
                <a:gd name="connsiteX19" fmla="*/ 2021514 w 12192000"/>
                <a:gd name="connsiteY19" fmla="*/ 204186 h 757168"/>
                <a:gd name="connsiteX20" fmla="*/ 2111753 w 12192000"/>
                <a:gd name="connsiteY20" fmla="*/ 223797 h 757168"/>
                <a:gd name="connsiteX21" fmla="*/ 2169356 w 12192000"/>
                <a:gd name="connsiteY21" fmla="*/ 241125 h 757168"/>
                <a:gd name="connsiteX22" fmla="*/ 2286638 w 12192000"/>
                <a:gd name="connsiteY22" fmla="*/ 257382 h 757168"/>
                <a:gd name="connsiteX23" fmla="*/ 2308368 w 12192000"/>
                <a:gd name="connsiteY23" fmla="*/ 256995 h 757168"/>
                <a:gd name="connsiteX24" fmla="*/ 2660621 w 12192000"/>
                <a:gd name="connsiteY24" fmla="*/ 262863 h 757168"/>
                <a:gd name="connsiteX25" fmla="*/ 2801134 w 12192000"/>
                <a:gd name="connsiteY25" fmla="*/ 250006 h 757168"/>
                <a:gd name="connsiteX26" fmla="*/ 2830994 w 12192000"/>
                <a:gd name="connsiteY26" fmla="*/ 249091 h 757168"/>
                <a:gd name="connsiteX27" fmla="*/ 3129084 w 12192000"/>
                <a:gd name="connsiteY27" fmla="*/ 242009 h 757168"/>
                <a:gd name="connsiteX28" fmla="*/ 3162162 w 12192000"/>
                <a:gd name="connsiteY28" fmla="*/ 242789 h 757168"/>
                <a:gd name="connsiteX29" fmla="*/ 3254072 w 12192000"/>
                <a:gd name="connsiteY29" fmla="*/ 251612 h 757168"/>
                <a:gd name="connsiteX30" fmla="*/ 3473491 w 12192000"/>
                <a:gd name="connsiteY30" fmla="*/ 221903 h 757168"/>
                <a:gd name="connsiteX31" fmla="*/ 3691860 w 12192000"/>
                <a:gd name="connsiteY31" fmla="*/ 219228 h 757168"/>
                <a:gd name="connsiteX32" fmla="*/ 3811494 w 12192000"/>
                <a:gd name="connsiteY32" fmla="*/ 225691 h 757168"/>
                <a:gd name="connsiteX33" fmla="*/ 3897533 w 12192000"/>
                <a:gd name="connsiteY33" fmla="*/ 220087 h 757168"/>
                <a:gd name="connsiteX34" fmla="*/ 4109430 w 12192000"/>
                <a:gd name="connsiteY34" fmla="*/ 200477 h 757168"/>
                <a:gd name="connsiteX35" fmla="*/ 4208772 w 12192000"/>
                <a:gd name="connsiteY35" fmla="*/ 200914 h 757168"/>
                <a:gd name="connsiteX36" fmla="*/ 4314641 w 12192000"/>
                <a:gd name="connsiteY36" fmla="*/ 196159 h 757168"/>
                <a:gd name="connsiteX37" fmla="*/ 4577622 w 12192000"/>
                <a:gd name="connsiteY37" fmla="*/ 163774 h 757168"/>
                <a:gd name="connsiteX38" fmla="*/ 4790345 w 12192000"/>
                <a:gd name="connsiteY38" fmla="*/ 177592 h 757168"/>
                <a:gd name="connsiteX39" fmla="*/ 4926164 w 12192000"/>
                <a:gd name="connsiteY39" fmla="*/ 184139 h 757168"/>
                <a:gd name="connsiteX40" fmla="*/ 5088812 w 12192000"/>
                <a:gd name="connsiteY40" fmla="*/ 177401 h 757168"/>
                <a:gd name="connsiteX41" fmla="*/ 5222466 w 12192000"/>
                <a:gd name="connsiteY41" fmla="*/ 162082 h 757168"/>
                <a:gd name="connsiteX42" fmla="*/ 5406528 w 12192000"/>
                <a:gd name="connsiteY42" fmla="*/ 153987 h 757168"/>
                <a:gd name="connsiteX43" fmla="*/ 5590716 w 12192000"/>
                <a:gd name="connsiteY43" fmla="*/ 129490 h 757168"/>
                <a:gd name="connsiteX44" fmla="*/ 5719429 w 12192000"/>
                <a:gd name="connsiteY44" fmla="*/ 110099 h 757168"/>
                <a:gd name="connsiteX45" fmla="*/ 5897895 w 12192000"/>
                <a:gd name="connsiteY45" fmla="*/ 96368 h 757168"/>
                <a:gd name="connsiteX46" fmla="*/ 6169957 w 12192000"/>
                <a:gd name="connsiteY46" fmla="*/ 94411 h 757168"/>
                <a:gd name="connsiteX47" fmla="*/ 6294827 w 12192000"/>
                <a:gd name="connsiteY47" fmla="*/ 99236 h 757168"/>
                <a:gd name="connsiteX48" fmla="*/ 6494261 w 12192000"/>
                <a:gd name="connsiteY48" fmla="*/ 71724 h 757168"/>
                <a:gd name="connsiteX49" fmla="*/ 6579627 w 12192000"/>
                <a:gd name="connsiteY49" fmla="*/ 57883 h 757168"/>
                <a:gd name="connsiteX50" fmla="*/ 6654800 w 12192000"/>
                <a:gd name="connsiteY50" fmla="*/ 77086 h 757168"/>
                <a:gd name="connsiteX51" fmla="*/ 6703059 w 12192000"/>
                <a:gd name="connsiteY51" fmla="*/ 97166 h 757168"/>
                <a:gd name="connsiteX52" fmla="*/ 6859445 w 12192000"/>
                <a:gd name="connsiteY52" fmla="*/ 90481 h 757168"/>
                <a:gd name="connsiteX53" fmla="*/ 7025414 w 12192000"/>
                <a:gd name="connsiteY53" fmla="*/ 83536 h 757168"/>
                <a:gd name="connsiteX54" fmla="*/ 7144137 w 12192000"/>
                <a:gd name="connsiteY54" fmla="*/ 79264 h 757168"/>
                <a:gd name="connsiteX55" fmla="*/ 7291235 w 12192000"/>
                <a:gd name="connsiteY55" fmla="*/ 95367 h 757168"/>
                <a:gd name="connsiteX56" fmla="*/ 7407395 w 12192000"/>
                <a:gd name="connsiteY56" fmla="*/ 104888 h 757168"/>
                <a:gd name="connsiteX57" fmla="*/ 7500837 w 12192000"/>
                <a:gd name="connsiteY57" fmla="*/ 119515 h 757168"/>
                <a:gd name="connsiteX58" fmla="*/ 7533567 w 12192000"/>
                <a:gd name="connsiteY58" fmla="*/ 126955 h 757168"/>
                <a:gd name="connsiteX59" fmla="*/ 7792910 w 12192000"/>
                <a:gd name="connsiteY59" fmla="*/ 185188 h 757168"/>
                <a:gd name="connsiteX60" fmla="*/ 8070699 w 12192000"/>
                <a:gd name="connsiteY60" fmla="*/ 235423 h 757168"/>
                <a:gd name="connsiteX61" fmla="*/ 8253177 w 12192000"/>
                <a:gd name="connsiteY61" fmla="*/ 222473 h 757168"/>
                <a:gd name="connsiteX62" fmla="*/ 8320683 w 12192000"/>
                <a:gd name="connsiteY62" fmla="*/ 226393 h 757168"/>
                <a:gd name="connsiteX63" fmla="*/ 8631438 w 12192000"/>
                <a:gd name="connsiteY63" fmla="*/ 237528 h 757168"/>
                <a:gd name="connsiteX64" fmla="*/ 8686410 w 12192000"/>
                <a:gd name="connsiteY64" fmla="*/ 234877 h 757168"/>
                <a:gd name="connsiteX65" fmla="*/ 8980658 w 12192000"/>
                <a:gd name="connsiteY65" fmla="*/ 273001 h 757168"/>
                <a:gd name="connsiteX66" fmla="*/ 9087625 w 12192000"/>
                <a:gd name="connsiteY66" fmla="*/ 282423 h 757168"/>
                <a:gd name="connsiteX67" fmla="*/ 9186017 w 12192000"/>
                <a:gd name="connsiteY67" fmla="*/ 293875 h 757168"/>
                <a:gd name="connsiteX68" fmla="*/ 9323931 w 12192000"/>
                <a:gd name="connsiteY68" fmla="*/ 302628 h 757168"/>
                <a:gd name="connsiteX69" fmla="*/ 9467213 w 12192000"/>
                <a:gd name="connsiteY69" fmla="*/ 307275 h 757168"/>
                <a:gd name="connsiteX70" fmla="*/ 9626826 w 12192000"/>
                <a:gd name="connsiteY70" fmla="*/ 316213 h 757168"/>
                <a:gd name="connsiteX71" fmla="*/ 9689696 w 12192000"/>
                <a:gd name="connsiteY71" fmla="*/ 324467 h 757168"/>
                <a:gd name="connsiteX72" fmla="*/ 9860526 w 12192000"/>
                <a:gd name="connsiteY72" fmla="*/ 329986 h 757168"/>
                <a:gd name="connsiteX73" fmla="*/ 9949775 w 12192000"/>
                <a:gd name="connsiteY73" fmla="*/ 340386 h 757168"/>
                <a:gd name="connsiteX74" fmla="*/ 10097252 w 12192000"/>
                <a:gd name="connsiteY74" fmla="*/ 349262 h 757168"/>
                <a:gd name="connsiteX75" fmla="*/ 10145261 w 12192000"/>
                <a:gd name="connsiteY75" fmla="*/ 353113 h 757168"/>
                <a:gd name="connsiteX76" fmla="*/ 10188159 w 12192000"/>
                <a:gd name="connsiteY76" fmla="*/ 356124 h 757168"/>
                <a:gd name="connsiteX77" fmla="*/ 10336144 w 12192000"/>
                <a:gd name="connsiteY77" fmla="*/ 348235 h 757168"/>
                <a:gd name="connsiteX78" fmla="*/ 10466847 w 12192000"/>
                <a:gd name="connsiteY78" fmla="*/ 354131 h 757168"/>
                <a:gd name="connsiteX79" fmla="*/ 10696514 w 12192000"/>
                <a:gd name="connsiteY79" fmla="*/ 353575 h 757168"/>
                <a:gd name="connsiteX80" fmla="*/ 10746932 w 12192000"/>
                <a:gd name="connsiteY80" fmla="*/ 360606 h 757168"/>
                <a:gd name="connsiteX81" fmla="*/ 10905388 w 12192000"/>
                <a:gd name="connsiteY81" fmla="*/ 370627 h 757168"/>
                <a:gd name="connsiteX82" fmla="*/ 10995602 w 12192000"/>
                <a:gd name="connsiteY82" fmla="*/ 376691 h 757168"/>
                <a:gd name="connsiteX83" fmla="*/ 11107647 w 12192000"/>
                <a:gd name="connsiteY83" fmla="*/ 373405 h 757168"/>
                <a:gd name="connsiteX84" fmla="*/ 11302440 w 12192000"/>
                <a:gd name="connsiteY84" fmla="*/ 364156 h 757168"/>
                <a:gd name="connsiteX85" fmla="*/ 11353613 w 12192000"/>
                <a:gd name="connsiteY85" fmla="*/ 363785 h 757168"/>
                <a:gd name="connsiteX86" fmla="*/ 11447323 w 12192000"/>
                <a:gd name="connsiteY86" fmla="*/ 359346 h 757168"/>
                <a:gd name="connsiteX87" fmla="*/ 11464292 w 12192000"/>
                <a:gd name="connsiteY87" fmla="*/ 358519 h 757168"/>
                <a:gd name="connsiteX88" fmla="*/ 11607560 w 12192000"/>
                <a:gd name="connsiteY88" fmla="*/ 342370 h 757168"/>
                <a:gd name="connsiteX89" fmla="*/ 11681426 w 12192000"/>
                <a:gd name="connsiteY89" fmla="*/ 344335 h 757168"/>
                <a:gd name="connsiteX90" fmla="*/ 11893565 w 12192000"/>
                <a:gd name="connsiteY90" fmla="*/ 355261 h 757168"/>
                <a:gd name="connsiteX91" fmla="*/ 11983290 w 12192000"/>
                <a:gd name="connsiteY91" fmla="*/ 363588 h 757168"/>
                <a:gd name="connsiteX92" fmla="*/ 12192000 w 12192000"/>
                <a:gd name="connsiteY92" fmla="*/ 388018 h 757168"/>
                <a:gd name="connsiteX93" fmla="*/ 12192000 w 12192000"/>
                <a:gd name="connsiteY93" fmla="*/ 577115 h 757168"/>
                <a:gd name="connsiteX94" fmla="*/ 12157329 w 12192000"/>
                <a:gd name="connsiteY94" fmla="*/ 588862 h 757168"/>
                <a:gd name="connsiteX95" fmla="*/ 12066948 w 12192000"/>
                <a:gd name="connsiteY95" fmla="*/ 586034 h 757168"/>
                <a:gd name="connsiteX96" fmla="*/ 11911344 w 12192000"/>
                <a:gd name="connsiteY96" fmla="*/ 521599 h 757168"/>
                <a:gd name="connsiteX97" fmla="*/ 11847823 w 12192000"/>
                <a:gd name="connsiteY97" fmla="*/ 511785 h 757168"/>
                <a:gd name="connsiteX98" fmla="*/ 11737547 w 12192000"/>
                <a:gd name="connsiteY98" fmla="*/ 502380 h 757168"/>
                <a:gd name="connsiteX99" fmla="*/ 11636052 w 12192000"/>
                <a:gd name="connsiteY99" fmla="*/ 514993 h 757168"/>
                <a:gd name="connsiteX100" fmla="*/ 11394706 w 12192000"/>
                <a:gd name="connsiteY100" fmla="*/ 590867 h 757168"/>
                <a:gd name="connsiteX101" fmla="*/ 11354978 w 12192000"/>
                <a:gd name="connsiteY101" fmla="*/ 597561 h 757168"/>
                <a:gd name="connsiteX102" fmla="*/ 11285306 w 12192000"/>
                <a:gd name="connsiteY102" fmla="*/ 599825 h 757168"/>
                <a:gd name="connsiteX103" fmla="*/ 11008528 w 12192000"/>
                <a:gd name="connsiteY103" fmla="*/ 656670 h 757168"/>
                <a:gd name="connsiteX104" fmla="*/ 10948735 w 12192000"/>
                <a:gd name="connsiteY104" fmla="*/ 652964 h 757168"/>
                <a:gd name="connsiteX105" fmla="*/ 10850698 w 12192000"/>
                <a:gd name="connsiteY105" fmla="*/ 641721 h 757168"/>
                <a:gd name="connsiteX106" fmla="*/ 10744026 w 12192000"/>
                <a:gd name="connsiteY106" fmla="*/ 647769 h 757168"/>
                <a:gd name="connsiteX107" fmla="*/ 10666160 w 12192000"/>
                <a:gd name="connsiteY107" fmla="*/ 651891 h 757168"/>
                <a:gd name="connsiteX108" fmla="*/ 10450521 w 12192000"/>
                <a:gd name="connsiteY108" fmla="*/ 616552 h 757168"/>
                <a:gd name="connsiteX109" fmla="*/ 10271192 w 12192000"/>
                <a:gd name="connsiteY109" fmla="*/ 583498 h 757168"/>
                <a:gd name="connsiteX110" fmla="*/ 10246067 w 12192000"/>
                <a:gd name="connsiteY110" fmla="*/ 585423 h 757168"/>
                <a:gd name="connsiteX111" fmla="*/ 10005027 w 12192000"/>
                <a:gd name="connsiteY111" fmla="*/ 592252 h 757168"/>
                <a:gd name="connsiteX112" fmla="*/ 9898681 w 12192000"/>
                <a:gd name="connsiteY112" fmla="*/ 613195 h 757168"/>
                <a:gd name="connsiteX113" fmla="*/ 9753225 w 12192000"/>
                <a:gd name="connsiteY113" fmla="*/ 629038 h 757168"/>
                <a:gd name="connsiteX114" fmla="*/ 9591376 w 12192000"/>
                <a:gd name="connsiteY114" fmla="*/ 648601 h 757168"/>
                <a:gd name="connsiteX115" fmla="*/ 9472860 w 12192000"/>
                <a:gd name="connsiteY115" fmla="*/ 655936 h 757168"/>
                <a:gd name="connsiteX116" fmla="*/ 9299788 w 12192000"/>
                <a:gd name="connsiteY116" fmla="*/ 636945 h 757168"/>
                <a:gd name="connsiteX117" fmla="*/ 9264605 w 12192000"/>
                <a:gd name="connsiteY117" fmla="*/ 627087 h 757168"/>
                <a:gd name="connsiteX118" fmla="*/ 8926435 w 12192000"/>
                <a:gd name="connsiteY118" fmla="*/ 549269 h 757168"/>
                <a:gd name="connsiteX119" fmla="*/ 8698934 w 12192000"/>
                <a:gd name="connsiteY119" fmla="*/ 536583 h 757168"/>
                <a:gd name="connsiteX120" fmla="*/ 8622862 w 12192000"/>
                <a:gd name="connsiteY120" fmla="*/ 541563 h 757168"/>
                <a:gd name="connsiteX121" fmla="*/ 8482784 w 12192000"/>
                <a:gd name="connsiteY121" fmla="*/ 574094 h 757168"/>
                <a:gd name="connsiteX122" fmla="*/ 8421565 w 12192000"/>
                <a:gd name="connsiteY122" fmla="*/ 576610 h 757168"/>
                <a:gd name="connsiteX123" fmla="*/ 8313469 w 12192000"/>
                <a:gd name="connsiteY123" fmla="*/ 574762 h 757168"/>
                <a:gd name="connsiteX124" fmla="*/ 8079520 w 12192000"/>
                <a:gd name="connsiteY124" fmla="*/ 558685 h 757168"/>
                <a:gd name="connsiteX125" fmla="*/ 7773327 w 12192000"/>
                <a:gd name="connsiteY125" fmla="*/ 558854 h 757168"/>
                <a:gd name="connsiteX126" fmla="*/ 7652477 w 12192000"/>
                <a:gd name="connsiteY126" fmla="*/ 547561 h 757168"/>
                <a:gd name="connsiteX127" fmla="*/ 7522274 w 12192000"/>
                <a:gd name="connsiteY127" fmla="*/ 532150 h 757168"/>
                <a:gd name="connsiteX128" fmla="*/ 7484080 w 12192000"/>
                <a:gd name="connsiteY128" fmla="*/ 530532 h 757168"/>
                <a:gd name="connsiteX129" fmla="*/ 7282277 w 12192000"/>
                <a:gd name="connsiteY129" fmla="*/ 540177 h 757168"/>
                <a:gd name="connsiteX130" fmla="*/ 7235690 w 12192000"/>
                <a:gd name="connsiteY130" fmla="*/ 551282 h 757168"/>
                <a:gd name="connsiteX131" fmla="*/ 7116339 w 12192000"/>
                <a:gd name="connsiteY131" fmla="*/ 539494 h 757168"/>
                <a:gd name="connsiteX132" fmla="*/ 7011067 w 12192000"/>
                <a:gd name="connsiteY132" fmla="*/ 511848 h 757168"/>
                <a:gd name="connsiteX133" fmla="*/ 6403234 w 12192000"/>
                <a:gd name="connsiteY133" fmla="*/ 432296 h 757168"/>
                <a:gd name="connsiteX134" fmla="*/ 6036273 w 12192000"/>
                <a:gd name="connsiteY134" fmla="*/ 412301 h 757168"/>
                <a:gd name="connsiteX135" fmla="*/ 5780467 w 12192000"/>
                <a:gd name="connsiteY135" fmla="*/ 377910 h 757168"/>
                <a:gd name="connsiteX136" fmla="*/ 5739051 w 12192000"/>
                <a:gd name="connsiteY136" fmla="*/ 353609 h 757168"/>
                <a:gd name="connsiteX137" fmla="*/ 5583566 w 12192000"/>
                <a:gd name="connsiteY137" fmla="*/ 321995 h 757168"/>
                <a:gd name="connsiteX138" fmla="*/ 5432030 w 12192000"/>
                <a:gd name="connsiteY138" fmla="*/ 362512 h 757168"/>
                <a:gd name="connsiteX139" fmla="*/ 5241398 w 12192000"/>
                <a:gd name="connsiteY139" fmla="*/ 425781 h 757168"/>
                <a:gd name="connsiteX140" fmla="*/ 5139710 w 12192000"/>
                <a:gd name="connsiteY140" fmla="*/ 421022 h 757168"/>
                <a:gd name="connsiteX141" fmla="*/ 4929402 w 12192000"/>
                <a:gd name="connsiteY141" fmla="*/ 424310 h 757168"/>
                <a:gd name="connsiteX142" fmla="*/ 4782793 w 12192000"/>
                <a:gd name="connsiteY142" fmla="*/ 441046 h 757168"/>
                <a:gd name="connsiteX143" fmla="*/ 4577594 w 12192000"/>
                <a:gd name="connsiteY143" fmla="*/ 459290 h 757168"/>
                <a:gd name="connsiteX144" fmla="*/ 4500826 w 12192000"/>
                <a:gd name="connsiteY144" fmla="*/ 470529 h 757168"/>
                <a:gd name="connsiteX145" fmla="*/ 4317973 w 12192000"/>
                <a:gd name="connsiteY145" fmla="*/ 483649 h 757168"/>
                <a:gd name="connsiteX146" fmla="*/ 4166722 w 12192000"/>
                <a:gd name="connsiteY146" fmla="*/ 490602 h 757168"/>
                <a:gd name="connsiteX147" fmla="*/ 4042814 w 12192000"/>
                <a:gd name="connsiteY147" fmla="*/ 530660 h 757168"/>
                <a:gd name="connsiteX148" fmla="*/ 4002653 w 12192000"/>
                <a:gd name="connsiteY148" fmla="*/ 552594 h 757168"/>
                <a:gd name="connsiteX149" fmla="*/ 3969549 w 12192000"/>
                <a:gd name="connsiteY149" fmla="*/ 566312 h 757168"/>
                <a:gd name="connsiteX150" fmla="*/ 3821685 w 12192000"/>
                <a:gd name="connsiteY150" fmla="*/ 649183 h 757168"/>
                <a:gd name="connsiteX151" fmla="*/ 3805138 w 12192000"/>
                <a:gd name="connsiteY151" fmla="*/ 655947 h 757168"/>
                <a:gd name="connsiteX152" fmla="*/ 3609177 w 12192000"/>
                <a:gd name="connsiteY152" fmla="*/ 687459 h 757168"/>
                <a:gd name="connsiteX153" fmla="*/ 3539727 w 12192000"/>
                <a:gd name="connsiteY153" fmla="*/ 706521 h 757168"/>
                <a:gd name="connsiteX154" fmla="*/ 3396572 w 12192000"/>
                <a:gd name="connsiteY154" fmla="*/ 755681 h 757168"/>
                <a:gd name="connsiteX155" fmla="*/ 3341054 w 12192000"/>
                <a:gd name="connsiteY155" fmla="*/ 754679 h 757168"/>
                <a:gd name="connsiteX156" fmla="*/ 3138775 w 12192000"/>
                <a:gd name="connsiteY156" fmla="*/ 710120 h 757168"/>
                <a:gd name="connsiteX157" fmla="*/ 3037283 w 12192000"/>
                <a:gd name="connsiteY157" fmla="*/ 666453 h 757168"/>
                <a:gd name="connsiteX158" fmla="*/ 3002117 w 12192000"/>
                <a:gd name="connsiteY158" fmla="*/ 649347 h 757168"/>
                <a:gd name="connsiteX159" fmla="*/ 2747294 w 12192000"/>
                <a:gd name="connsiteY159" fmla="*/ 652400 h 757168"/>
                <a:gd name="connsiteX160" fmla="*/ 2676273 w 12192000"/>
                <a:gd name="connsiteY160" fmla="*/ 652304 h 757168"/>
                <a:gd name="connsiteX161" fmla="*/ 2432360 w 12192000"/>
                <a:gd name="connsiteY161" fmla="*/ 657836 h 757168"/>
                <a:gd name="connsiteX162" fmla="*/ 2382311 w 12192000"/>
                <a:gd name="connsiteY162" fmla="*/ 650824 h 757168"/>
                <a:gd name="connsiteX163" fmla="*/ 2055134 w 12192000"/>
                <a:gd name="connsiteY163" fmla="*/ 630053 h 757168"/>
                <a:gd name="connsiteX164" fmla="*/ 2031829 w 12192000"/>
                <a:gd name="connsiteY164" fmla="*/ 639324 h 757168"/>
                <a:gd name="connsiteX165" fmla="*/ 1912764 w 12192000"/>
                <a:gd name="connsiteY165" fmla="*/ 664183 h 757168"/>
                <a:gd name="connsiteX166" fmla="*/ 1755637 w 12192000"/>
                <a:gd name="connsiteY166" fmla="*/ 663960 h 757168"/>
                <a:gd name="connsiteX167" fmla="*/ 1727159 w 12192000"/>
                <a:gd name="connsiteY167" fmla="*/ 659605 h 757168"/>
                <a:gd name="connsiteX168" fmla="*/ 1622470 w 12192000"/>
                <a:gd name="connsiteY168" fmla="*/ 634850 h 757168"/>
                <a:gd name="connsiteX169" fmla="*/ 1385955 w 12192000"/>
                <a:gd name="connsiteY169" fmla="*/ 604522 h 757168"/>
                <a:gd name="connsiteX170" fmla="*/ 1340055 w 12192000"/>
                <a:gd name="connsiteY170" fmla="*/ 595629 h 757168"/>
                <a:gd name="connsiteX171" fmla="*/ 1257271 w 12192000"/>
                <a:gd name="connsiteY171" fmla="*/ 581180 h 757168"/>
                <a:gd name="connsiteX172" fmla="*/ 1031914 w 12192000"/>
                <a:gd name="connsiteY172" fmla="*/ 562692 h 757168"/>
                <a:gd name="connsiteX173" fmla="*/ 922031 w 12192000"/>
                <a:gd name="connsiteY173" fmla="*/ 566853 h 757168"/>
                <a:gd name="connsiteX174" fmla="*/ 873250 w 12192000"/>
                <a:gd name="connsiteY174" fmla="*/ 563724 h 757168"/>
                <a:gd name="connsiteX175" fmla="*/ 711627 w 12192000"/>
                <a:gd name="connsiteY175" fmla="*/ 529880 h 757168"/>
                <a:gd name="connsiteX176" fmla="*/ 311112 w 12192000"/>
                <a:gd name="connsiteY176" fmla="*/ 525106 h 757168"/>
                <a:gd name="connsiteX177" fmla="*/ 184145 w 12192000"/>
                <a:gd name="connsiteY177" fmla="*/ 532188 h 757168"/>
                <a:gd name="connsiteX178" fmla="*/ 116886 w 12192000"/>
                <a:gd name="connsiteY178" fmla="*/ 530572 h 757168"/>
                <a:gd name="connsiteX179" fmla="*/ 23941 w 12192000"/>
                <a:gd name="connsiteY179" fmla="*/ 506433 h 757168"/>
                <a:gd name="connsiteX180" fmla="*/ 0 w 12192000"/>
                <a:gd name="connsiteY180" fmla="*/ 502149 h 75716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Lst>
              <a:rect l="l" t="t" r="r" b="b"/>
              <a:pathLst>
                <a:path w="12192000" h="757168">
                  <a:moveTo>
                    <a:pt x="0" y="0"/>
                  </a:moveTo>
                  <a:lnTo>
                    <a:pt x="41653" y="6945"/>
                  </a:lnTo>
                  <a:cubicBezTo>
                    <a:pt x="55151" y="9178"/>
                    <a:pt x="68996" y="11810"/>
                    <a:pt x="81317" y="15509"/>
                  </a:cubicBezTo>
                  <a:cubicBezTo>
                    <a:pt x="92911" y="18978"/>
                    <a:pt x="102562" y="24446"/>
                    <a:pt x="114150" y="28105"/>
                  </a:cubicBezTo>
                  <a:cubicBezTo>
                    <a:pt x="145644" y="37958"/>
                    <a:pt x="177914" y="47281"/>
                    <a:pt x="214865" y="58374"/>
                  </a:cubicBezTo>
                  <a:cubicBezTo>
                    <a:pt x="236680" y="42349"/>
                    <a:pt x="264438" y="53534"/>
                    <a:pt x="299237" y="63560"/>
                  </a:cubicBezTo>
                  <a:cubicBezTo>
                    <a:pt x="334763" y="73816"/>
                    <a:pt x="376093" y="78654"/>
                    <a:pt x="415570" y="83774"/>
                  </a:cubicBezTo>
                  <a:cubicBezTo>
                    <a:pt x="487949" y="93100"/>
                    <a:pt x="560804" y="100354"/>
                    <a:pt x="633210" y="109108"/>
                  </a:cubicBezTo>
                  <a:cubicBezTo>
                    <a:pt x="648566" y="111058"/>
                    <a:pt x="666073" y="114072"/>
                    <a:pt x="677567" y="119446"/>
                  </a:cubicBezTo>
                  <a:cubicBezTo>
                    <a:pt x="756262" y="155621"/>
                    <a:pt x="853422" y="169678"/>
                    <a:pt x="946429" y="171502"/>
                  </a:cubicBezTo>
                  <a:cubicBezTo>
                    <a:pt x="1019582" y="173044"/>
                    <a:pt x="1091239" y="175083"/>
                    <a:pt x="1163367" y="182106"/>
                  </a:cubicBezTo>
                  <a:cubicBezTo>
                    <a:pt x="1168863" y="182586"/>
                    <a:pt x="1176224" y="182589"/>
                    <a:pt x="1180337" y="181279"/>
                  </a:cubicBezTo>
                  <a:cubicBezTo>
                    <a:pt x="1205822" y="172503"/>
                    <a:pt x="1231920" y="173109"/>
                    <a:pt x="1263939" y="173070"/>
                  </a:cubicBezTo>
                  <a:cubicBezTo>
                    <a:pt x="1309211" y="172961"/>
                    <a:pt x="1350592" y="176848"/>
                    <a:pt x="1392213" y="183225"/>
                  </a:cubicBezTo>
                  <a:cubicBezTo>
                    <a:pt x="1422516" y="187866"/>
                    <a:pt x="1453010" y="195759"/>
                    <a:pt x="1479752" y="205174"/>
                  </a:cubicBezTo>
                  <a:cubicBezTo>
                    <a:pt x="1516962" y="218381"/>
                    <a:pt x="1553071" y="224660"/>
                    <a:pt x="1589813" y="211706"/>
                  </a:cubicBezTo>
                  <a:cubicBezTo>
                    <a:pt x="1629541" y="197953"/>
                    <a:pt x="1673292" y="205778"/>
                    <a:pt x="1716264" y="207459"/>
                  </a:cubicBezTo>
                  <a:cubicBezTo>
                    <a:pt x="1734988" y="208248"/>
                    <a:pt x="1754789" y="209668"/>
                    <a:pt x="1772900" y="208137"/>
                  </a:cubicBezTo>
                  <a:cubicBezTo>
                    <a:pt x="1825381" y="203828"/>
                    <a:pt x="1876222" y="195808"/>
                    <a:pt x="1929319" y="193822"/>
                  </a:cubicBezTo>
                  <a:cubicBezTo>
                    <a:pt x="1958819" y="192698"/>
                    <a:pt x="1991232" y="199166"/>
                    <a:pt x="2021514" y="204186"/>
                  </a:cubicBezTo>
                  <a:cubicBezTo>
                    <a:pt x="2052154" y="209417"/>
                    <a:pt x="2082323" y="216530"/>
                    <a:pt x="2111753" y="223797"/>
                  </a:cubicBezTo>
                  <a:cubicBezTo>
                    <a:pt x="2131736" y="228659"/>
                    <a:pt x="2153567" y="233429"/>
                    <a:pt x="2169356" y="241125"/>
                  </a:cubicBezTo>
                  <a:cubicBezTo>
                    <a:pt x="2205243" y="258649"/>
                    <a:pt x="2242901" y="263295"/>
                    <a:pt x="2286638" y="257382"/>
                  </a:cubicBezTo>
                  <a:cubicBezTo>
                    <a:pt x="2293313" y="256396"/>
                    <a:pt x="2301018" y="256799"/>
                    <a:pt x="2308368" y="256995"/>
                  </a:cubicBezTo>
                  <a:cubicBezTo>
                    <a:pt x="2426026" y="259155"/>
                    <a:pt x="2543593" y="262834"/>
                    <a:pt x="2660621" y="262863"/>
                  </a:cubicBezTo>
                  <a:cubicBezTo>
                    <a:pt x="2708088" y="262871"/>
                    <a:pt x="2754165" y="254412"/>
                    <a:pt x="2801134" y="250006"/>
                  </a:cubicBezTo>
                  <a:cubicBezTo>
                    <a:pt x="2810748" y="249174"/>
                    <a:pt x="2821504" y="247638"/>
                    <a:pt x="2830994" y="249091"/>
                  </a:cubicBezTo>
                  <a:cubicBezTo>
                    <a:pt x="2934354" y="264045"/>
                    <a:pt x="3032340" y="255254"/>
                    <a:pt x="3129084" y="242009"/>
                  </a:cubicBezTo>
                  <a:cubicBezTo>
                    <a:pt x="3139090" y="240625"/>
                    <a:pt x="3151170" y="241831"/>
                    <a:pt x="3162162" y="242789"/>
                  </a:cubicBezTo>
                  <a:cubicBezTo>
                    <a:pt x="3192925" y="245736"/>
                    <a:pt x="3225969" y="254145"/>
                    <a:pt x="3254072" y="251612"/>
                  </a:cubicBezTo>
                  <a:cubicBezTo>
                    <a:pt x="3328782" y="244461"/>
                    <a:pt x="3402881" y="234992"/>
                    <a:pt x="3473491" y="221903"/>
                  </a:cubicBezTo>
                  <a:cubicBezTo>
                    <a:pt x="3545212" y="208683"/>
                    <a:pt x="3611651" y="197856"/>
                    <a:pt x="3691860" y="219228"/>
                  </a:cubicBezTo>
                  <a:cubicBezTo>
                    <a:pt x="3725977" y="228268"/>
                    <a:pt x="3771754" y="225515"/>
                    <a:pt x="3811494" y="225691"/>
                  </a:cubicBezTo>
                  <a:cubicBezTo>
                    <a:pt x="3840564" y="225687"/>
                    <a:pt x="3868906" y="218586"/>
                    <a:pt x="3897533" y="220087"/>
                  </a:cubicBezTo>
                  <a:cubicBezTo>
                    <a:pt x="3973874" y="224087"/>
                    <a:pt x="4042293" y="217563"/>
                    <a:pt x="4109430" y="200477"/>
                  </a:cubicBezTo>
                  <a:cubicBezTo>
                    <a:pt x="4135544" y="193834"/>
                    <a:pt x="4175268" y="201258"/>
                    <a:pt x="4208772" y="200914"/>
                  </a:cubicBezTo>
                  <a:cubicBezTo>
                    <a:pt x="4244136" y="200288"/>
                    <a:pt x="4280583" y="199908"/>
                    <a:pt x="4314641" y="196159"/>
                  </a:cubicBezTo>
                  <a:cubicBezTo>
                    <a:pt x="4402743" y="186278"/>
                    <a:pt x="4489848" y="174436"/>
                    <a:pt x="4577622" y="163774"/>
                  </a:cubicBezTo>
                  <a:cubicBezTo>
                    <a:pt x="4649843" y="154967"/>
                    <a:pt x="4719794" y="168553"/>
                    <a:pt x="4790345" y="177592"/>
                  </a:cubicBezTo>
                  <a:cubicBezTo>
                    <a:pt x="4834576" y="183345"/>
                    <a:pt x="4875614" y="193701"/>
                    <a:pt x="4926164" y="184139"/>
                  </a:cubicBezTo>
                  <a:cubicBezTo>
                    <a:pt x="4974485" y="175032"/>
                    <a:pt x="5034899" y="180870"/>
                    <a:pt x="5088812" y="177401"/>
                  </a:cubicBezTo>
                  <a:cubicBezTo>
                    <a:pt x="5134238" y="174439"/>
                    <a:pt x="5178353" y="168165"/>
                    <a:pt x="5222466" y="162082"/>
                  </a:cubicBezTo>
                  <a:cubicBezTo>
                    <a:pt x="5282519" y="153783"/>
                    <a:pt x="5341864" y="144876"/>
                    <a:pt x="5406528" y="153987"/>
                  </a:cubicBezTo>
                  <a:cubicBezTo>
                    <a:pt x="5479960" y="164323"/>
                    <a:pt x="5531876" y="142624"/>
                    <a:pt x="5590716" y="129490"/>
                  </a:cubicBezTo>
                  <a:cubicBezTo>
                    <a:pt x="5631296" y="120553"/>
                    <a:pt x="5675395" y="114659"/>
                    <a:pt x="5719429" y="110099"/>
                  </a:cubicBezTo>
                  <a:cubicBezTo>
                    <a:pt x="5778247" y="104215"/>
                    <a:pt x="5838715" y="102042"/>
                    <a:pt x="5897895" y="96368"/>
                  </a:cubicBezTo>
                  <a:cubicBezTo>
                    <a:pt x="5987399" y="87895"/>
                    <a:pt x="6077855" y="82333"/>
                    <a:pt x="6169957" y="94411"/>
                  </a:cubicBezTo>
                  <a:cubicBezTo>
                    <a:pt x="6212360" y="99875"/>
                    <a:pt x="6252010" y="101763"/>
                    <a:pt x="6294827" y="99236"/>
                  </a:cubicBezTo>
                  <a:cubicBezTo>
                    <a:pt x="6364965" y="95091"/>
                    <a:pt x="6436581" y="97891"/>
                    <a:pt x="6494261" y="71724"/>
                  </a:cubicBezTo>
                  <a:cubicBezTo>
                    <a:pt x="6514615" y="62488"/>
                    <a:pt x="6550354" y="61691"/>
                    <a:pt x="6579627" y="57883"/>
                  </a:cubicBezTo>
                  <a:cubicBezTo>
                    <a:pt x="6613354" y="53353"/>
                    <a:pt x="6637770" y="57878"/>
                    <a:pt x="6654800" y="77086"/>
                  </a:cubicBezTo>
                  <a:cubicBezTo>
                    <a:pt x="6662444" y="85688"/>
                    <a:pt x="6685147" y="94892"/>
                    <a:pt x="6703059" y="97166"/>
                  </a:cubicBezTo>
                  <a:cubicBezTo>
                    <a:pt x="6756799" y="103989"/>
                    <a:pt x="6806654" y="100687"/>
                    <a:pt x="6859445" y="90481"/>
                  </a:cubicBezTo>
                  <a:cubicBezTo>
                    <a:pt x="6908894" y="80861"/>
                    <a:pt x="6969747" y="85387"/>
                    <a:pt x="7025414" y="83536"/>
                  </a:cubicBezTo>
                  <a:cubicBezTo>
                    <a:pt x="7064862" y="82168"/>
                    <a:pt x="7104501" y="77186"/>
                    <a:pt x="7144137" y="79264"/>
                  </a:cubicBezTo>
                  <a:cubicBezTo>
                    <a:pt x="7193316" y="81841"/>
                    <a:pt x="7241809" y="90488"/>
                    <a:pt x="7291235" y="95367"/>
                  </a:cubicBezTo>
                  <a:cubicBezTo>
                    <a:pt x="7329668" y="99288"/>
                    <a:pt x="7368978" y="100585"/>
                    <a:pt x="7407395" y="104888"/>
                  </a:cubicBezTo>
                  <a:cubicBezTo>
                    <a:pt x="7438868" y="108256"/>
                    <a:pt x="7469832" y="114265"/>
                    <a:pt x="7500837" y="119515"/>
                  </a:cubicBezTo>
                  <a:cubicBezTo>
                    <a:pt x="7512146" y="121444"/>
                    <a:pt x="7523255" y="127178"/>
                    <a:pt x="7533567" y="126955"/>
                  </a:cubicBezTo>
                  <a:cubicBezTo>
                    <a:pt x="7636025" y="124121"/>
                    <a:pt x="7707510" y="164497"/>
                    <a:pt x="7792910" y="185188"/>
                  </a:cubicBezTo>
                  <a:cubicBezTo>
                    <a:pt x="7882663" y="207063"/>
                    <a:pt x="7969001" y="237914"/>
                    <a:pt x="8070699" y="235423"/>
                  </a:cubicBezTo>
                  <a:cubicBezTo>
                    <a:pt x="8132239" y="233879"/>
                    <a:pt x="8191903" y="225939"/>
                    <a:pt x="8253177" y="222473"/>
                  </a:cubicBezTo>
                  <a:cubicBezTo>
                    <a:pt x="8274949" y="221324"/>
                    <a:pt x="8299150" y="222976"/>
                    <a:pt x="8320683" y="226393"/>
                  </a:cubicBezTo>
                  <a:cubicBezTo>
                    <a:pt x="8424731" y="242340"/>
                    <a:pt x="8527777" y="249266"/>
                    <a:pt x="8631438" y="237528"/>
                  </a:cubicBezTo>
                  <a:cubicBezTo>
                    <a:pt x="8649201" y="235596"/>
                    <a:pt x="8668058" y="233915"/>
                    <a:pt x="8686410" y="234877"/>
                  </a:cubicBezTo>
                  <a:cubicBezTo>
                    <a:pt x="8786966" y="240146"/>
                    <a:pt x="8885480" y="249315"/>
                    <a:pt x="8980658" y="273001"/>
                  </a:cubicBezTo>
                  <a:cubicBezTo>
                    <a:pt x="9012626" y="280972"/>
                    <a:pt x="9052108" y="279035"/>
                    <a:pt x="9087625" y="282423"/>
                  </a:cubicBezTo>
                  <a:cubicBezTo>
                    <a:pt x="9120583" y="285484"/>
                    <a:pt x="9154319" y="287825"/>
                    <a:pt x="9186017" y="293875"/>
                  </a:cubicBezTo>
                  <a:cubicBezTo>
                    <a:pt x="9232288" y="302785"/>
                    <a:pt x="9275554" y="305815"/>
                    <a:pt x="9323931" y="302628"/>
                  </a:cubicBezTo>
                  <a:cubicBezTo>
                    <a:pt x="9370084" y="299705"/>
                    <a:pt x="9419491" y="304964"/>
                    <a:pt x="9467213" y="307275"/>
                  </a:cubicBezTo>
                  <a:cubicBezTo>
                    <a:pt x="9520438" y="309874"/>
                    <a:pt x="9573661" y="312473"/>
                    <a:pt x="9626826" y="316213"/>
                  </a:cubicBezTo>
                  <a:cubicBezTo>
                    <a:pt x="9648094" y="317708"/>
                    <a:pt x="9671915" y="326588"/>
                    <a:pt x="9689696" y="324467"/>
                  </a:cubicBezTo>
                  <a:cubicBezTo>
                    <a:pt x="9747117" y="317175"/>
                    <a:pt x="9803355" y="332523"/>
                    <a:pt x="9860526" y="329986"/>
                  </a:cubicBezTo>
                  <a:cubicBezTo>
                    <a:pt x="9888572" y="328594"/>
                    <a:pt x="9919723" y="338048"/>
                    <a:pt x="9949775" y="340386"/>
                  </a:cubicBezTo>
                  <a:cubicBezTo>
                    <a:pt x="9998886" y="344296"/>
                    <a:pt x="10048092" y="346302"/>
                    <a:pt x="10097252" y="349262"/>
                  </a:cubicBezTo>
                  <a:cubicBezTo>
                    <a:pt x="10113390" y="350297"/>
                    <a:pt x="10129133" y="351886"/>
                    <a:pt x="10145261" y="353113"/>
                  </a:cubicBezTo>
                  <a:cubicBezTo>
                    <a:pt x="10159555" y="354243"/>
                    <a:pt x="10174512" y="356743"/>
                    <a:pt x="10188159" y="356124"/>
                  </a:cubicBezTo>
                  <a:cubicBezTo>
                    <a:pt x="10237589" y="353944"/>
                    <a:pt x="10286441" y="348682"/>
                    <a:pt x="10336144" y="348235"/>
                  </a:cubicBezTo>
                  <a:cubicBezTo>
                    <a:pt x="10379222" y="347822"/>
                    <a:pt x="10423443" y="353764"/>
                    <a:pt x="10466847" y="354131"/>
                  </a:cubicBezTo>
                  <a:cubicBezTo>
                    <a:pt x="10543353" y="354898"/>
                    <a:pt x="10619988" y="353190"/>
                    <a:pt x="10696514" y="353575"/>
                  </a:cubicBezTo>
                  <a:cubicBezTo>
                    <a:pt x="10713071" y="353680"/>
                    <a:pt x="10730069" y="359342"/>
                    <a:pt x="10746932" y="360606"/>
                  </a:cubicBezTo>
                  <a:cubicBezTo>
                    <a:pt x="10799731" y="364326"/>
                    <a:pt x="10852569" y="367289"/>
                    <a:pt x="10905388" y="370627"/>
                  </a:cubicBezTo>
                  <a:cubicBezTo>
                    <a:pt x="10935470" y="372396"/>
                    <a:pt x="10965963" y="373421"/>
                    <a:pt x="10995602" y="376691"/>
                  </a:cubicBezTo>
                  <a:cubicBezTo>
                    <a:pt x="11034750" y="381032"/>
                    <a:pt x="11070168" y="386324"/>
                    <a:pt x="11107647" y="373405"/>
                  </a:cubicBezTo>
                  <a:cubicBezTo>
                    <a:pt x="11165372" y="353347"/>
                    <a:pt x="11236837" y="366060"/>
                    <a:pt x="11302440" y="364156"/>
                  </a:cubicBezTo>
                  <a:cubicBezTo>
                    <a:pt x="11319394" y="363708"/>
                    <a:pt x="11336655" y="364422"/>
                    <a:pt x="11353613" y="363785"/>
                  </a:cubicBezTo>
                  <a:cubicBezTo>
                    <a:pt x="11384961" y="362566"/>
                    <a:pt x="11415955" y="360947"/>
                    <a:pt x="11447323" y="359346"/>
                  </a:cubicBezTo>
                  <a:cubicBezTo>
                    <a:pt x="11452855" y="359066"/>
                    <a:pt x="11459104" y="359200"/>
                    <a:pt x="11464292" y="358519"/>
                  </a:cubicBezTo>
                  <a:cubicBezTo>
                    <a:pt x="11512058" y="353010"/>
                    <a:pt x="11559143" y="346321"/>
                    <a:pt x="11607560" y="342370"/>
                  </a:cubicBezTo>
                  <a:cubicBezTo>
                    <a:pt x="11631218" y="340368"/>
                    <a:pt x="11657295" y="341352"/>
                    <a:pt x="11681426" y="344335"/>
                  </a:cubicBezTo>
                  <a:cubicBezTo>
                    <a:pt x="11751997" y="352993"/>
                    <a:pt x="11821986" y="358760"/>
                    <a:pt x="11893565" y="355261"/>
                  </a:cubicBezTo>
                  <a:cubicBezTo>
                    <a:pt x="11921973" y="353889"/>
                    <a:pt x="11953288" y="360300"/>
                    <a:pt x="11983290" y="363588"/>
                  </a:cubicBezTo>
                  <a:lnTo>
                    <a:pt x="12192000" y="388018"/>
                  </a:lnTo>
                  <a:lnTo>
                    <a:pt x="12192000" y="577115"/>
                  </a:lnTo>
                  <a:lnTo>
                    <a:pt x="12157329" y="588862"/>
                  </a:lnTo>
                  <a:cubicBezTo>
                    <a:pt x="12118393" y="608572"/>
                    <a:pt x="12109715" y="605637"/>
                    <a:pt x="12066948" y="586034"/>
                  </a:cubicBezTo>
                  <a:cubicBezTo>
                    <a:pt x="12016991" y="563193"/>
                    <a:pt x="11965119" y="541779"/>
                    <a:pt x="11911344" y="521599"/>
                  </a:cubicBezTo>
                  <a:cubicBezTo>
                    <a:pt x="11894383" y="515178"/>
                    <a:pt x="11869417" y="514060"/>
                    <a:pt x="11847823" y="511785"/>
                  </a:cubicBezTo>
                  <a:cubicBezTo>
                    <a:pt x="11811233" y="507768"/>
                    <a:pt x="11773630" y="501982"/>
                    <a:pt x="11737547" y="502380"/>
                  </a:cubicBezTo>
                  <a:cubicBezTo>
                    <a:pt x="11702930" y="502855"/>
                    <a:pt x="11668388" y="508866"/>
                    <a:pt x="11636052" y="514993"/>
                  </a:cubicBezTo>
                  <a:cubicBezTo>
                    <a:pt x="11545722" y="532199"/>
                    <a:pt x="11462455" y="555118"/>
                    <a:pt x="11394706" y="590867"/>
                  </a:cubicBezTo>
                  <a:cubicBezTo>
                    <a:pt x="11385999" y="595562"/>
                    <a:pt x="11369016" y="596581"/>
                    <a:pt x="11354978" y="597561"/>
                  </a:cubicBezTo>
                  <a:cubicBezTo>
                    <a:pt x="11332076" y="599224"/>
                    <a:pt x="11308448" y="600655"/>
                    <a:pt x="11285306" y="599825"/>
                  </a:cubicBezTo>
                  <a:cubicBezTo>
                    <a:pt x="11172906" y="595841"/>
                    <a:pt x="11083430" y="617861"/>
                    <a:pt x="11008528" y="656670"/>
                  </a:cubicBezTo>
                  <a:cubicBezTo>
                    <a:pt x="10986971" y="667750"/>
                    <a:pt x="10970753" y="668236"/>
                    <a:pt x="10948735" y="652964"/>
                  </a:cubicBezTo>
                  <a:cubicBezTo>
                    <a:pt x="10923173" y="635218"/>
                    <a:pt x="10885031" y="639705"/>
                    <a:pt x="10850698" y="641721"/>
                  </a:cubicBezTo>
                  <a:cubicBezTo>
                    <a:pt x="10815269" y="643680"/>
                    <a:pt x="10779458" y="645811"/>
                    <a:pt x="10744026" y="647769"/>
                  </a:cubicBezTo>
                  <a:cubicBezTo>
                    <a:pt x="10717832" y="649066"/>
                    <a:pt x="10692021" y="650003"/>
                    <a:pt x="10666160" y="651891"/>
                  </a:cubicBezTo>
                  <a:cubicBezTo>
                    <a:pt x="10585627" y="657783"/>
                    <a:pt x="10513854" y="650969"/>
                    <a:pt x="10450521" y="616552"/>
                  </a:cubicBezTo>
                  <a:cubicBezTo>
                    <a:pt x="10402221" y="590175"/>
                    <a:pt x="10339099" y="579806"/>
                    <a:pt x="10271192" y="583498"/>
                  </a:cubicBezTo>
                  <a:cubicBezTo>
                    <a:pt x="10262701" y="584006"/>
                    <a:pt x="10251859" y="587254"/>
                    <a:pt x="10246067" y="585423"/>
                  </a:cubicBezTo>
                  <a:cubicBezTo>
                    <a:pt x="10158786" y="558528"/>
                    <a:pt x="10086634" y="594049"/>
                    <a:pt x="10005027" y="592252"/>
                  </a:cubicBezTo>
                  <a:cubicBezTo>
                    <a:pt x="9969004" y="591507"/>
                    <a:pt x="9931565" y="603664"/>
                    <a:pt x="9898681" y="613195"/>
                  </a:cubicBezTo>
                  <a:cubicBezTo>
                    <a:pt x="9853463" y="626281"/>
                    <a:pt x="9813049" y="639042"/>
                    <a:pt x="9753225" y="629038"/>
                  </a:cubicBezTo>
                  <a:cubicBezTo>
                    <a:pt x="9693404" y="618845"/>
                    <a:pt x="9637675" y="628898"/>
                    <a:pt x="9591376" y="648601"/>
                  </a:cubicBezTo>
                  <a:cubicBezTo>
                    <a:pt x="9556001" y="663537"/>
                    <a:pt x="9518120" y="663077"/>
                    <a:pt x="9472860" y="655936"/>
                  </a:cubicBezTo>
                  <a:cubicBezTo>
                    <a:pt x="9416283" y="647056"/>
                    <a:pt x="9357217" y="643578"/>
                    <a:pt x="9299788" y="636945"/>
                  </a:cubicBezTo>
                  <a:cubicBezTo>
                    <a:pt x="9287347" y="635531"/>
                    <a:pt x="9271710" y="632039"/>
                    <a:pt x="9264605" y="627087"/>
                  </a:cubicBezTo>
                  <a:cubicBezTo>
                    <a:pt x="9177661" y="565680"/>
                    <a:pt x="9051076" y="558473"/>
                    <a:pt x="8926435" y="549269"/>
                  </a:cubicBezTo>
                  <a:cubicBezTo>
                    <a:pt x="8850925" y="543595"/>
                    <a:pt x="8774954" y="539613"/>
                    <a:pt x="8698934" y="536583"/>
                  </a:cubicBezTo>
                  <a:cubicBezTo>
                    <a:pt x="8673232" y="535428"/>
                    <a:pt x="8645916" y="537050"/>
                    <a:pt x="8622862" y="541563"/>
                  </a:cubicBezTo>
                  <a:cubicBezTo>
                    <a:pt x="8574890" y="551069"/>
                    <a:pt x="8530403" y="564380"/>
                    <a:pt x="8482784" y="574094"/>
                  </a:cubicBezTo>
                  <a:cubicBezTo>
                    <a:pt x="8464923" y="577929"/>
                    <a:pt x="8442157" y="576927"/>
                    <a:pt x="8421565" y="576610"/>
                  </a:cubicBezTo>
                  <a:cubicBezTo>
                    <a:pt x="8385152" y="576229"/>
                    <a:pt x="8345023" y="569546"/>
                    <a:pt x="8313469" y="574762"/>
                  </a:cubicBezTo>
                  <a:cubicBezTo>
                    <a:pt x="8231431" y="588203"/>
                    <a:pt x="8155671" y="580227"/>
                    <a:pt x="8079520" y="558685"/>
                  </a:cubicBezTo>
                  <a:cubicBezTo>
                    <a:pt x="7972906" y="528487"/>
                    <a:pt x="7870782" y="525043"/>
                    <a:pt x="7773327" y="558854"/>
                  </a:cubicBezTo>
                  <a:cubicBezTo>
                    <a:pt x="7729470" y="574107"/>
                    <a:pt x="7688069" y="563543"/>
                    <a:pt x="7652477" y="547561"/>
                  </a:cubicBezTo>
                  <a:cubicBezTo>
                    <a:pt x="7611494" y="529005"/>
                    <a:pt x="7570974" y="522685"/>
                    <a:pt x="7522274" y="532150"/>
                  </a:cubicBezTo>
                  <a:cubicBezTo>
                    <a:pt x="7511488" y="534257"/>
                    <a:pt x="7496511" y="532136"/>
                    <a:pt x="7484080" y="530532"/>
                  </a:cubicBezTo>
                  <a:cubicBezTo>
                    <a:pt x="7413133" y="522044"/>
                    <a:pt x="7341987" y="510303"/>
                    <a:pt x="7282277" y="540177"/>
                  </a:cubicBezTo>
                  <a:cubicBezTo>
                    <a:pt x="7270558" y="546051"/>
                    <a:pt x="7251336" y="547713"/>
                    <a:pt x="7235690" y="551282"/>
                  </a:cubicBezTo>
                  <a:cubicBezTo>
                    <a:pt x="7170161" y="565782"/>
                    <a:pt x="7172820" y="564203"/>
                    <a:pt x="7116339" y="539494"/>
                  </a:cubicBezTo>
                  <a:cubicBezTo>
                    <a:pt x="7086841" y="526502"/>
                    <a:pt x="7045980" y="512724"/>
                    <a:pt x="7011067" y="511848"/>
                  </a:cubicBezTo>
                  <a:cubicBezTo>
                    <a:pt x="6800473" y="506533"/>
                    <a:pt x="6601893" y="468653"/>
                    <a:pt x="6403234" y="432296"/>
                  </a:cubicBezTo>
                  <a:cubicBezTo>
                    <a:pt x="6280760" y="409851"/>
                    <a:pt x="6160432" y="402592"/>
                    <a:pt x="6036273" y="412301"/>
                  </a:cubicBezTo>
                  <a:cubicBezTo>
                    <a:pt x="5946471" y="419425"/>
                    <a:pt x="5863077" y="395593"/>
                    <a:pt x="5780467" y="377910"/>
                  </a:cubicBezTo>
                  <a:cubicBezTo>
                    <a:pt x="5763357" y="374343"/>
                    <a:pt x="5747757" y="363033"/>
                    <a:pt x="5739051" y="353609"/>
                  </a:cubicBezTo>
                  <a:cubicBezTo>
                    <a:pt x="5707675" y="320294"/>
                    <a:pt x="5653252" y="312483"/>
                    <a:pt x="5583566" y="321995"/>
                  </a:cubicBezTo>
                  <a:cubicBezTo>
                    <a:pt x="5528347" y="329404"/>
                    <a:pt x="5477716" y="340486"/>
                    <a:pt x="5432030" y="362512"/>
                  </a:cubicBezTo>
                  <a:cubicBezTo>
                    <a:pt x="5378421" y="388318"/>
                    <a:pt x="5322767" y="418026"/>
                    <a:pt x="5241398" y="425781"/>
                  </a:cubicBezTo>
                  <a:cubicBezTo>
                    <a:pt x="5206262" y="429089"/>
                    <a:pt x="5176131" y="428273"/>
                    <a:pt x="5139710" y="421022"/>
                  </a:cubicBezTo>
                  <a:cubicBezTo>
                    <a:pt x="5069048" y="407018"/>
                    <a:pt x="4997864" y="396037"/>
                    <a:pt x="4929402" y="424310"/>
                  </a:cubicBezTo>
                  <a:cubicBezTo>
                    <a:pt x="4891785" y="439890"/>
                    <a:pt x="4841650" y="448519"/>
                    <a:pt x="4782793" y="441046"/>
                  </a:cubicBezTo>
                  <a:cubicBezTo>
                    <a:pt x="4709316" y="431663"/>
                    <a:pt x="4641426" y="442031"/>
                    <a:pt x="4577594" y="459290"/>
                  </a:cubicBezTo>
                  <a:cubicBezTo>
                    <a:pt x="4554816" y="465538"/>
                    <a:pt x="4527069" y="468279"/>
                    <a:pt x="4500826" y="470529"/>
                  </a:cubicBezTo>
                  <a:cubicBezTo>
                    <a:pt x="4440199" y="475746"/>
                    <a:pt x="4379252" y="479993"/>
                    <a:pt x="4317973" y="483649"/>
                  </a:cubicBezTo>
                  <a:cubicBezTo>
                    <a:pt x="4267762" y="486741"/>
                    <a:pt x="4217264" y="488292"/>
                    <a:pt x="4166722" y="490602"/>
                  </a:cubicBezTo>
                  <a:cubicBezTo>
                    <a:pt x="4111394" y="493045"/>
                    <a:pt x="4067073" y="503124"/>
                    <a:pt x="4042814" y="530660"/>
                  </a:cubicBezTo>
                  <a:cubicBezTo>
                    <a:pt x="4034996" y="539407"/>
                    <a:pt x="4017001" y="545715"/>
                    <a:pt x="4002653" y="552594"/>
                  </a:cubicBezTo>
                  <a:cubicBezTo>
                    <a:pt x="3992459" y="557592"/>
                    <a:pt x="3979023" y="561086"/>
                    <a:pt x="3969549" y="566312"/>
                  </a:cubicBezTo>
                  <a:cubicBezTo>
                    <a:pt x="3919896" y="593854"/>
                    <a:pt x="3870968" y="621622"/>
                    <a:pt x="3821685" y="649183"/>
                  </a:cubicBezTo>
                  <a:cubicBezTo>
                    <a:pt x="3816761" y="651788"/>
                    <a:pt x="3811445" y="654943"/>
                    <a:pt x="3805138" y="655947"/>
                  </a:cubicBezTo>
                  <a:cubicBezTo>
                    <a:pt x="3739817" y="666451"/>
                    <a:pt x="3673801" y="676154"/>
                    <a:pt x="3609177" y="687459"/>
                  </a:cubicBezTo>
                  <a:cubicBezTo>
                    <a:pt x="3584288" y="691878"/>
                    <a:pt x="3558597" y="697589"/>
                    <a:pt x="3539727" y="706521"/>
                  </a:cubicBezTo>
                  <a:cubicBezTo>
                    <a:pt x="3496714" y="726780"/>
                    <a:pt x="3457268" y="749132"/>
                    <a:pt x="3396572" y="755681"/>
                  </a:cubicBezTo>
                  <a:cubicBezTo>
                    <a:pt x="3378807" y="757611"/>
                    <a:pt x="3357809" y="758036"/>
                    <a:pt x="3341054" y="754679"/>
                  </a:cubicBezTo>
                  <a:cubicBezTo>
                    <a:pt x="3272962" y="740809"/>
                    <a:pt x="3206471" y="724541"/>
                    <a:pt x="3138775" y="710120"/>
                  </a:cubicBezTo>
                  <a:cubicBezTo>
                    <a:pt x="3095820" y="701191"/>
                    <a:pt x="3056969" y="691141"/>
                    <a:pt x="3037283" y="666453"/>
                  </a:cubicBezTo>
                  <a:cubicBezTo>
                    <a:pt x="3031764" y="659487"/>
                    <a:pt x="3015626" y="651391"/>
                    <a:pt x="3002117" y="649347"/>
                  </a:cubicBezTo>
                  <a:cubicBezTo>
                    <a:pt x="2915220" y="636209"/>
                    <a:pt x="2829194" y="627503"/>
                    <a:pt x="2747294" y="652400"/>
                  </a:cubicBezTo>
                  <a:cubicBezTo>
                    <a:pt x="2730084" y="657794"/>
                    <a:pt x="2698519" y="656140"/>
                    <a:pt x="2676273" y="652304"/>
                  </a:cubicBezTo>
                  <a:cubicBezTo>
                    <a:pt x="2590546" y="637890"/>
                    <a:pt x="2508883" y="630176"/>
                    <a:pt x="2432360" y="657836"/>
                  </a:cubicBezTo>
                  <a:cubicBezTo>
                    <a:pt x="2423352" y="661179"/>
                    <a:pt x="2395274" y="656272"/>
                    <a:pt x="2382311" y="650824"/>
                  </a:cubicBezTo>
                  <a:cubicBezTo>
                    <a:pt x="2257393" y="597728"/>
                    <a:pt x="2187724" y="592930"/>
                    <a:pt x="2055134" y="630053"/>
                  </a:cubicBezTo>
                  <a:cubicBezTo>
                    <a:pt x="2046542" y="632464"/>
                    <a:pt x="2035364" y="635121"/>
                    <a:pt x="2031829" y="639324"/>
                  </a:cubicBezTo>
                  <a:cubicBezTo>
                    <a:pt x="2007977" y="666120"/>
                    <a:pt x="1960229" y="664380"/>
                    <a:pt x="1912764" y="664183"/>
                  </a:cubicBezTo>
                  <a:cubicBezTo>
                    <a:pt x="1860521" y="663924"/>
                    <a:pt x="1808236" y="664426"/>
                    <a:pt x="1755637" y="663960"/>
                  </a:cubicBezTo>
                  <a:cubicBezTo>
                    <a:pt x="1746439" y="663859"/>
                    <a:pt x="1736243" y="661799"/>
                    <a:pt x="1727159" y="659605"/>
                  </a:cubicBezTo>
                  <a:cubicBezTo>
                    <a:pt x="1692256" y="651480"/>
                    <a:pt x="1658604" y="640559"/>
                    <a:pt x="1622470" y="634850"/>
                  </a:cubicBezTo>
                  <a:cubicBezTo>
                    <a:pt x="1544362" y="622552"/>
                    <a:pt x="1469248" y="602210"/>
                    <a:pt x="1385955" y="604522"/>
                  </a:cubicBezTo>
                  <a:cubicBezTo>
                    <a:pt x="1371585" y="604913"/>
                    <a:pt x="1355357" y="598530"/>
                    <a:pt x="1340055" y="595629"/>
                  </a:cubicBezTo>
                  <a:cubicBezTo>
                    <a:pt x="1312351" y="590552"/>
                    <a:pt x="1285460" y="583993"/>
                    <a:pt x="1257271" y="581180"/>
                  </a:cubicBezTo>
                  <a:cubicBezTo>
                    <a:pt x="1182583" y="573830"/>
                    <a:pt x="1107142" y="566824"/>
                    <a:pt x="1031914" y="562692"/>
                  </a:cubicBezTo>
                  <a:cubicBezTo>
                    <a:pt x="995593" y="560597"/>
                    <a:pt x="958880" y="565923"/>
                    <a:pt x="922031" y="566853"/>
                  </a:cubicBezTo>
                  <a:cubicBezTo>
                    <a:pt x="905446" y="567320"/>
                    <a:pt x="878533" y="568199"/>
                    <a:pt x="873250" y="563724"/>
                  </a:cubicBezTo>
                  <a:cubicBezTo>
                    <a:pt x="832343" y="529722"/>
                    <a:pt x="772202" y="532674"/>
                    <a:pt x="711627" y="529880"/>
                  </a:cubicBezTo>
                  <a:cubicBezTo>
                    <a:pt x="577999" y="523641"/>
                    <a:pt x="447408" y="543696"/>
                    <a:pt x="311112" y="525106"/>
                  </a:cubicBezTo>
                  <a:cubicBezTo>
                    <a:pt x="271645" y="519795"/>
                    <a:pt x="226936" y="530235"/>
                    <a:pt x="184145" y="532188"/>
                  </a:cubicBezTo>
                  <a:cubicBezTo>
                    <a:pt x="162015" y="533128"/>
                    <a:pt x="137665" y="534333"/>
                    <a:pt x="116886" y="530572"/>
                  </a:cubicBezTo>
                  <a:cubicBezTo>
                    <a:pt x="84810" y="524693"/>
                    <a:pt x="54011" y="515448"/>
                    <a:pt x="23941" y="506433"/>
                  </a:cubicBezTo>
                  <a:lnTo>
                    <a:pt x="0" y="502149"/>
                  </a:lnTo>
                  <a:close/>
                </a:path>
              </a:pathLst>
            </a:custGeom>
            <a:blipFill>
              <a:blip r:embed="rId3">
                <a:alphaModFix amt="57000"/>
              </a:blip>
              <a:tile tx="0" ty="0" sx="100000" sy="100000" flip="none" algn="tl"/>
            </a:blip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grpSp>
    </p:spTree>
    <p:extLst>
      <p:ext uri="{BB962C8B-B14F-4D97-AF65-F5344CB8AC3E}">
        <p14:creationId xmlns:p14="http://schemas.microsoft.com/office/powerpoint/2010/main" val="2541227782"/>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050" name="Picture 2">
            <a:extLst>
              <a:ext uri="{FF2B5EF4-FFF2-40B4-BE49-F238E27FC236}">
                <a16:creationId xmlns:a16="http://schemas.microsoft.com/office/drawing/2014/main" id="{CE098381-895F-47D1-AC53-E214FF4AE7EB}"/>
              </a:ext>
              <a:ext uri="{C183D7F6-B498-43B3-948B-1728B52AA6E4}">
                <adec:decorative xmlns:adec="http://schemas.microsoft.com/office/drawing/2017/decorative" val="1"/>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15455" r="22790"/>
          <a:stretch/>
        </p:blipFill>
        <p:spPr bwMode="auto">
          <a:xfrm>
            <a:off x="2352291" y="10"/>
            <a:ext cx="3734478" cy="3401558"/>
          </a:xfrm>
          <a:custGeom>
            <a:avLst/>
            <a:gdLst/>
            <a:ahLst/>
            <a:cxnLst/>
            <a:rect l="l" t="t" r="r" b="b"/>
            <a:pathLst>
              <a:path w="4979304" h="3364992">
                <a:moveTo>
                  <a:pt x="0" y="0"/>
                </a:moveTo>
                <a:lnTo>
                  <a:pt x="4211250" y="0"/>
                </a:lnTo>
                <a:lnTo>
                  <a:pt x="4309461" y="192282"/>
                </a:lnTo>
                <a:cubicBezTo>
                  <a:pt x="4697535" y="1033269"/>
                  <a:pt x="4937593" y="2032690"/>
                  <a:pt x="4974907" y="3110424"/>
                </a:cubicBezTo>
                <a:lnTo>
                  <a:pt x="4979304" y="3364992"/>
                </a:lnTo>
                <a:lnTo>
                  <a:pt x="800592" y="3364992"/>
                </a:lnTo>
                <a:lnTo>
                  <a:pt x="797493" y="3185579"/>
                </a:lnTo>
                <a:cubicBezTo>
                  <a:pt x="756786" y="2009870"/>
                  <a:pt x="474799" y="927359"/>
                  <a:pt x="22579" y="42066"/>
                </a:cubicBezTo>
                <a:close/>
              </a:path>
            </a:pathLst>
          </a:custGeom>
          <a:noFill/>
          <a:extLst>
            <a:ext uri="{909E8E84-426E-40DD-AFC4-6F175D3DCCD1}">
              <a14:hiddenFill xmlns:a14="http://schemas.microsoft.com/office/drawing/2010/main">
                <a:solidFill>
                  <a:srgbClr val="FFFFFF"/>
                </a:solidFill>
              </a14:hiddenFill>
            </a:ext>
          </a:extLst>
        </p:spPr>
      </p:pic>
      <p:pic>
        <p:nvPicPr>
          <p:cNvPr id="2" name="Picture 1">
            <a:extLst>
              <a:ext uri="{FF2B5EF4-FFF2-40B4-BE49-F238E27FC236}">
                <a16:creationId xmlns:a16="http://schemas.microsoft.com/office/drawing/2014/main" id="{21CF1003-F955-43C1-860E-56D75CE04415}"/>
              </a:ext>
              <a:ext uri="{C183D7F6-B498-43B3-948B-1728B52AA6E4}">
                <adec:decorative xmlns:adec="http://schemas.microsoft.com/office/drawing/2017/decorative" val="1"/>
              </a:ext>
            </a:extLst>
          </p:cNvPr>
          <p:cNvPicPr>
            <a:picLocks noChangeAspect="1"/>
          </p:cNvPicPr>
          <p:nvPr/>
        </p:nvPicPr>
        <p:blipFill rotWithShape="1">
          <a:blip r:embed="rId4"/>
          <a:srcRect l="38257" t="17240" r="13760" b="7133"/>
          <a:stretch/>
        </p:blipFill>
        <p:spPr>
          <a:xfrm>
            <a:off x="4982468" y="3393630"/>
            <a:ext cx="4197278" cy="3456432"/>
          </a:xfrm>
          <a:custGeom>
            <a:avLst/>
            <a:gdLst/>
            <a:ahLst/>
            <a:cxnLst/>
            <a:rect l="l" t="t" r="r" b="b"/>
            <a:pathLst>
              <a:path w="4810310" h="3401568">
                <a:moveTo>
                  <a:pt x="781270" y="0"/>
                </a:moveTo>
                <a:lnTo>
                  <a:pt x="4810310" y="0"/>
                </a:lnTo>
                <a:lnTo>
                  <a:pt x="4810310" y="3401568"/>
                </a:lnTo>
                <a:lnTo>
                  <a:pt x="0" y="3401568"/>
                </a:lnTo>
                <a:lnTo>
                  <a:pt x="1963" y="3397912"/>
                </a:lnTo>
                <a:cubicBezTo>
                  <a:pt x="454182" y="2512619"/>
                  <a:pt x="736170" y="1430108"/>
                  <a:pt x="776876" y="254399"/>
                </a:cubicBezTo>
                <a:close/>
              </a:path>
            </a:pathLst>
          </a:custGeom>
        </p:spPr>
      </p:pic>
      <p:pic>
        <p:nvPicPr>
          <p:cNvPr id="8" name="Picture 4">
            <a:extLst>
              <a:ext uri="{C183D7F6-B498-43B3-948B-1728B52AA6E4}">
                <adec:decorative xmlns:adec="http://schemas.microsoft.com/office/drawing/2017/decorative" val="1"/>
              </a:ext>
            </a:extLst>
          </p:cNvPr>
          <p:cNvPicPr>
            <a:picLocks noChangeAspect="1" noChangeArrowheads="1"/>
          </p:cNvPicPr>
          <p:nvPr/>
        </p:nvPicPr>
        <p:blipFill rotWithShape="1">
          <a:blip r:embed="rId5" cstate="print"/>
          <a:srcRect l="18620" r="25449" b="-3"/>
          <a:stretch/>
        </p:blipFill>
        <p:spPr bwMode="auto">
          <a:xfrm>
            <a:off x="2392073" y="3456432"/>
            <a:ext cx="3694109" cy="3401568"/>
          </a:xfrm>
          <a:custGeom>
            <a:avLst/>
            <a:gdLst/>
            <a:ahLst/>
            <a:cxnLst/>
            <a:rect l="l" t="t" r="r" b="b"/>
            <a:pathLst>
              <a:path w="4925479" h="3364992">
                <a:moveTo>
                  <a:pt x="749362" y="0"/>
                </a:moveTo>
                <a:lnTo>
                  <a:pt x="4925479" y="0"/>
                </a:lnTo>
                <a:lnTo>
                  <a:pt x="4921868" y="209033"/>
                </a:lnTo>
                <a:cubicBezTo>
                  <a:pt x="4884554" y="1286766"/>
                  <a:pt x="4644496" y="2286187"/>
                  <a:pt x="4256422" y="3127175"/>
                </a:cubicBezTo>
                <a:lnTo>
                  <a:pt x="4134952" y="3364992"/>
                </a:lnTo>
                <a:lnTo>
                  <a:pt x="0" y="3364992"/>
                </a:lnTo>
                <a:lnTo>
                  <a:pt x="79008" y="3202330"/>
                </a:lnTo>
                <a:cubicBezTo>
                  <a:pt x="467082" y="2361343"/>
                  <a:pt x="707140" y="1361922"/>
                  <a:pt x="744454" y="284189"/>
                </a:cubicBezTo>
                <a:close/>
              </a:path>
            </a:pathLst>
          </a:custGeom>
          <a:noFill/>
        </p:spPr>
      </p:pic>
      <p:sp>
        <p:nvSpPr>
          <p:cNvPr id="23554" name="Title 1"/>
          <p:cNvSpPr>
            <a:spLocks noGrp="1"/>
          </p:cNvSpPr>
          <p:nvPr>
            <p:ph type="title"/>
          </p:nvPr>
        </p:nvSpPr>
        <p:spPr>
          <a:xfrm>
            <a:off x="336042" y="685800"/>
            <a:ext cx="2353888" cy="1325563"/>
          </a:xfrm>
        </p:spPr>
        <p:txBody>
          <a:bodyPr>
            <a:normAutofit/>
          </a:bodyPr>
          <a:lstStyle/>
          <a:p>
            <a:r>
              <a:rPr lang="en-US" sz="2400" dirty="0"/>
              <a:t>Vision and Image Processing</a:t>
            </a:r>
          </a:p>
        </p:txBody>
      </p:sp>
      <p:sp>
        <p:nvSpPr>
          <p:cNvPr id="3" name="Content Placeholder 2"/>
          <p:cNvSpPr>
            <a:spLocks noGrp="1"/>
          </p:cNvSpPr>
          <p:nvPr>
            <p:ph idx="1"/>
          </p:nvPr>
        </p:nvSpPr>
        <p:spPr>
          <a:xfrm>
            <a:off x="336042" y="2258568"/>
            <a:ext cx="2105406" cy="3922776"/>
          </a:xfrm>
        </p:spPr>
        <p:txBody>
          <a:bodyPr>
            <a:normAutofit/>
          </a:bodyPr>
          <a:lstStyle/>
          <a:p>
            <a:pPr>
              <a:buFontTx/>
              <a:buChar char="•"/>
            </a:pPr>
            <a:r>
              <a:rPr lang="en-US" sz="1300" b="1" dirty="0"/>
              <a:t>OCR</a:t>
            </a:r>
            <a:r>
              <a:rPr lang="en-US" sz="1300" dirty="0"/>
              <a:t>: read license plates, handwriting recognition (e.g., mail sorting).</a:t>
            </a:r>
          </a:p>
          <a:p>
            <a:pPr>
              <a:buFontTx/>
              <a:buChar char="•"/>
            </a:pPr>
            <a:r>
              <a:rPr lang="en-US" sz="1300" b="1" dirty="0"/>
              <a:t>Face detection</a:t>
            </a:r>
            <a:r>
              <a:rPr lang="en-US" sz="1300" dirty="0"/>
              <a:t>: now standard for smart phone cameras.</a:t>
            </a:r>
          </a:p>
          <a:p>
            <a:pPr>
              <a:buFontTx/>
              <a:buChar char="•"/>
            </a:pPr>
            <a:r>
              <a:rPr lang="en-US" sz="1300" b="1" dirty="0"/>
              <a:t>Vehicle safety systems</a:t>
            </a:r>
          </a:p>
          <a:p>
            <a:pPr>
              <a:buFontTx/>
              <a:buChar char="•"/>
            </a:pPr>
            <a:r>
              <a:rPr lang="en-US" sz="1300" b="1" dirty="0"/>
              <a:t>Visual search</a:t>
            </a:r>
          </a:p>
          <a:p>
            <a:pPr>
              <a:buFontTx/>
              <a:buChar char="•"/>
            </a:pPr>
            <a:r>
              <a:rPr lang="en-US" sz="1300" b="1" dirty="0"/>
              <a:t>Image generation</a:t>
            </a:r>
          </a:p>
          <a:p>
            <a:pPr>
              <a:buFontTx/>
              <a:buChar char="•"/>
            </a:pPr>
            <a:endParaRPr lang="en-US" sz="1300" dirty="0"/>
          </a:p>
          <a:p>
            <a:pPr>
              <a:buFontTx/>
              <a:buChar char="•"/>
            </a:pPr>
            <a:endParaRPr lang="en-US" sz="1300" dirty="0"/>
          </a:p>
          <a:p>
            <a:pPr marL="0" indent="0">
              <a:buNone/>
            </a:pPr>
            <a:r>
              <a:rPr lang="en-US" sz="1300" b="1" dirty="0"/>
              <a:t>All these technologies operate now at superhuman performance.</a:t>
            </a:r>
          </a:p>
        </p:txBody>
      </p:sp>
      <p:pic>
        <p:nvPicPr>
          <p:cNvPr id="5124" name="Picture 4">
            <a:extLst>
              <a:ext uri="{FF2B5EF4-FFF2-40B4-BE49-F238E27FC236}">
                <a16:creationId xmlns:a16="http://schemas.microsoft.com/office/drawing/2014/main" id="{4F355B0E-BE0B-9D6D-DF40-04B6870F0933}"/>
              </a:ext>
              <a:ext uri="{C183D7F6-B498-43B3-948B-1728B52AA6E4}">
                <adec:decorative xmlns:adec="http://schemas.microsoft.com/office/drawing/2017/decorative" val="1"/>
              </a:ext>
            </a:extLst>
          </p:cNvPr>
          <p:cNvPicPr>
            <a:picLocks noChangeAspect="1" noChangeArrowheads="1"/>
          </p:cNvPicPr>
          <p:nvPr/>
        </p:nvPicPr>
        <p:blipFill rotWithShape="1">
          <a:blip r:embed="rId6" cstate="print">
            <a:extLst>
              <a:ext uri="{28A0092B-C50C-407E-A947-70E740481C1C}">
                <a14:useLocalDpi xmlns:a14="http://schemas.microsoft.com/office/drawing/2010/main" val="0"/>
              </a:ext>
            </a:extLst>
          </a:blip>
          <a:srcRect t="5268" r="2" b="2"/>
          <a:stretch/>
        </p:blipFill>
        <p:spPr bwMode="auto">
          <a:xfrm>
            <a:off x="5553279" y="10"/>
            <a:ext cx="3590721" cy="3401558"/>
          </a:xfrm>
          <a:custGeom>
            <a:avLst/>
            <a:gdLst/>
            <a:ahLst/>
            <a:cxnLst/>
            <a:rect l="l" t="t" r="r" b="b"/>
            <a:pathLst>
              <a:path w="4787628" h="3401568">
                <a:moveTo>
                  <a:pt x="0" y="0"/>
                </a:moveTo>
                <a:lnTo>
                  <a:pt x="4787628" y="0"/>
                </a:lnTo>
                <a:lnTo>
                  <a:pt x="4787628" y="3401568"/>
                </a:lnTo>
                <a:lnTo>
                  <a:pt x="762748" y="3401568"/>
                </a:lnTo>
                <a:lnTo>
                  <a:pt x="751436" y="2963954"/>
                </a:lnTo>
                <a:cubicBezTo>
                  <a:pt x="698408" y="1942163"/>
                  <a:pt x="463174" y="995044"/>
                  <a:pt x="93264" y="192283"/>
                </a:cubicBezTo>
                <a:close/>
              </a:path>
            </a:pathLst>
          </a:custGeom>
          <a:noFill/>
          <a:extLst>
            <a:ext uri="{909E8E84-426E-40DD-AFC4-6F175D3DCCD1}">
              <a14:hiddenFill xmlns:a14="http://schemas.microsoft.com/office/drawing/2010/main">
                <a:solidFill>
                  <a:srgbClr val="FFFFFF"/>
                </a:solidFill>
              </a14:hiddenFill>
            </a:ext>
          </a:extLst>
        </p:spPr>
      </p:pic>
      <p:sp>
        <p:nvSpPr>
          <p:cNvPr id="4" name="TextBox 3">
            <a:extLst>
              <a:ext uri="{FF2B5EF4-FFF2-40B4-BE49-F238E27FC236}">
                <a16:creationId xmlns:a16="http://schemas.microsoft.com/office/drawing/2014/main" id="{B1F103C0-09B6-1D75-638A-954AC33F19A3}"/>
              </a:ext>
              <a:ext uri="{C183D7F6-B498-43B3-948B-1728B52AA6E4}">
                <adec:decorative xmlns:adec="http://schemas.microsoft.com/office/drawing/2017/decorative" val="1"/>
              </a:ext>
            </a:extLst>
          </p:cNvPr>
          <p:cNvSpPr txBox="1"/>
          <p:nvPr/>
        </p:nvSpPr>
        <p:spPr>
          <a:xfrm>
            <a:off x="8109876" y="3012371"/>
            <a:ext cx="1219200" cy="369332"/>
          </a:xfrm>
          <a:prstGeom prst="rect">
            <a:avLst/>
          </a:prstGeom>
          <a:noFill/>
        </p:spPr>
        <p:txBody>
          <a:bodyPr wrap="square" rtlCol="0">
            <a:spAutoFit/>
          </a:bodyPr>
          <a:lstStyle/>
          <a:p>
            <a:r>
              <a:rPr lang="en-US" b="1" dirty="0">
                <a:solidFill>
                  <a:schemeClr val="bg1"/>
                </a:solidFill>
              </a:rPr>
              <a:t>DALL-E</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458" name="Title 1"/>
          <p:cNvSpPr>
            <a:spLocks noGrp="1"/>
          </p:cNvSpPr>
          <p:nvPr>
            <p:ph type="title"/>
          </p:nvPr>
        </p:nvSpPr>
        <p:spPr>
          <a:xfrm>
            <a:off x="459486" y="365125"/>
            <a:ext cx="5239511" cy="1776484"/>
          </a:xfrm>
        </p:spPr>
        <p:txBody>
          <a:bodyPr anchor="b">
            <a:normAutofit/>
          </a:bodyPr>
          <a:lstStyle/>
          <a:p>
            <a:r>
              <a:rPr lang="en-US" sz="4700"/>
              <a:t>Natural Language Processing</a:t>
            </a:r>
          </a:p>
        </p:txBody>
      </p:sp>
      <p:sp>
        <p:nvSpPr>
          <p:cNvPr id="3" name="Content Placeholder 2"/>
          <p:cNvSpPr>
            <a:spLocks noGrp="1"/>
          </p:cNvSpPr>
          <p:nvPr>
            <p:ph idx="1"/>
          </p:nvPr>
        </p:nvSpPr>
        <p:spPr>
          <a:xfrm>
            <a:off x="355463" y="2832763"/>
            <a:ext cx="4417314" cy="3672144"/>
          </a:xfrm>
        </p:spPr>
        <p:txBody>
          <a:bodyPr>
            <a:normAutofit fontScale="92500" lnSpcReduction="10000"/>
          </a:bodyPr>
          <a:lstStyle/>
          <a:p>
            <a:pPr lvl="1">
              <a:defRPr/>
            </a:pPr>
            <a:r>
              <a:rPr lang="en-US" sz="1900" dirty="0"/>
              <a:t>Text-to-speech</a:t>
            </a:r>
          </a:p>
          <a:p>
            <a:pPr lvl="1">
              <a:defRPr/>
            </a:pPr>
            <a:r>
              <a:rPr lang="en-US" sz="1900" dirty="0"/>
              <a:t>Speech-to-text to detect voice commands</a:t>
            </a:r>
          </a:p>
          <a:p>
            <a:pPr lvl="1">
              <a:buFont typeface="Arial" pitchFamily="34" charset="0"/>
              <a:buChar char="•"/>
              <a:defRPr/>
            </a:pPr>
            <a:r>
              <a:rPr lang="en-US" sz="1900" dirty="0"/>
              <a:t>Machine translation</a:t>
            </a:r>
          </a:p>
          <a:p>
            <a:pPr lvl="1">
              <a:buFont typeface="Arial" pitchFamily="34" charset="0"/>
              <a:buChar char="•"/>
              <a:defRPr/>
            </a:pPr>
            <a:r>
              <a:rPr lang="en-US" sz="1900" dirty="0"/>
              <a:t>Text generation (Q/A systems) using Large Language Models</a:t>
            </a:r>
          </a:p>
          <a:p>
            <a:pPr marL="0" indent="0">
              <a:buNone/>
              <a:defRPr/>
            </a:pPr>
            <a:endParaRPr lang="en-US" sz="1900" dirty="0"/>
          </a:p>
          <a:p>
            <a:pPr marL="0" indent="0">
              <a:buNone/>
              <a:defRPr/>
            </a:pPr>
            <a:r>
              <a:rPr lang="en-US" sz="1900" b="1" dirty="0"/>
              <a:t>These technologies operate now with close to or even superhuman performance.</a:t>
            </a:r>
            <a:endParaRPr lang="en-US" sz="1900" dirty="0"/>
          </a:p>
          <a:p>
            <a:pPr marL="0" indent="0">
              <a:buNone/>
              <a:defRPr/>
            </a:pPr>
            <a:r>
              <a:rPr lang="en-US" sz="1900" b="1" dirty="0"/>
              <a:t>Humans use language to reason. Does that mean AI that can create high-quality text can reason?</a:t>
            </a:r>
          </a:p>
          <a:p>
            <a:pPr marL="0" indent="0">
              <a:buNone/>
              <a:defRPr/>
            </a:pPr>
            <a:r>
              <a:rPr lang="en-US" sz="1900" b="1" dirty="0"/>
              <a:t>Language understanding is still elusive!</a:t>
            </a:r>
          </a:p>
        </p:txBody>
      </p:sp>
      <p:pic>
        <p:nvPicPr>
          <p:cNvPr id="11" name="Picture 10">
            <a:extLst>
              <a:ext uri="{FF2B5EF4-FFF2-40B4-BE49-F238E27FC236}">
                <a16:creationId xmlns:a16="http://schemas.microsoft.com/office/drawing/2014/main" id="{50B046AB-D3D4-84CC-9143-11B98F405448}"/>
              </a:ext>
              <a:ext uri="{C183D7F6-B498-43B3-948B-1728B52AA6E4}">
                <adec:decorative xmlns:adec="http://schemas.microsoft.com/office/drawing/2017/decorative" val="1"/>
              </a:ext>
            </a:extLst>
          </p:cNvPr>
          <p:cNvPicPr>
            <a:picLocks noChangeAspect="1"/>
          </p:cNvPicPr>
          <p:nvPr/>
        </p:nvPicPr>
        <p:blipFill>
          <a:blip r:embed="rId3"/>
          <a:stretch>
            <a:fillRect/>
          </a:stretch>
        </p:blipFill>
        <p:spPr>
          <a:xfrm>
            <a:off x="5159146" y="607759"/>
            <a:ext cx="3774438" cy="1707932"/>
          </a:xfrm>
          <a:prstGeom prst="rect">
            <a:avLst/>
          </a:prstGeom>
        </p:spPr>
      </p:pic>
      <p:pic>
        <p:nvPicPr>
          <p:cNvPr id="2062" name="Picture 14">
            <a:extLst>
              <a:ext uri="{FF2B5EF4-FFF2-40B4-BE49-F238E27FC236}">
                <a16:creationId xmlns:a16="http://schemas.microsoft.com/office/drawing/2014/main" id="{8C3E50C8-9B47-FA13-B971-6A7B8E3C3FDE}"/>
              </a:ext>
              <a:ext uri="{C183D7F6-B498-43B3-948B-1728B52AA6E4}">
                <adec:decorative xmlns:adec="http://schemas.microsoft.com/office/drawing/2017/decorative" val="1"/>
              </a:ext>
            </a:extLst>
          </p:cNvPr>
          <p:cNvPicPr>
            <a:picLocks noChangeAspect="1" noChangeArrowheads="1"/>
          </p:cNvPicPr>
          <p:nvPr/>
        </p:nvPicPr>
        <p:blipFill>
          <a:blip r:embed="rId4" cstate="print">
            <a:extLst>
              <a:ext uri="{28A0092B-C50C-407E-A947-70E740481C1C}">
                <a14:useLocalDpi xmlns:a14="http://schemas.microsoft.com/office/drawing/2010/main" val="0"/>
              </a:ext>
            </a:extLst>
          </a:blip>
          <a:stretch>
            <a:fillRect/>
          </a:stretch>
        </p:blipFill>
        <p:spPr bwMode="auto">
          <a:xfrm>
            <a:off x="4946755" y="2749368"/>
            <a:ext cx="1924865" cy="1135670"/>
          </a:xfrm>
          <a:prstGeom prst="rect">
            <a:avLst/>
          </a:prstGeom>
          <a:noFill/>
          <a:extLst>
            <a:ext uri="{909E8E84-426E-40DD-AFC4-6F175D3DCCD1}">
              <a14:hiddenFill xmlns:a14="http://schemas.microsoft.com/office/drawing/2010/main">
                <a:solidFill>
                  <a:srgbClr val="FFFFFF"/>
                </a:solidFill>
              </a14:hiddenFill>
            </a:ext>
          </a:extLst>
        </p:spPr>
      </p:pic>
      <p:pic>
        <p:nvPicPr>
          <p:cNvPr id="7" name="Picture 6">
            <a:extLst>
              <a:ext uri="{FF2B5EF4-FFF2-40B4-BE49-F238E27FC236}">
                <a16:creationId xmlns:a16="http://schemas.microsoft.com/office/drawing/2014/main" id="{1B32C85B-2B61-F6E2-0C36-02760339F3EF}"/>
              </a:ex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4798994" y="4343400"/>
            <a:ext cx="4134589" cy="2325707"/>
          </a:xfrm>
          <a:prstGeom prst="rect">
            <a:avLst/>
          </a:prstGeom>
        </p:spPr>
      </p:pic>
      <p:sp>
        <p:nvSpPr>
          <p:cNvPr id="10" name="AutoShape 12">
            <a:extLst>
              <a:ext uri="{FF2B5EF4-FFF2-40B4-BE49-F238E27FC236}">
                <a16:creationId xmlns:a16="http://schemas.microsoft.com/office/drawing/2014/main" id="{E9313F88-950A-0CDE-92B5-7BA2CEA9EFE8}"/>
              </a:ext>
              <a:ext uri="{C183D7F6-B498-43B3-948B-1728B52AA6E4}">
                <adec:decorative xmlns:adec="http://schemas.microsoft.com/office/drawing/2017/decorative" val="1"/>
              </a:ext>
            </a:extLst>
          </p:cNvPr>
          <p:cNvSpPr>
            <a:spLocks noChangeAspect="1" noChangeArrowheads="1"/>
          </p:cNvSpPr>
          <p:nvPr/>
        </p:nvSpPr>
        <p:spPr bwMode="auto">
          <a:xfrm>
            <a:off x="4419600" y="32766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pic>
        <p:nvPicPr>
          <p:cNvPr id="2068" name="Picture 20">
            <a:extLst>
              <a:ext uri="{FF2B5EF4-FFF2-40B4-BE49-F238E27FC236}">
                <a16:creationId xmlns:a16="http://schemas.microsoft.com/office/drawing/2014/main" id="{26F203F0-2D3F-5488-9A14-F21B691497BF}"/>
              </a:ext>
              <a:ext uri="{C183D7F6-B498-43B3-948B-1728B52AA6E4}">
                <adec:decorative xmlns:adec="http://schemas.microsoft.com/office/drawing/2017/decorative" val="1"/>
              </a:ext>
            </a:extLst>
          </p:cNvPr>
          <p:cNvPicPr>
            <a:picLocks noChangeAspect="1" noChangeArrowheads="1"/>
          </p:cNvPicPr>
          <p:nvPr/>
        </p:nvPicPr>
        <p:blipFill>
          <a:blip r:embed="rId6" cstate="print">
            <a:extLst>
              <a:ext uri="{28A0092B-C50C-407E-A947-70E740481C1C}">
                <a14:useLocalDpi xmlns:a14="http://schemas.microsoft.com/office/drawing/2010/main" val="0"/>
              </a:ext>
            </a:extLst>
          </a:blip>
          <a:srcRect/>
          <a:stretch>
            <a:fillRect/>
          </a:stretch>
        </p:blipFill>
        <p:spPr bwMode="auto">
          <a:xfrm>
            <a:off x="7067184" y="2749368"/>
            <a:ext cx="1933614" cy="1060632"/>
          </a:xfrm>
          <a:prstGeom prst="rect">
            <a:avLst/>
          </a:prstGeom>
          <a:noFill/>
          <a:extLst>
            <a:ext uri="{909E8E84-426E-40DD-AFC4-6F175D3DCCD1}">
              <a14:hiddenFill xmlns:a14="http://schemas.microsoft.com/office/drawing/2010/main">
                <a:solidFill>
                  <a:srgbClr val="FFFFFF"/>
                </a:solidFill>
              </a14:hiddenFill>
            </a:ext>
          </a:extLst>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3">
                                            <p:txEl>
                                              <p:pRg st="5" end="5"/>
                                            </p:txEl>
                                          </p:spTgt>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3">
                                            <p:txEl>
                                              <p:pRg st="6" end="6"/>
                                            </p:txEl>
                                          </p:spTgt>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169987" name="Picture 3">
            <a:extLst>
              <a:ext uri="{C183D7F6-B498-43B3-948B-1728B52AA6E4}">
                <adec:decorative xmlns:adec="http://schemas.microsoft.com/office/drawing/2017/decorative" val="1"/>
              </a:ext>
            </a:extLst>
          </p:cNvPr>
          <p:cNvPicPr>
            <a:picLocks noChangeAspect="1" noChangeArrowheads="1"/>
          </p:cNvPicPr>
          <p:nvPr/>
        </p:nvPicPr>
        <p:blipFill rotWithShape="1">
          <a:blip r:embed="rId3" cstate="print"/>
          <a:srcRect l="13270" r="13273" b="1"/>
          <a:stretch/>
        </p:blipFill>
        <p:spPr bwMode="auto">
          <a:xfrm>
            <a:off x="2352291" y="10"/>
            <a:ext cx="3734478" cy="3401558"/>
          </a:xfrm>
          <a:custGeom>
            <a:avLst/>
            <a:gdLst/>
            <a:ahLst/>
            <a:cxnLst/>
            <a:rect l="l" t="t" r="r" b="b"/>
            <a:pathLst>
              <a:path w="4979304" h="3364992">
                <a:moveTo>
                  <a:pt x="0" y="0"/>
                </a:moveTo>
                <a:lnTo>
                  <a:pt x="4211250" y="0"/>
                </a:lnTo>
                <a:lnTo>
                  <a:pt x="4309461" y="192282"/>
                </a:lnTo>
                <a:cubicBezTo>
                  <a:pt x="4697535" y="1033269"/>
                  <a:pt x="4937593" y="2032690"/>
                  <a:pt x="4974907" y="3110424"/>
                </a:cubicBezTo>
                <a:lnTo>
                  <a:pt x="4979304" y="3364992"/>
                </a:lnTo>
                <a:lnTo>
                  <a:pt x="800592" y="3364992"/>
                </a:lnTo>
                <a:lnTo>
                  <a:pt x="797493" y="3185579"/>
                </a:lnTo>
                <a:cubicBezTo>
                  <a:pt x="756786" y="2009870"/>
                  <a:pt x="474799" y="927359"/>
                  <a:pt x="22579" y="42066"/>
                </a:cubicBezTo>
                <a:close/>
              </a:path>
            </a:pathLst>
          </a:custGeom>
          <a:noFill/>
        </p:spPr>
      </p:pic>
      <p:pic>
        <p:nvPicPr>
          <p:cNvPr id="1028" name="Picture 4">
            <a:extLst>
              <a:ext uri="{FF2B5EF4-FFF2-40B4-BE49-F238E27FC236}">
                <a16:creationId xmlns:a16="http://schemas.microsoft.com/office/drawing/2014/main" id="{808B7C8C-7D2C-63C5-CCA5-EADA61E1E739}"/>
              </a:ext>
              <a:ext uri="{C183D7F6-B498-43B3-948B-1728B52AA6E4}">
                <adec:decorative xmlns:adec="http://schemas.microsoft.com/office/drawing/2017/decorative" val="1"/>
              </a:ext>
            </a:extLst>
          </p:cNvPr>
          <p:cNvPicPr>
            <a:picLocks noChangeAspect="1" noChangeArrowheads="1"/>
          </p:cNvPicPr>
          <p:nvPr/>
        </p:nvPicPr>
        <p:blipFill rotWithShape="1">
          <a:blip r:embed="rId4" cstate="print">
            <a:extLst>
              <a:ext uri="{28A0092B-C50C-407E-A947-70E740481C1C}">
                <a14:useLocalDpi xmlns:a14="http://schemas.microsoft.com/office/drawing/2010/main" val="0"/>
              </a:ext>
            </a:extLst>
          </a:blip>
          <a:srcRect l="-12941" t="2754" r="3708" b="6871"/>
          <a:stretch/>
        </p:blipFill>
        <p:spPr bwMode="auto">
          <a:xfrm>
            <a:off x="5536267" y="3456433"/>
            <a:ext cx="3607733" cy="3401568"/>
          </a:xfrm>
          <a:custGeom>
            <a:avLst/>
            <a:gdLst/>
            <a:ahLst/>
            <a:cxnLst/>
            <a:rect l="l" t="t" r="r" b="b"/>
            <a:pathLst>
              <a:path w="4810310" h="3401568">
                <a:moveTo>
                  <a:pt x="781270" y="0"/>
                </a:moveTo>
                <a:lnTo>
                  <a:pt x="4810310" y="0"/>
                </a:lnTo>
                <a:lnTo>
                  <a:pt x="4810310" y="3401568"/>
                </a:lnTo>
                <a:lnTo>
                  <a:pt x="0" y="3401568"/>
                </a:lnTo>
                <a:lnTo>
                  <a:pt x="1963" y="3397912"/>
                </a:lnTo>
                <a:cubicBezTo>
                  <a:pt x="454182" y="2512619"/>
                  <a:pt x="736170" y="1430108"/>
                  <a:pt x="776876" y="254399"/>
                </a:cubicBezTo>
                <a:close/>
              </a:path>
            </a:pathLst>
          </a:custGeom>
          <a:noFill/>
          <a:extLst>
            <a:ext uri="{909E8E84-426E-40DD-AFC4-6F175D3DCCD1}">
              <a14:hiddenFill xmlns:a14="http://schemas.microsoft.com/office/drawing/2010/main">
                <a:solidFill>
                  <a:srgbClr val="FFFFFF"/>
                </a:solidFill>
              </a14:hiddenFill>
            </a:ext>
          </a:extLst>
        </p:spPr>
      </p:pic>
      <p:pic>
        <p:nvPicPr>
          <p:cNvPr id="169986" name="Picture 2">
            <a:extLst>
              <a:ext uri="{C183D7F6-B498-43B3-948B-1728B52AA6E4}">
                <adec:decorative xmlns:adec="http://schemas.microsoft.com/office/drawing/2017/decorative" val="1"/>
              </a:ext>
            </a:extLst>
          </p:cNvPr>
          <p:cNvPicPr>
            <a:picLocks noChangeAspect="1" noChangeArrowheads="1"/>
          </p:cNvPicPr>
          <p:nvPr/>
        </p:nvPicPr>
        <p:blipFill rotWithShape="1">
          <a:blip r:embed="rId5" cstate="print"/>
          <a:srcRect l="10877" r="16633"/>
          <a:stretch/>
        </p:blipFill>
        <p:spPr bwMode="auto">
          <a:xfrm>
            <a:off x="2392071" y="3456432"/>
            <a:ext cx="3694109" cy="3401568"/>
          </a:xfrm>
          <a:custGeom>
            <a:avLst/>
            <a:gdLst/>
            <a:ahLst/>
            <a:cxnLst/>
            <a:rect l="l" t="t" r="r" b="b"/>
            <a:pathLst>
              <a:path w="4925479" h="3364992">
                <a:moveTo>
                  <a:pt x="749362" y="0"/>
                </a:moveTo>
                <a:lnTo>
                  <a:pt x="4925479" y="0"/>
                </a:lnTo>
                <a:lnTo>
                  <a:pt x="4921868" y="209033"/>
                </a:lnTo>
                <a:cubicBezTo>
                  <a:pt x="4884554" y="1286766"/>
                  <a:pt x="4644496" y="2286187"/>
                  <a:pt x="4256422" y="3127175"/>
                </a:cubicBezTo>
                <a:lnTo>
                  <a:pt x="4134952" y="3364992"/>
                </a:lnTo>
                <a:lnTo>
                  <a:pt x="0" y="3364992"/>
                </a:lnTo>
                <a:lnTo>
                  <a:pt x="79008" y="3202330"/>
                </a:lnTo>
                <a:cubicBezTo>
                  <a:pt x="467082" y="2361343"/>
                  <a:pt x="707140" y="1361922"/>
                  <a:pt x="744454" y="284189"/>
                </a:cubicBezTo>
                <a:close/>
              </a:path>
            </a:pathLst>
          </a:custGeom>
          <a:noFill/>
        </p:spPr>
      </p:pic>
      <p:sp>
        <p:nvSpPr>
          <p:cNvPr id="24578" name="Title 1"/>
          <p:cNvSpPr>
            <a:spLocks noGrp="1"/>
          </p:cNvSpPr>
          <p:nvPr>
            <p:ph type="title"/>
          </p:nvPr>
        </p:nvSpPr>
        <p:spPr>
          <a:xfrm>
            <a:off x="336042" y="685800"/>
            <a:ext cx="2105406" cy="1325563"/>
          </a:xfrm>
        </p:spPr>
        <p:txBody>
          <a:bodyPr>
            <a:normAutofit/>
          </a:bodyPr>
          <a:lstStyle/>
          <a:p>
            <a:r>
              <a:rPr lang="en-US" sz="2400"/>
              <a:t>Robotics</a:t>
            </a:r>
          </a:p>
        </p:txBody>
      </p:sp>
      <p:sp>
        <p:nvSpPr>
          <p:cNvPr id="3" name="Content Placeholder 2"/>
          <p:cNvSpPr>
            <a:spLocks noGrp="1"/>
          </p:cNvSpPr>
          <p:nvPr>
            <p:ph idx="1"/>
          </p:nvPr>
        </p:nvSpPr>
        <p:spPr>
          <a:xfrm>
            <a:off x="336042" y="2258568"/>
            <a:ext cx="2105406" cy="3922776"/>
          </a:xfrm>
        </p:spPr>
        <p:txBody>
          <a:bodyPr>
            <a:normAutofit/>
          </a:bodyPr>
          <a:lstStyle/>
          <a:p>
            <a:pPr>
              <a:buFontTx/>
              <a:buChar char="•"/>
            </a:pPr>
            <a:r>
              <a:rPr lang="en-US" sz="1400" dirty="0"/>
              <a:t>Mars rovers</a:t>
            </a:r>
          </a:p>
          <a:p>
            <a:pPr>
              <a:buFontTx/>
              <a:buChar char="•"/>
            </a:pPr>
            <a:r>
              <a:rPr lang="en-US" sz="1400" dirty="0"/>
              <a:t>Robot soccer</a:t>
            </a:r>
          </a:p>
          <a:p>
            <a:pPr lvl="1"/>
            <a:r>
              <a:rPr lang="en-US" sz="1400" dirty="0">
                <a:hlinkClick r:id="rId6"/>
              </a:rPr>
              <a:t>RoboCup</a:t>
            </a:r>
            <a:endParaRPr lang="en-US" sz="1400" dirty="0"/>
          </a:p>
          <a:p>
            <a:pPr>
              <a:buFontTx/>
              <a:buChar char="•"/>
            </a:pPr>
            <a:r>
              <a:rPr lang="en-US" sz="1400" dirty="0"/>
              <a:t>Autonomous vehicles</a:t>
            </a:r>
          </a:p>
          <a:p>
            <a:pPr lvl="1"/>
            <a:r>
              <a:rPr lang="en-US" sz="1400" dirty="0">
                <a:hlinkClick r:id="rId7"/>
              </a:rPr>
              <a:t>DARPA Grand Challenge</a:t>
            </a:r>
            <a:endParaRPr lang="en-US" sz="1400" dirty="0"/>
          </a:p>
          <a:p>
            <a:pPr lvl="1"/>
            <a:r>
              <a:rPr lang="en-US" sz="1400" dirty="0"/>
              <a:t>Self-driving cars</a:t>
            </a:r>
          </a:p>
          <a:p>
            <a:pPr>
              <a:buFontTx/>
              <a:buChar char="•"/>
            </a:pPr>
            <a:r>
              <a:rPr lang="en-US" sz="1400" dirty="0"/>
              <a:t>Drones</a:t>
            </a:r>
          </a:p>
          <a:p>
            <a:pPr>
              <a:buFontTx/>
              <a:buChar char="•"/>
            </a:pPr>
            <a:r>
              <a:rPr lang="en-US" sz="1400" dirty="0"/>
              <a:t>Personal robotics</a:t>
            </a:r>
          </a:p>
          <a:p>
            <a:pPr lvl="1"/>
            <a:r>
              <a:rPr lang="en-US" sz="1400" dirty="0"/>
              <a:t>Humanoid robots</a:t>
            </a:r>
          </a:p>
          <a:p>
            <a:pPr lvl="1"/>
            <a:r>
              <a:rPr lang="en-US" sz="1400" dirty="0">
                <a:hlinkClick r:id="rId8"/>
              </a:rPr>
              <a:t>Robotic pets</a:t>
            </a:r>
            <a:endParaRPr lang="en-US" sz="1400" dirty="0"/>
          </a:p>
          <a:p>
            <a:pPr lvl="1"/>
            <a:r>
              <a:rPr lang="en-US" sz="1400" dirty="0"/>
              <a:t>Personal assistants?</a:t>
            </a:r>
          </a:p>
        </p:txBody>
      </p:sp>
      <p:pic>
        <p:nvPicPr>
          <p:cNvPr id="169988" name="Picture 4">
            <a:extLst>
              <a:ext uri="{C183D7F6-B498-43B3-948B-1728B52AA6E4}">
                <adec:decorative xmlns:adec="http://schemas.microsoft.com/office/drawing/2017/decorative" val="1"/>
              </a:ext>
            </a:extLst>
          </p:cNvPr>
          <p:cNvPicPr>
            <a:picLocks noChangeAspect="1" noChangeArrowheads="1"/>
          </p:cNvPicPr>
          <p:nvPr/>
        </p:nvPicPr>
        <p:blipFill rotWithShape="1">
          <a:blip r:embed="rId9" cstate="print"/>
          <a:srcRect l="42051" t="388" r="-108" b="-386"/>
          <a:stretch/>
        </p:blipFill>
        <p:spPr bwMode="auto">
          <a:xfrm>
            <a:off x="5553279" y="10"/>
            <a:ext cx="3590721" cy="3401558"/>
          </a:xfrm>
          <a:custGeom>
            <a:avLst/>
            <a:gdLst/>
            <a:ahLst/>
            <a:cxnLst/>
            <a:rect l="l" t="t" r="r" b="b"/>
            <a:pathLst>
              <a:path w="4787628" h="3401568">
                <a:moveTo>
                  <a:pt x="0" y="0"/>
                </a:moveTo>
                <a:lnTo>
                  <a:pt x="4787628" y="0"/>
                </a:lnTo>
                <a:lnTo>
                  <a:pt x="4787628" y="3401568"/>
                </a:lnTo>
                <a:lnTo>
                  <a:pt x="762748" y="3401568"/>
                </a:lnTo>
                <a:lnTo>
                  <a:pt x="751436" y="2963954"/>
                </a:lnTo>
                <a:cubicBezTo>
                  <a:pt x="698408" y="1942163"/>
                  <a:pt x="463174" y="995044"/>
                  <a:pt x="93264" y="192283"/>
                </a:cubicBezTo>
                <a:close/>
              </a:path>
            </a:pathLst>
          </a:custGeom>
          <a:noFill/>
        </p:spPr>
      </p:pic>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33" name="Rectangle 1032">
            <a:extLst>
              <a:ext uri="{FF2B5EF4-FFF2-40B4-BE49-F238E27FC236}">
                <a16:creationId xmlns:a16="http://schemas.microsoft.com/office/drawing/2014/main" id="{F8446B12-7391-4711-8B31-112A0B896C7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9144000" cy="6858000"/>
          </a:xfrm>
          <a:prstGeom prst="rect">
            <a:avLst/>
          </a:prstGeom>
          <a:solidFill>
            <a:schemeClr val="tx1"/>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itle 3">
            <a:extLst>
              <a:ext uri="{FF2B5EF4-FFF2-40B4-BE49-F238E27FC236}">
                <a16:creationId xmlns:a16="http://schemas.microsoft.com/office/drawing/2014/main" id="{1CC1783E-24C7-4CDB-B25F-C1689BC52829}"/>
              </a:ext>
            </a:extLst>
          </p:cNvPr>
          <p:cNvSpPr>
            <a:spLocks noGrp="1"/>
          </p:cNvSpPr>
          <p:nvPr>
            <p:ph type="title"/>
          </p:nvPr>
        </p:nvSpPr>
        <p:spPr>
          <a:xfrm>
            <a:off x="628649" y="4761748"/>
            <a:ext cx="4607719" cy="1400400"/>
          </a:xfrm>
        </p:spPr>
        <p:txBody>
          <a:bodyPr vert="horz" wrap="square" lIns="91440" tIns="45720" rIns="91440" bIns="45720" rtlCol="0" anchor="b">
            <a:normAutofit fontScale="90000"/>
          </a:bodyPr>
          <a:lstStyle/>
          <a:p>
            <a:r>
              <a:rPr lang="en-US" sz="4900" dirty="0">
                <a:solidFill>
                  <a:schemeClr val="bg1"/>
                </a:solidFill>
              </a:rPr>
              <a:t>AI Governance:</a:t>
            </a:r>
            <a:br>
              <a:rPr lang="en-US" sz="4900" dirty="0">
                <a:solidFill>
                  <a:schemeClr val="bg1"/>
                </a:solidFill>
              </a:rPr>
            </a:br>
            <a:r>
              <a:rPr lang="en-US" sz="4900" dirty="0">
                <a:solidFill>
                  <a:schemeClr val="bg1"/>
                </a:solidFill>
              </a:rPr>
              <a:t>Ethics &amp; Safety</a:t>
            </a:r>
          </a:p>
        </p:txBody>
      </p:sp>
      <p:sp>
        <p:nvSpPr>
          <p:cNvPr id="5" name="Text Placeholder 4">
            <a:extLst>
              <a:ext uri="{FF2B5EF4-FFF2-40B4-BE49-F238E27FC236}">
                <a16:creationId xmlns:a16="http://schemas.microsoft.com/office/drawing/2014/main" id="{A59885EF-C58F-47A5-9F1E-68BBF7F27104}"/>
              </a:ext>
            </a:extLst>
          </p:cNvPr>
          <p:cNvSpPr>
            <a:spLocks noGrp="1"/>
          </p:cNvSpPr>
          <p:nvPr>
            <p:ph type="body" idx="1"/>
          </p:nvPr>
        </p:nvSpPr>
        <p:spPr>
          <a:xfrm>
            <a:off x="5894785" y="4953000"/>
            <a:ext cx="2620566" cy="1017896"/>
          </a:xfrm>
        </p:spPr>
        <p:txBody>
          <a:bodyPr vert="horz" lIns="91440" tIns="45720" rIns="91440" bIns="45720" rtlCol="0" anchor="b">
            <a:normAutofit fontScale="92500" lnSpcReduction="20000"/>
          </a:bodyPr>
          <a:lstStyle/>
          <a:p>
            <a:r>
              <a:rPr lang="en-US" sz="2000" dirty="0">
                <a:solidFill>
                  <a:schemeClr val="bg1"/>
                </a:solidFill>
              </a:rPr>
              <a:t>A new Frontier for Fairness and Freedom</a:t>
            </a:r>
            <a:br>
              <a:rPr lang="en-US" sz="2000" dirty="0">
                <a:solidFill>
                  <a:schemeClr val="bg1"/>
                </a:solidFill>
              </a:rPr>
            </a:br>
            <a:r>
              <a:rPr lang="en-US" sz="2000" dirty="0">
                <a:solidFill>
                  <a:schemeClr val="bg1"/>
                </a:solidFill>
              </a:rPr>
              <a:t>AIMA Chapter 27 + online sources</a:t>
            </a:r>
          </a:p>
        </p:txBody>
      </p:sp>
      <p:pic>
        <p:nvPicPr>
          <p:cNvPr id="1028" name="Picture 4">
            <a:extLst>
              <a:ext uri="{FF2B5EF4-FFF2-40B4-BE49-F238E27FC236}">
                <a16:creationId xmlns:a16="http://schemas.microsoft.com/office/drawing/2014/main" id="{38140775-E6BE-4974-B926-69B3CBA46FC0}"/>
              </a:ext>
              <a:ext uri="{C183D7F6-B498-43B3-948B-1728B52AA6E4}">
                <adec:decorative xmlns:adec="http://schemas.microsoft.com/office/drawing/2017/decorative" val="1"/>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t="7919" b="13559"/>
          <a:stretch/>
        </p:blipFill>
        <p:spPr bwMode="auto">
          <a:xfrm>
            <a:off x="20" y="-1"/>
            <a:ext cx="9143980" cy="3984912"/>
          </a:xfrm>
          <a:custGeom>
            <a:avLst/>
            <a:gdLst/>
            <a:ahLst/>
            <a:cxnLst/>
            <a:rect l="l" t="t" r="r" b="b"/>
            <a:pathLst>
              <a:path w="12192000" h="3984912">
                <a:moveTo>
                  <a:pt x="0" y="0"/>
                </a:moveTo>
                <a:lnTo>
                  <a:pt x="12192000" y="0"/>
                </a:lnTo>
                <a:lnTo>
                  <a:pt x="12192000" y="566059"/>
                </a:lnTo>
                <a:lnTo>
                  <a:pt x="12192000" y="794037"/>
                </a:lnTo>
                <a:lnTo>
                  <a:pt x="12192000" y="2336800"/>
                </a:lnTo>
                <a:lnTo>
                  <a:pt x="12192000" y="2631227"/>
                </a:lnTo>
                <a:lnTo>
                  <a:pt x="12192000" y="3908712"/>
                </a:lnTo>
                <a:lnTo>
                  <a:pt x="9439275" y="3984912"/>
                </a:lnTo>
                <a:lnTo>
                  <a:pt x="5572127" y="3737262"/>
                </a:lnTo>
                <a:lnTo>
                  <a:pt x="0" y="3908712"/>
                </a:lnTo>
                <a:lnTo>
                  <a:pt x="0" y="2631227"/>
                </a:lnTo>
                <a:lnTo>
                  <a:pt x="0" y="2336800"/>
                </a:lnTo>
                <a:lnTo>
                  <a:pt x="0" y="794037"/>
                </a:lnTo>
                <a:lnTo>
                  <a:pt x="0" y="566059"/>
                </a:lnTo>
                <a:close/>
              </a:path>
            </a:pathLst>
          </a:custGeom>
          <a:noFill/>
          <a:extLst>
            <a:ext uri="{909E8E84-426E-40DD-AFC4-6F175D3DCCD1}">
              <a14:hiddenFill xmlns:a14="http://schemas.microsoft.com/office/drawing/2010/main">
                <a:solidFill>
                  <a:srgbClr val="FFFFFF"/>
                </a:solidFill>
              </a14:hiddenFill>
            </a:ext>
          </a:extLst>
        </p:spPr>
      </p:pic>
      <p:grpSp>
        <p:nvGrpSpPr>
          <p:cNvPr id="1035" name="Group 1034">
            <a:extLst>
              <a:ext uri="{FF2B5EF4-FFF2-40B4-BE49-F238E27FC236}">
                <a16:creationId xmlns:a16="http://schemas.microsoft.com/office/drawing/2014/main" id="{AC0B7807-0C83-4963-821A-69B172722E4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0" y="3528992"/>
            <a:ext cx="9144000" cy="757168"/>
            <a:chOff x="0" y="2959818"/>
            <a:chExt cx="12192000" cy="757168"/>
          </a:xfrm>
        </p:grpSpPr>
        <p:sp>
          <p:nvSpPr>
            <p:cNvPr id="1036" name="Freeform: Shape 1035">
              <a:extLst>
                <a:ext uri="{FF2B5EF4-FFF2-40B4-BE49-F238E27FC236}">
                  <a16:creationId xmlns:a16="http://schemas.microsoft.com/office/drawing/2014/main" id="{BB027EC7-3252-48A2-A7A4-1741F72E471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0" y="2959818"/>
              <a:ext cx="12192000" cy="757168"/>
            </a:xfrm>
            <a:custGeom>
              <a:avLst/>
              <a:gdLst>
                <a:gd name="connsiteX0" fmla="*/ 0 w 12192000"/>
                <a:gd name="connsiteY0" fmla="*/ 0 h 757168"/>
                <a:gd name="connsiteX1" fmla="*/ 41653 w 12192000"/>
                <a:gd name="connsiteY1" fmla="*/ 6945 h 757168"/>
                <a:gd name="connsiteX2" fmla="*/ 81317 w 12192000"/>
                <a:gd name="connsiteY2" fmla="*/ 15509 h 757168"/>
                <a:gd name="connsiteX3" fmla="*/ 114150 w 12192000"/>
                <a:gd name="connsiteY3" fmla="*/ 28105 h 757168"/>
                <a:gd name="connsiteX4" fmla="*/ 214865 w 12192000"/>
                <a:gd name="connsiteY4" fmla="*/ 58374 h 757168"/>
                <a:gd name="connsiteX5" fmla="*/ 299237 w 12192000"/>
                <a:gd name="connsiteY5" fmla="*/ 63560 h 757168"/>
                <a:gd name="connsiteX6" fmla="*/ 415570 w 12192000"/>
                <a:gd name="connsiteY6" fmla="*/ 83774 h 757168"/>
                <a:gd name="connsiteX7" fmla="*/ 633210 w 12192000"/>
                <a:gd name="connsiteY7" fmla="*/ 109108 h 757168"/>
                <a:gd name="connsiteX8" fmla="*/ 677567 w 12192000"/>
                <a:gd name="connsiteY8" fmla="*/ 119446 h 757168"/>
                <a:gd name="connsiteX9" fmla="*/ 946429 w 12192000"/>
                <a:gd name="connsiteY9" fmla="*/ 171502 h 757168"/>
                <a:gd name="connsiteX10" fmla="*/ 1163367 w 12192000"/>
                <a:gd name="connsiteY10" fmla="*/ 182106 h 757168"/>
                <a:gd name="connsiteX11" fmla="*/ 1180337 w 12192000"/>
                <a:gd name="connsiteY11" fmla="*/ 181279 h 757168"/>
                <a:gd name="connsiteX12" fmla="*/ 1263939 w 12192000"/>
                <a:gd name="connsiteY12" fmla="*/ 173070 h 757168"/>
                <a:gd name="connsiteX13" fmla="*/ 1392213 w 12192000"/>
                <a:gd name="connsiteY13" fmla="*/ 183225 h 757168"/>
                <a:gd name="connsiteX14" fmla="*/ 1479752 w 12192000"/>
                <a:gd name="connsiteY14" fmla="*/ 205174 h 757168"/>
                <a:gd name="connsiteX15" fmla="*/ 1589813 w 12192000"/>
                <a:gd name="connsiteY15" fmla="*/ 211706 h 757168"/>
                <a:gd name="connsiteX16" fmla="*/ 1716264 w 12192000"/>
                <a:gd name="connsiteY16" fmla="*/ 207459 h 757168"/>
                <a:gd name="connsiteX17" fmla="*/ 1772900 w 12192000"/>
                <a:gd name="connsiteY17" fmla="*/ 208137 h 757168"/>
                <a:gd name="connsiteX18" fmla="*/ 1929319 w 12192000"/>
                <a:gd name="connsiteY18" fmla="*/ 193822 h 757168"/>
                <a:gd name="connsiteX19" fmla="*/ 2021514 w 12192000"/>
                <a:gd name="connsiteY19" fmla="*/ 204186 h 757168"/>
                <a:gd name="connsiteX20" fmla="*/ 2111753 w 12192000"/>
                <a:gd name="connsiteY20" fmla="*/ 223797 h 757168"/>
                <a:gd name="connsiteX21" fmla="*/ 2169356 w 12192000"/>
                <a:gd name="connsiteY21" fmla="*/ 241125 h 757168"/>
                <a:gd name="connsiteX22" fmla="*/ 2286638 w 12192000"/>
                <a:gd name="connsiteY22" fmla="*/ 257382 h 757168"/>
                <a:gd name="connsiteX23" fmla="*/ 2308368 w 12192000"/>
                <a:gd name="connsiteY23" fmla="*/ 256995 h 757168"/>
                <a:gd name="connsiteX24" fmla="*/ 2660621 w 12192000"/>
                <a:gd name="connsiteY24" fmla="*/ 262863 h 757168"/>
                <a:gd name="connsiteX25" fmla="*/ 2801134 w 12192000"/>
                <a:gd name="connsiteY25" fmla="*/ 250006 h 757168"/>
                <a:gd name="connsiteX26" fmla="*/ 2830994 w 12192000"/>
                <a:gd name="connsiteY26" fmla="*/ 249091 h 757168"/>
                <a:gd name="connsiteX27" fmla="*/ 3129084 w 12192000"/>
                <a:gd name="connsiteY27" fmla="*/ 242009 h 757168"/>
                <a:gd name="connsiteX28" fmla="*/ 3162162 w 12192000"/>
                <a:gd name="connsiteY28" fmla="*/ 242789 h 757168"/>
                <a:gd name="connsiteX29" fmla="*/ 3254072 w 12192000"/>
                <a:gd name="connsiteY29" fmla="*/ 251612 h 757168"/>
                <a:gd name="connsiteX30" fmla="*/ 3473491 w 12192000"/>
                <a:gd name="connsiteY30" fmla="*/ 221903 h 757168"/>
                <a:gd name="connsiteX31" fmla="*/ 3691860 w 12192000"/>
                <a:gd name="connsiteY31" fmla="*/ 219228 h 757168"/>
                <a:gd name="connsiteX32" fmla="*/ 3811494 w 12192000"/>
                <a:gd name="connsiteY32" fmla="*/ 225691 h 757168"/>
                <a:gd name="connsiteX33" fmla="*/ 3897533 w 12192000"/>
                <a:gd name="connsiteY33" fmla="*/ 220087 h 757168"/>
                <a:gd name="connsiteX34" fmla="*/ 4109430 w 12192000"/>
                <a:gd name="connsiteY34" fmla="*/ 200477 h 757168"/>
                <a:gd name="connsiteX35" fmla="*/ 4208772 w 12192000"/>
                <a:gd name="connsiteY35" fmla="*/ 200914 h 757168"/>
                <a:gd name="connsiteX36" fmla="*/ 4314641 w 12192000"/>
                <a:gd name="connsiteY36" fmla="*/ 196159 h 757168"/>
                <a:gd name="connsiteX37" fmla="*/ 4577622 w 12192000"/>
                <a:gd name="connsiteY37" fmla="*/ 163774 h 757168"/>
                <a:gd name="connsiteX38" fmla="*/ 4790345 w 12192000"/>
                <a:gd name="connsiteY38" fmla="*/ 177592 h 757168"/>
                <a:gd name="connsiteX39" fmla="*/ 4926164 w 12192000"/>
                <a:gd name="connsiteY39" fmla="*/ 184139 h 757168"/>
                <a:gd name="connsiteX40" fmla="*/ 5088812 w 12192000"/>
                <a:gd name="connsiteY40" fmla="*/ 177401 h 757168"/>
                <a:gd name="connsiteX41" fmla="*/ 5222466 w 12192000"/>
                <a:gd name="connsiteY41" fmla="*/ 162082 h 757168"/>
                <a:gd name="connsiteX42" fmla="*/ 5406528 w 12192000"/>
                <a:gd name="connsiteY42" fmla="*/ 153987 h 757168"/>
                <a:gd name="connsiteX43" fmla="*/ 5590716 w 12192000"/>
                <a:gd name="connsiteY43" fmla="*/ 129490 h 757168"/>
                <a:gd name="connsiteX44" fmla="*/ 5719429 w 12192000"/>
                <a:gd name="connsiteY44" fmla="*/ 110099 h 757168"/>
                <a:gd name="connsiteX45" fmla="*/ 5897895 w 12192000"/>
                <a:gd name="connsiteY45" fmla="*/ 96368 h 757168"/>
                <a:gd name="connsiteX46" fmla="*/ 6169957 w 12192000"/>
                <a:gd name="connsiteY46" fmla="*/ 94411 h 757168"/>
                <a:gd name="connsiteX47" fmla="*/ 6294827 w 12192000"/>
                <a:gd name="connsiteY47" fmla="*/ 99236 h 757168"/>
                <a:gd name="connsiteX48" fmla="*/ 6494261 w 12192000"/>
                <a:gd name="connsiteY48" fmla="*/ 71724 h 757168"/>
                <a:gd name="connsiteX49" fmla="*/ 6579627 w 12192000"/>
                <a:gd name="connsiteY49" fmla="*/ 57883 h 757168"/>
                <a:gd name="connsiteX50" fmla="*/ 6654800 w 12192000"/>
                <a:gd name="connsiteY50" fmla="*/ 77086 h 757168"/>
                <a:gd name="connsiteX51" fmla="*/ 6703059 w 12192000"/>
                <a:gd name="connsiteY51" fmla="*/ 97166 h 757168"/>
                <a:gd name="connsiteX52" fmla="*/ 6859445 w 12192000"/>
                <a:gd name="connsiteY52" fmla="*/ 90481 h 757168"/>
                <a:gd name="connsiteX53" fmla="*/ 7025414 w 12192000"/>
                <a:gd name="connsiteY53" fmla="*/ 83536 h 757168"/>
                <a:gd name="connsiteX54" fmla="*/ 7144137 w 12192000"/>
                <a:gd name="connsiteY54" fmla="*/ 79264 h 757168"/>
                <a:gd name="connsiteX55" fmla="*/ 7291235 w 12192000"/>
                <a:gd name="connsiteY55" fmla="*/ 95367 h 757168"/>
                <a:gd name="connsiteX56" fmla="*/ 7407395 w 12192000"/>
                <a:gd name="connsiteY56" fmla="*/ 104888 h 757168"/>
                <a:gd name="connsiteX57" fmla="*/ 7500837 w 12192000"/>
                <a:gd name="connsiteY57" fmla="*/ 119515 h 757168"/>
                <a:gd name="connsiteX58" fmla="*/ 7533567 w 12192000"/>
                <a:gd name="connsiteY58" fmla="*/ 126955 h 757168"/>
                <a:gd name="connsiteX59" fmla="*/ 7792910 w 12192000"/>
                <a:gd name="connsiteY59" fmla="*/ 185188 h 757168"/>
                <a:gd name="connsiteX60" fmla="*/ 8070699 w 12192000"/>
                <a:gd name="connsiteY60" fmla="*/ 235423 h 757168"/>
                <a:gd name="connsiteX61" fmla="*/ 8253177 w 12192000"/>
                <a:gd name="connsiteY61" fmla="*/ 222473 h 757168"/>
                <a:gd name="connsiteX62" fmla="*/ 8320683 w 12192000"/>
                <a:gd name="connsiteY62" fmla="*/ 226393 h 757168"/>
                <a:gd name="connsiteX63" fmla="*/ 8631438 w 12192000"/>
                <a:gd name="connsiteY63" fmla="*/ 237528 h 757168"/>
                <a:gd name="connsiteX64" fmla="*/ 8686410 w 12192000"/>
                <a:gd name="connsiteY64" fmla="*/ 234877 h 757168"/>
                <a:gd name="connsiteX65" fmla="*/ 8980658 w 12192000"/>
                <a:gd name="connsiteY65" fmla="*/ 273001 h 757168"/>
                <a:gd name="connsiteX66" fmla="*/ 9087625 w 12192000"/>
                <a:gd name="connsiteY66" fmla="*/ 282423 h 757168"/>
                <a:gd name="connsiteX67" fmla="*/ 9186017 w 12192000"/>
                <a:gd name="connsiteY67" fmla="*/ 293875 h 757168"/>
                <a:gd name="connsiteX68" fmla="*/ 9323931 w 12192000"/>
                <a:gd name="connsiteY68" fmla="*/ 302628 h 757168"/>
                <a:gd name="connsiteX69" fmla="*/ 9467213 w 12192000"/>
                <a:gd name="connsiteY69" fmla="*/ 307275 h 757168"/>
                <a:gd name="connsiteX70" fmla="*/ 9626826 w 12192000"/>
                <a:gd name="connsiteY70" fmla="*/ 316213 h 757168"/>
                <a:gd name="connsiteX71" fmla="*/ 9689696 w 12192000"/>
                <a:gd name="connsiteY71" fmla="*/ 324467 h 757168"/>
                <a:gd name="connsiteX72" fmla="*/ 9860526 w 12192000"/>
                <a:gd name="connsiteY72" fmla="*/ 329986 h 757168"/>
                <a:gd name="connsiteX73" fmla="*/ 9949775 w 12192000"/>
                <a:gd name="connsiteY73" fmla="*/ 340386 h 757168"/>
                <a:gd name="connsiteX74" fmla="*/ 10097252 w 12192000"/>
                <a:gd name="connsiteY74" fmla="*/ 349262 h 757168"/>
                <a:gd name="connsiteX75" fmla="*/ 10145261 w 12192000"/>
                <a:gd name="connsiteY75" fmla="*/ 353113 h 757168"/>
                <a:gd name="connsiteX76" fmla="*/ 10188159 w 12192000"/>
                <a:gd name="connsiteY76" fmla="*/ 356124 h 757168"/>
                <a:gd name="connsiteX77" fmla="*/ 10336144 w 12192000"/>
                <a:gd name="connsiteY77" fmla="*/ 348235 h 757168"/>
                <a:gd name="connsiteX78" fmla="*/ 10466847 w 12192000"/>
                <a:gd name="connsiteY78" fmla="*/ 354131 h 757168"/>
                <a:gd name="connsiteX79" fmla="*/ 10696514 w 12192000"/>
                <a:gd name="connsiteY79" fmla="*/ 353575 h 757168"/>
                <a:gd name="connsiteX80" fmla="*/ 10746932 w 12192000"/>
                <a:gd name="connsiteY80" fmla="*/ 360606 h 757168"/>
                <a:gd name="connsiteX81" fmla="*/ 10905388 w 12192000"/>
                <a:gd name="connsiteY81" fmla="*/ 370627 h 757168"/>
                <a:gd name="connsiteX82" fmla="*/ 10995602 w 12192000"/>
                <a:gd name="connsiteY82" fmla="*/ 376691 h 757168"/>
                <a:gd name="connsiteX83" fmla="*/ 11107647 w 12192000"/>
                <a:gd name="connsiteY83" fmla="*/ 373405 h 757168"/>
                <a:gd name="connsiteX84" fmla="*/ 11302440 w 12192000"/>
                <a:gd name="connsiteY84" fmla="*/ 364156 h 757168"/>
                <a:gd name="connsiteX85" fmla="*/ 11353613 w 12192000"/>
                <a:gd name="connsiteY85" fmla="*/ 363785 h 757168"/>
                <a:gd name="connsiteX86" fmla="*/ 11447323 w 12192000"/>
                <a:gd name="connsiteY86" fmla="*/ 359346 h 757168"/>
                <a:gd name="connsiteX87" fmla="*/ 11464292 w 12192000"/>
                <a:gd name="connsiteY87" fmla="*/ 358519 h 757168"/>
                <a:gd name="connsiteX88" fmla="*/ 11607560 w 12192000"/>
                <a:gd name="connsiteY88" fmla="*/ 342370 h 757168"/>
                <a:gd name="connsiteX89" fmla="*/ 11681426 w 12192000"/>
                <a:gd name="connsiteY89" fmla="*/ 344335 h 757168"/>
                <a:gd name="connsiteX90" fmla="*/ 11893565 w 12192000"/>
                <a:gd name="connsiteY90" fmla="*/ 355261 h 757168"/>
                <a:gd name="connsiteX91" fmla="*/ 11983290 w 12192000"/>
                <a:gd name="connsiteY91" fmla="*/ 363588 h 757168"/>
                <a:gd name="connsiteX92" fmla="*/ 12192000 w 12192000"/>
                <a:gd name="connsiteY92" fmla="*/ 388018 h 757168"/>
                <a:gd name="connsiteX93" fmla="*/ 12192000 w 12192000"/>
                <a:gd name="connsiteY93" fmla="*/ 577115 h 757168"/>
                <a:gd name="connsiteX94" fmla="*/ 12157329 w 12192000"/>
                <a:gd name="connsiteY94" fmla="*/ 588862 h 757168"/>
                <a:gd name="connsiteX95" fmla="*/ 12066948 w 12192000"/>
                <a:gd name="connsiteY95" fmla="*/ 586034 h 757168"/>
                <a:gd name="connsiteX96" fmla="*/ 11911344 w 12192000"/>
                <a:gd name="connsiteY96" fmla="*/ 521599 h 757168"/>
                <a:gd name="connsiteX97" fmla="*/ 11847823 w 12192000"/>
                <a:gd name="connsiteY97" fmla="*/ 511785 h 757168"/>
                <a:gd name="connsiteX98" fmla="*/ 11737547 w 12192000"/>
                <a:gd name="connsiteY98" fmla="*/ 502380 h 757168"/>
                <a:gd name="connsiteX99" fmla="*/ 11636052 w 12192000"/>
                <a:gd name="connsiteY99" fmla="*/ 514993 h 757168"/>
                <a:gd name="connsiteX100" fmla="*/ 11394706 w 12192000"/>
                <a:gd name="connsiteY100" fmla="*/ 590867 h 757168"/>
                <a:gd name="connsiteX101" fmla="*/ 11354978 w 12192000"/>
                <a:gd name="connsiteY101" fmla="*/ 597561 h 757168"/>
                <a:gd name="connsiteX102" fmla="*/ 11285306 w 12192000"/>
                <a:gd name="connsiteY102" fmla="*/ 599825 h 757168"/>
                <a:gd name="connsiteX103" fmla="*/ 11008528 w 12192000"/>
                <a:gd name="connsiteY103" fmla="*/ 656670 h 757168"/>
                <a:gd name="connsiteX104" fmla="*/ 10948735 w 12192000"/>
                <a:gd name="connsiteY104" fmla="*/ 652964 h 757168"/>
                <a:gd name="connsiteX105" fmla="*/ 10850698 w 12192000"/>
                <a:gd name="connsiteY105" fmla="*/ 641721 h 757168"/>
                <a:gd name="connsiteX106" fmla="*/ 10744026 w 12192000"/>
                <a:gd name="connsiteY106" fmla="*/ 647769 h 757168"/>
                <a:gd name="connsiteX107" fmla="*/ 10666160 w 12192000"/>
                <a:gd name="connsiteY107" fmla="*/ 651891 h 757168"/>
                <a:gd name="connsiteX108" fmla="*/ 10450521 w 12192000"/>
                <a:gd name="connsiteY108" fmla="*/ 616552 h 757168"/>
                <a:gd name="connsiteX109" fmla="*/ 10271192 w 12192000"/>
                <a:gd name="connsiteY109" fmla="*/ 583498 h 757168"/>
                <a:gd name="connsiteX110" fmla="*/ 10246067 w 12192000"/>
                <a:gd name="connsiteY110" fmla="*/ 585423 h 757168"/>
                <a:gd name="connsiteX111" fmla="*/ 10005027 w 12192000"/>
                <a:gd name="connsiteY111" fmla="*/ 592252 h 757168"/>
                <a:gd name="connsiteX112" fmla="*/ 9898681 w 12192000"/>
                <a:gd name="connsiteY112" fmla="*/ 613195 h 757168"/>
                <a:gd name="connsiteX113" fmla="*/ 9753225 w 12192000"/>
                <a:gd name="connsiteY113" fmla="*/ 629038 h 757168"/>
                <a:gd name="connsiteX114" fmla="*/ 9591376 w 12192000"/>
                <a:gd name="connsiteY114" fmla="*/ 648601 h 757168"/>
                <a:gd name="connsiteX115" fmla="*/ 9472860 w 12192000"/>
                <a:gd name="connsiteY115" fmla="*/ 655936 h 757168"/>
                <a:gd name="connsiteX116" fmla="*/ 9299788 w 12192000"/>
                <a:gd name="connsiteY116" fmla="*/ 636945 h 757168"/>
                <a:gd name="connsiteX117" fmla="*/ 9264605 w 12192000"/>
                <a:gd name="connsiteY117" fmla="*/ 627087 h 757168"/>
                <a:gd name="connsiteX118" fmla="*/ 8926435 w 12192000"/>
                <a:gd name="connsiteY118" fmla="*/ 549269 h 757168"/>
                <a:gd name="connsiteX119" fmla="*/ 8698934 w 12192000"/>
                <a:gd name="connsiteY119" fmla="*/ 536583 h 757168"/>
                <a:gd name="connsiteX120" fmla="*/ 8622862 w 12192000"/>
                <a:gd name="connsiteY120" fmla="*/ 541563 h 757168"/>
                <a:gd name="connsiteX121" fmla="*/ 8482784 w 12192000"/>
                <a:gd name="connsiteY121" fmla="*/ 574094 h 757168"/>
                <a:gd name="connsiteX122" fmla="*/ 8421565 w 12192000"/>
                <a:gd name="connsiteY122" fmla="*/ 576610 h 757168"/>
                <a:gd name="connsiteX123" fmla="*/ 8313469 w 12192000"/>
                <a:gd name="connsiteY123" fmla="*/ 574762 h 757168"/>
                <a:gd name="connsiteX124" fmla="*/ 8079520 w 12192000"/>
                <a:gd name="connsiteY124" fmla="*/ 558685 h 757168"/>
                <a:gd name="connsiteX125" fmla="*/ 7773327 w 12192000"/>
                <a:gd name="connsiteY125" fmla="*/ 558854 h 757168"/>
                <a:gd name="connsiteX126" fmla="*/ 7652477 w 12192000"/>
                <a:gd name="connsiteY126" fmla="*/ 547561 h 757168"/>
                <a:gd name="connsiteX127" fmla="*/ 7522274 w 12192000"/>
                <a:gd name="connsiteY127" fmla="*/ 532150 h 757168"/>
                <a:gd name="connsiteX128" fmla="*/ 7484080 w 12192000"/>
                <a:gd name="connsiteY128" fmla="*/ 530532 h 757168"/>
                <a:gd name="connsiteX129" fmla="*/ 7282277 w 12192000"/>
                <a:gd name="connsiteY129" fmla="*/ 540177 h 757168"/>
                <a:gd name="connsiteX130" fmla="*/ 7235690 w 12192000"/>
                <a:gd name="connsiteY130" fmla="*/ 551282 h 757168"/>
                <a:gd name="connsiteX131" fmla="*/ 7116339 w 12192000"/>
                <a:gd name="connsiteY131" fmla="*/ 539494 h 757168"/>
                <a:gd name="connsiteX132" fmla="*/ 7011067 w 12192000"/>
                <a:gd name="connsiteY132" fmla="*/ 511848 h 757168"/>
                <a:gd name="connsiteX133" fmla="*/ 6403234 w 12192000"/>
                <a:gd name="connsiteY133" fmla="*/ 432296 h 757168"/>
                <a:gd name="connsiteX134" fmla="*/ 6036273 w 12192000"/>
                <a:gd name="connsiteY134" fmla="*/ 412301 h 757168"/>
                <a:gd name="connsiteX135" fmla="*/ 5780467 w 12192000"/>
                <a:gd name="connsiteY135" fmla="*/ 377910 h 757168"/>
                <a:gd name="connsiteX136" fmla="*/ 5739051 w 12192000"/>
                <a:gd name="connsiteY136" fmla="*/ 353609 h 757168"/>
                <a:gd name="connsiteX137" fmla="*/ 5583566 w 12192000"/>
                <a:gd name="connsiteY137" fmla="*/ 321995 h 757168"/>
                <a:gd name="connsiteX138" fmla="*/ 5432030 w 12192000"/>
                <a:gd name="connsiteY138" fmla="*/ 362512 h 757168"/>
                <a:gd name="connsiteX139" fmla="*/ 5241398 w 12192000"/>
                <a:gd name="connsiteY139" fmla="*/ 425781 h 757168"/>
                <a:gd name="connsiteX140" fmla="*/ 5139710 w 12192000"/>
                <a:gd name="connsiteY140" fmla="*/ 421022 h 757168"/>
                <a:gd name="connsiteX141" fmla="*/ 4929402 w 12192000"/>
                <a:gd name="connsiteY141" fmla="*/ 424310 h 757168"/>
                <a:gd name="connsiteX142" fmla="*/ 4782793 w 12192000"/>
                <a:gd name="connsiteY142" fmla="*/ 441046 h 757168"/>
                <a:gd name="connsiteX143" fmla="*/ 4577594 w 12192000"/>
                <a:gd name="connsiteY143" fmla="*/ 459290 h 757168"/>
                <a:gd name="connsiteX144" fmla="*/ 4500826 w 12192000"/>
                <a:gd name="connsiteY144" fmla="*/ 470529 h 757168"/>
                <a:gd name="connsiteX145" fmla="*/ 4317973 w 12192000"/>
                <a:gd name="connsiteY145" fmla="*/ 483649 h 757168"/>
                <a:gd name="connsiteX146" fmla="*/ 4166722 w 12192000"/>
                <a:gd name="connsiteY146" fmla="*/ 490602 h 757168"/>
                <a:gd name="connsiteX147" fmla="*/ 4042814 w 12192000"/>
                <a:gd name="connsiteY147" fmla="*/ 530660 h 757168"/>
                <a:gd name="connsiteX148" fmla="*/ 4002653 w 12192000"/>
                <a:gd name="connsiteY148" fmla="*/ 552594 h 757168"/>
                <a:gd name="connsiteX149" fmla="*/ 3969549 w 12192000"/>
                <a:gd name="connsiteY149" fmla="*/ 566312 h 757168"/>
                <a:gd name="connsiteX150" fmla="*/ 3821685 w 12192000"/>
                <a:gd name="connsiteY150" fmla="*/ 649183 h 757168"/>
                <a:gd name="connsiteX151" fmla="*/ 3805138 w 12192000"/>
                <a:gd name="connsiteY151" fmla="*/ 655947 h 757168"/>
                <a:gd name="connsiteX152" fmla="*/ 3609177 w 12192000"/>
                <a:gd name="connsiteY152" fmla="*/ 687459 h 757168"/>
                <a:gd name="connsiteX153" fmla="*/ 3539727 w 12192000"/>
                <a:gd name="connsiteY153" fmla="*/ 706521 h 757168"/>
                <a:gd name="connsiteX154" fmla="*/ 3396572 w 12192000"/>
                <a:gd name="connsiteY154" fmla="*/ 755681 h 757168"/>
                <a:gd name="connsiteX155" fmla="*/ 3341054 w 12192000"/>
                <a:gd name="connsiteY155" fmla="*/ 754679 h 757168"/>
                <a:gd name="connsiteX156" fmla="*/ 3138775 w 12192000"/>
                <a:gd name="connsiteY156" fmla="*/ 710120 h 757168"/>
                <a:gd name="connsiteX157" fmla="*/ 3037283 w 12192000"/>
                <a:gd name="connsiteY157" fmla="*/ 666453 h 757168"/>
                <a:gd name="connsiteX158" fmla="*/ 3002117 w 12192000"/>
                <a:gd name="connsiteY158" fmla="*/ 649347 h 757168"/>
                <a:gd name="connsiteX159" fmla="*/ 2747294 w 12192000"/>
                <a:gd name="connsiteY159" fmla="*/ 652400 h 757168"/>
                <a:gd name="connsiteX160" fmla="*/ 2676273 w 12192000"/>
                <a:gd name="connsiteY160" fmla="*/ 652304 h 757168"/>
                <a:gd name="connsiteX161" fmla="*/ 2432360 w 12192000"/>
                <a:gd name="connsiteY161" fmla="*/ 657836 h 757168"/>
                <a:gd name="connsiteX162" fmla="*/ 2382311 w 12192000"/>
                <a:gd name="connsiteY162" fmla="*/ 650824 h 757168"/>
                <a:gd name="connsiteX163" fmla="*/ 2055134 w 12192000"/>
                <a:gd name="connsiteY163" fmla="*/ 630053 h 757168"/>
                <a:gd name="connsiteX164" fmla="*/ 2031829 w 12192000"/>
                <a:gd name="connsiteY164" fmla="*/ 639324 h 757168"/>
                <a:gd name="connsiteX165" fmla="*/ 1912764 w 12192000"/>
                <a:gd name="connsiteY165" fmla="*/ 664183 h 757168"/>
                <a:gd name="connsiteX166" fmla="*/ 1755637 w 12192000"/>
                <a:gd name="connsiteY166" fmla="*/ 663960 h 757168"/>
                <a:gd name="connsiteX167" fmla="*/ 1727159 w 12192000"/>
                <a:gd name="connsiteY167" fmla="*/ 659605 h 757168"/>
                <a:gd name="connsiteX168" fmla="*/ 1622470 w 12192000"/>
                <a:gd name="connsiteY168" fmla="*/ 634850 h 757168"/>
                <a:gd name="connsiteX169" fmla="*/ 1385955 w 12192000"/>
                <a:gd name="connsiteY169" fmla="*/ 604522 h 757168"/>
                <a:gd name="connsiteX170" fmla="*/ 1340055 w 12192000"/>
                <a:gd name="connsiteY170" fmla="*/ 595629 h 757168"/>
                <a:gd name="connsiteX171" fmla="*/ 1257271 w 12192000"/>
                <a:gd name="connsiteY171" fmla="*/ 581180 h 757168"/>
                <a:gd name="connsiteX172" fmla="*/ 1031914 w 12192000"/>
                <a:gd name="connsiteY172" fmla="*/ 562692 h 757168"/>
                <a:gd name="connsiteX173" fmla="*/ 922031 w 12192000"/>
                <a:gd name="connsiteY173" fmla="*/ 566853 h 757168"/>
                <a:gd name="connsiteX174" fmla="*/ 873250 w 12192000"/>
                <a:gd name="connsiteY174" fmla="*/ 563724 h 757168"/>
                <a:gd name="connsiteX175" fmla="*/ 711627 w 12192000"/>
                <a:gd name="connsiteY175" fmla="*/ 529880 h 757168"/>
                <a:gd name="connsiteX176" fmla="*/ 311112 w 12192000"/>
                <a:gd name="connsiteY176" fmla="*/ 525106 h 757168"/>
                <a:gd name="connsiteX177" fmla="*/ 184145 w 12192000"/>
                <a:gd name="connsiteY177" fmla="*/ 532188 h 757168"/>
                <a:gd name="connsiteX178" fmla="*/ 116886 w 12192000"/>
                <a:gd name="connsiteY178" fmla="*/ 530572 h 757168"/>
                <a:gd name="connsiteX179" fmla="*/ 23941 w 12192000"/>
                <a:gd name="connsiteY179" fmla="*/ 506433 h 757168"/>
                <a:gd name="connsiteX180" fmla="*/ 0 w 12192000"/>
                <a:gd name="connsiteY180" fmla="*/ 502149 h 75716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Lst>
              <a:rect l="l" t="t" r="r" b="b"/>
              <a:pathLst>
                <a:path w="12192000" h="757168">
                  <a:moveTo>
                    <a:pt x="0" y="0"/>
                  </a:moveTo>
                  <a:lnTo>
                    <a:pt x="41653" y="6945"/>
                  </a:lnTo>
                  <a:cubicBezTo>
                    <a:pt x="55151" y="9178"/>
                    <a:pt x="68996" y="11810"/>
                    <a:pt x="81317" y="15509"/>
                  </a:cubicBezTo>
                  <a:cubicBezTo>
                    <a:pt x="92911" y="18978"/>
                    <a:pt x="102562" y="24446"/>
                    <a:pt x="114150" y="28105"/>
                  </a:cubicBezTo>
                  <a:cubicBezTo>
                    <a:pt x="145644" y="37958"/>
                    <a:pt x="177914" y="47281"/>
                    <a:pt x="214865" y="58374"/>
                  </a:cubicBezTo>
                  <a:cubicBezTo>
                    <a:pt x="236680" y="42349"/>
                    <a:pt x="264438" y="53534"/>
                    <a:pt x="299237" y="63560"/>
                  </a:cubicBezTo>
                  <a:cubicBezTo>
                    <a:pt x="334763" y="73816"/>
                    <a:pt x="376093" y="78654"/>
                    <a:pt x="415570" y="83774"/>
                  </a:cubicBezTo>
                  <a:cubicBezTo>
                    <a:pt x="487949" y="93100"/>
                    <a:pt x="560804" y="100354"/>
                    <a:pt x="633210" y="109108"/>
                  </a:cubicBezTo>
                  <a:cubicBezTo>
                    <a:pt x="648566" y="111058"/>
                    <a:pt x="666073" y="114072"/>
                    <a:pt x="677567" y="119446"/>
                  </a:cubicBezTo>
                  <a:cubicBezTo>
                    <a:pt x="756262" y="155621"/>
                    <a:pt x="853422" y="169678"/>
                    <a:pt x="946429" y="171502"/>
                  </a:cubicBezTo>
                  <a:cubicBezTo>
                    <a:pt x="1019582" y="173044"/>
                    <a:pt x="1091239" y="175083"/>
                    <a:pt x="1163367" y="182106"/>
                  </a:cubicBezTo>
                  <a:cubicBezTo>
                    <a:pt x="1168863" y="182586"/>
                    <a:pt x="1176224" y="182589"/>
                    <a:pt x="1180337" y="181279"/>
                  </a:cubicBezTo>
                  <a:cubicBezTo>
                    <a:pt x="1205822" y="172503"/>
                    <a:pt x="1231920" y="173109"/>
                    <a:pt x="1263939" y="173070"/>
                  </a:cubicBezTo>
                  <a:cubicBezTo>
                    <a:pt x="1309211" y="172961"/>
                    <a:pt x="1350592" y="176848"/>
                    <a:pt x="1392213" y="183225"/>
                  </a:cubicBezTo>
                  <a:cubicBezTo>
                    <a:pt x="1422516" y="187866"/>
                    <a:pt x="1453010" y="195759"/>
                    <a:pt x="1479752" y="205174"/>
                  </a:cubicBezTo>
                  <a:cubicBezTo>
                    <a:pt x="1516962" y="218381"/>
                    <a:pt x="1553071" y="224660"/>
                    <a:pt x="1589813" y="211706"/>
                  </a:cubicBezTo>
                  <a:cubicBezTo>
                    <a:pt x="1629541" y="197953"/>
                    <a:pt x="1673292" y="205778"/>
                    <a:pt x="1716264" y="207459"/>
                  </a:cubicBezTo>
                  <a:cubicBezTo>
                    <a:pt x="1734988" y="208248"/>
                    <a:pt x="1754789" y="209668"/>
                    <a:pt x="1772900" y="208137"/>
                  </a:cubicBezTo>
                  <a:cubicBezTo>
                    <a:pt x="1825381" y="203828"/>
                    <a:pt x="1876222" y="195808"/>
                    <a:pt x="1929319" y="193822"/>
                  </a:cubicBezTo>
                  <a:cubicBezTo>
                    <a:pt x="1958819" y="192698"/>
                    <a:pt x="1991232" y="199166"/>
                    <a:pt x="2021514" y="204186"/>
                  </a:cubicBezTo>
                  <a:cubicBezTo>
                    <a:pt x="2052154" y="209417"/>
                    <a:pt x="2082323" y="216530"/>
                    <a:pt x="2111753" y="223797"/>
                  </a:cubicBezTo>
                  <a:cubicBezTo>
                    <a:pt x="2131736" y="228659"/>
                    <a:pt x="2153567" y="233429"/>
                    <a:pt x="2169356" y="241125"/>
                  </a:cubicBezTo>
                  <a:cubicBezTo>
                    <a:pt x="2205243" y="258649"/>
                    <a:pt x="2242901" y="263295"/>
                    <a:pt x="2286638" y="257382"/>
                  </a:cubicBezTo>
                  <a:cubicBezTo>
                    <a:pt x="2293313" y="256396"/>
                    <a:pt x="2301018" y="256799"/>
                    <a:pt x="2308368" y="256995"/>
                  </a:cubicBezTo>
                  <a:cubicBezTo>
                    <a:pt x="2426026" y="259155"/>
                    <a:pt x="2543593" y="262834"/>
                    <a:pt x="2660621" y="262863"/>
                  </a:cubicBezTo>
                  <a:cubicBezTo>
                    <a:pt x="2708088" y="262871"/>
                    <a:pt x="2754165" y="254412"/>
                    <a:pt x="2801134" y="250006"/>
                  </a:cubicBezTo>
                  <a:cubicBezTo>
                    <a:pt x="2810748" y="249174"/>
                    <a:pt x="2821504" y="247638"/>
                    <a:pt x="2830994" y="249091"/>
                  </a:cubicBezTo>
                  <a:cubicBezTo>
                    <a:pt x="2934354" y="264045"/>
                    <a:pt x="3032340" y="255254"/>
                    <a:pt x="3129084" y="242009"/>
                  </a:cubicBezTo>
                  <a:cubicBezTo>
                    <a:pt x="3139090" y="240625"/>
                    <a:pt x="3151170" y="241831"/>
                    <a:pt x="3162162" y="242789"/>
                  </a:cubicBezTo>
                  <a:cubicBezTo>
                    <a:pt x="3192925" y="245736"/>
                    <a:pt x="3225969" y="254145"/>
                    <a:pt x="3254072" y="251612"/>
                  </a:cubicBezTo>
                  <a:cubicBezTo>
                    <a:pt x="3328782" y="244461"/>
                    <a:pt x="3402881" y="234992"/>
                    <a:pt x="3473491" y="221903"/>
                  </a:cubicBezTo>
                  <a:cubicBezTo>
                    <a:pt x="3545212" y="208683"/>
                    <a:pt x="3611651" y="197856"/>
                    <a:pt x="3691860" y="219228"/>
                  </a:cubicBezTo>
                  <a:cubicBezTo>
                    <a:pt x="3725977" y="228268"/>
                    <a:pt x="3771754" y="225515"/>
                    <a:pt x="3811494" y="225691"/>
                  </a:cubicBezTo>
                  <a:cubicBezTo>
                    <a:pt x="3840564" y="225687"/>
                    <a:pt x="3868906" y="218586"/>
                    <a:pt x="3897533" y="220087"/>
                  </a:cubicBezTo>
                  <a:cubicBezTo>
                    <a:pt x="3973874" y="224087"/>
                    <a:pt x="4042293" y="217563"/>
                    <a:pt x="4109430" y="200477"/>
                  </a:cubicBezTo>
                  <a:cubicBezTo>
                    <a:pt x="4135544" y="193834"/>
                    <a:pt x="4175268" y="201258"/>
                    <a:pt x="4208772" y="200914"/>
                  </a:cubicBezTo>
                  <a:cubicBezTo>
                    <a:pt x="4244136" y="200288"/>
                    <a:pt x="4280583" y="199908"/>
                    <a:pt x="4314641" y="196159"/>
                  </a:cubicBezTo>
                  <a:cubicBezTo>
                    <a:pt x="4402743" y="186278"/>
                    <a:pt x="4489848" y="174436"/>
                    <a:pt x="4577622" y="163774"/>
                  </a:cubicBezTo>
                  <a:cubicBezTo>
                    <a:pt x="4649843" y="154967"/>
                    <a:pt x="4719794" y="168553"/>
                    <a:pt x="4790345" y="177592"/>
                  </a:cubicBezTo>
                  <a:cubicBezTo>
                    <a:pt x="4834576" y="183345"/>
                    <a:pt x="4875614" y="193701"/>
                    <a:pt x="4926164" y="184139"/>
                  </a:cubicBezTo>
                  <a:cubicBezTo>
                    <a:pt x="4974485" y="175032"/>
                    <a:pt x="5034899" y="180870"/>
                    <a:pt x="5088812" y="177401"/>
                  </a:cubicBezTo>
                  <a:cubicBezTo>
                    <a:pt x="5134238" y="174439"/>
                    <a:pt x="5178353" y="168165"/>
                    <a:pt x="5222466" y="162082"/>
                  </a:cubicBezTo>
                  <a:cubicBezTo>
                    <a:pt x="5282519" y="153783"/>
                    <a:pt x="5341864" y="144876"/>
                    <a:pt x="5406528" y="153987"/>
                  </a:cubicBezTo>
                  <a:cubicBezTo>
                    <a:pt x="5479960" y="164323"/>
                    <a:pt x="5531876" y="142624"/>
                    <a:pt x="5590716" y="129490"/>
                  </a:cubicBezTo>
                  <a:cubicBezTo>
                    <a:pt x="5631296" y="120553"/>
                    <a:pt x="5675395" y="114659"/>
                    <a:pt x="5719429" y="110099"/>
                  </a:cubicBezTo>
                  <a:cubicBezTo>
                    <a:pt x="5778247" y="104215"/>
                    <a:pt x="5838715" y="102042"/>
                    <a:pt x="5897895" y="96368"/>
                  </a:cubicBezTo>
                  <a:cubicBezTo>
                    <a:pt x="5987399" y="87895"/>
                    <a:pt x="6077855" y="82333"/>
                    <a:pt x="6169957" y="94411"/>
                  </a:cubicBezTo>
                  <a:cubicBezTo>
                    <a:pt x="6212360" y="99875"/>
                    <a:pt x="6252010" y="101763"/>
                    <a:pt x="6294827" y="99236"/>
                  </a:cubicBezTo>
                  <a:cubicBezTo>
                    <a:pt x="6364965" y="95091"/>
                    <a:pt x="6436581" y="97891"/>
                    <a:pt x="6494261" y="71724"/>
                  </a:cubicBezTo>
                  <a:cubicBezTo>
                    <a:pt x="6514615" y="62488"/>
                    <a:pt x="6550354" y="61691"/>
                    <a:pt x="6579627" y="57883"/>
                  </a:cubicBezTo>
                  <a:cubicBezTo>
                    <a:pt x="6613354" y="53353"/>
                    <a:pt x="6637770" y="57878"/>
                    <a:pt x="6654800" y="77086"/>
                  </a:cubicBezTo>
                  <a:cubicBezTo>
                    <a:pt x="6662444" y="85688"/>
                    <a:pt x="6685147" y="94892"/>
                    <a:pt x="6703059" y="97166"/>
                  </a:cubicBezTo>
                  <a:cubicBezTo>
                    <a:pt x="6756799" y="103989"/>
                    <a:pt x="6806654" y="100687"/>
                    <a:pt x="6859445" y="90481"/>
                  </a:cubicBezTo>
                  <a:cubicBezTo>
                    <a:pt x="6908894" y="80861"/>
                    <a:pt x="6969747" y="85387"/>
                    <a:pt x="7025414" y="83536"/>
                  </a:cubicBezTo>
                  <a:cubicBezTo>
                    <a:pt x="7064862" y="82168"/>
                    <a:pt x="7104501" y="77186"/>
                    <a:pt x="7144137" y="79264"/>
                  </a:cubicBezTo>
                  <a:cubicBezTo>
                    <a:pt x="7193316" y="81841"/>
                    <a:pt x="7241809" y="90488"/>
                    <a:pt x="7291235" y="95367"/>
                  </a:cubicBezTo>
                  <a:cubicBezTo>
                    <a:pt x="7329668" y="99288"/>
                    <a:pt x="7368978" y="100585"/>
                    <a:pt x="7407395" y="104888"/>
                  </a:cubicBezTo>
                  <a:cubicBezTo>
                    <a:pt x="7438868" y="108256"/>
                    <a:pt x="7469832" y="114265"/>
                    <a:pt x="7500837" y="119515"/>
                  </a:cubicBezTo>
                  <a:cubicBezTo>
                    <a:pt x="7512146" y="121444"/>
                    <a:pt x="7523255" y="127178"/>
                    <a:pt x="7533567" y="126955"/>
                  </a:cubicBezTo>
                  <a:cubicBezTo>
                    <a:pt x="7636025" y="124121"/>
                    <a:pt x="7707510" y="164497"/>
                    <a:pt x="7792910" y="185188"/>
                  </a:cubicBezTo>
                  <a:cubicBezTo>
                    <a:pt x="7882663" y="207063"/>
                    <a:pt x="7969001" y="237914"/>
                    <a:pt x="8070699" y="235423"/>
                  </a:cubicBezTo>
                  <a:cubicBezTo>
                    <a:pt x="8132239" y="233879"/>
                    <a:pt x="8191903" y="225939"/>
                    <a:pt x="8253177" y="222473"/>
                  </a:cubicBezTo>
                  <a:cubicBezTo>
                    <a:pt x="8274949" y="221324"/>
                    <a:pt x="8299150" y="222976"/>
                    <a:pt x="8320683" y="226393"/>
                  </a:cubicBezTo>
                  <a:cubicBezTo>
                    <a:pt x="8424731" y="242340"/>
                    <a:pt x="8527777" y="249266"/>
                    <a:pt x="8631438" y="237528"/>
                  </a:cubicBezTo>
                  <a:cubicBezTo>
                    <a:pt x="8649201" y="235596"/>
                    <a:pt x="8668058" y="233915"/>
                    <a:pt x="8686410" y="234877"/>
                  </a:cubicBezTo>
                  <a:cubicBezTo>
                    <a:pt x="8786966" y="240146"/>
                    <a:pt x="8885480" y="249315"/>
                    <a:pt x="8980658" y="273001"/>
                  </a:cubicBezTo>
                  <a:cubicBezTo>
                    <a:pt x="9012626" y="280972"/>
                    <a:pt x="9052108" y="279035"/>
                    <a:pt x="9087625" y="282423"/>
                  </a:cubicBezTo>
                  <a:cubicBezTo>
                    <a:pt x="9120583" y="285484"/>
                    <a:pt x="9154319" y="287825"/>
                    <a:pt x="9186017" y="293875"/>
                  </a:cubicBezTo>
                  <a:cubicBezTo>
                    <a:pt x="9232288" y="302785"/>
                    <a:pt x="9275554" y="305815"/>
                    <a:pt x="9323931" y="302628"/>
                  </a:cubicBezTo>
                  <a:cubicBezTo>
                    <a:pt x="9370084" y="299705"/>
                    <a:pt x="9419491" y="304964"/>
                    <a:pt x="9467213" y="307275"/>
                  </a:cubicBezTo>
                  <a:cubicBezTo>
                    <a:pt x="9520438" y="309874"/>
                    <a:pt x="9573661" y="312473"/>
                    <a:pt x="9626826" y="316213"/>
                  </a:cubicBezTo>
                  <a:cubicBezTo>
                    <a:pt x="9648094" y="317708"/>
                    <a:pt x="9671915" y="326588"/>
                    <a:pt x="9689696" y="324467"/>
                  </a:cubicBezTo>
                  <a:cubicBezTo>
                    <a:pt x="9747117" y="317175"/>
                    <a:pt x="9803355" y="332523"/>
                    <a:pt x="9860526" y="329986"/>
                  </a:cubicBezTo>
                  <a:cubicBezTo>
                    <a:pt x="9888572" y="328594"/>
                    <a:pt x="9919723" y="338048"/>
                    <a:pt x="9949775" y="340386"/>
                  </a:cubicBezTo>
                  <a:cubicBezTo>
                    <a:pt x="9998886" y="344296"/>
                    <a:pt x="10048092" y="346302"/>
                    <a:pt x="10097252" y="349262"/>
                  </a:cubicBezTo>
                  <a:cubicBezTo>
                    <a:pt x="10113390" y="350297"/>
                    <a:pt x="10129133" y="351886"/>
                    <a:pt x="10145261" y="353113"/>
                  </a:cubicBezTo>
                  <a:cubicBezTo>
                    <a:pt x="10159555" y="354243"/>
                    <a:pt x="10174512" y="356743"/>
                    <a:pt x="10188159" y="356124"/>
                  </a:cubicBezTo>
                  <a:cubicBezTo>
                    <a:pt x="10237589" y="353944"/>
                    <a:pt x="10286441" y="348682"/>
                    <a:pt x="10336144" y="348235"/>
                  </a:cubicBezTo>
                  <a:cubicBezTo>
                    <a:pt x="10379222" y="347822"/>
                    <a:pt x="10423443" y="353764"/>
                    <a:pt x="10466847" y="354131"/>
                  </a:cubicBezTo>
                  <a:cubicBezTo>
                    <a:pt x="10543353" y="354898"/>
                    <a:pt x="10619988" y="353190"/>
                    <a:pt x="10696514" y="353575"/>
                  </a:cubicBezTo>
                  <a:cubicBezTo>
                    <a:pt x="10713071" y="353680"/>
                    <a:pt x="10730069" y="359342"/>
                    <a:pt x="10746932" y="360606"/>
                  </a:cubicBezTo>
                  <a:cubicBezTo>
                    <a:pt x="10799731" y="364326"/>
                    <a:pt x="10852569" y="367289"/>
                    <a:pt x="10905388" y="370627"/>
                  </a:cubicBezTo>
                  <a:cubicBezTo>
                    <a:pt x="10935470" y="372396"/>
                    <a:pt x="10965963" y="373421"/>
                    <a:pt x="10995602" y="376691"/>
                  </a:cubicBezTo>
                  <a:cubicBezTo>
                    <a:pt x="11034750" y="381032"/>
                    <a:pt x="11070168" y="386324"/>
                    <a:pt x="11107647" y="373405"/>
                  </a:cubicBezTo>
                  <a:cubicBezTo>
                    <a:pt x="11165372" y="353347"/>
                    <a:pt x="11236837" y="366060"/>
                    <a:pt x="11302440" y="364156"/>
                  </a:cubicBezTo>
                  <a:cubicBezTo>
                    <a:pt x="11319394" y="363708"/>
                    <a:pt x="11336655" y="364422"/>
                    <a:pt x="11353613" y="363785"/>
                  </a:cubicBezTo>
                  <a:cubicBezTo>
                    <a:pt x="11384961" y="362566"/>
                    <a:pt x="11415955" y="360947"/>
                    <a:pt x="11447323" y="359346"/>
                  </a:cubicBezTo>
                  <a:cubicBezTo>
                    <a:pt x="11452855" y="359066"/>
                    <a:pt x="11459104" y="359200"/>
                    <a:pt x="11464292" y="358519"/>
                  </a:cubicBezTo>
                  <a:cubicBezTo>
                    <a:pt x="11512058" y="353010"/>
                    <a:pt x="11559143" y="346321"/>
                    <a:pt x="11607560" y="342370"/>
                  </a:cubicBezTo>
                  <a:cubicBezTo>
                    <a:pt x="11631218" y="340368"/>
                    <a:pt x="11657295" y="341352"/>
                    <a:pt x="11681426" y="344335"/>
                  </a:cubicBezTo>
                  <a:cubicBezTo>
                    <a:pt x="11751997" y="352993"/>
                    <a:pt x="11821986" y="358760"/>
                    <a:pt x="11893565" y="355261"/>
                  </a:cubicBezTo>
                  <a:cubicBezTo>
                    <a:pt x="11921973" y="353889"/>
                    <a:pt x="11953288" y="360300"/>
                    <a:pt x="11983290" y="363588"/>
                  </a:cubicBezTo>
                  <a:lnTo>
                    <a:pt x="12192000" y="388018"/>
                  </a:lnTo>
                  <a:lnTo>
                    <a:pt x="12192000" y="577115"/>
                  </a:lnTo>
                  <a:lnTo>
                    <a:pt x="12157329" y="588862"/>
                  </a:lnTo>
                  <a:cubicBezTo>
                    <a:pt x="12118393" y="608572"/>
                    <a:pt x="12109715" y="605637"/>
                    <a:pt x="12066948" y="586034"/>
                  </a:cubicBezTo>
                  <a:cubicBezTo>
                    <a:pt x="12016991" y="563193"/>
                    <a:pt x="11965119" y="541779"/>
                    <a:pt x="11911344" y="521599"/>
                  </a:cubicBezTo>
                  <a:cubicBezTo>
                    <a:pt x="11894383" y="515178"/>
                    <a:pt x="11869417" y="514060"/>
                    <a:pt x="11847823" y="511785"/>
                  </a:cubicBezTo>
                  <a:cubicBezTo>
                    <a:pt x="11811233" y="507768"/>
                    <a:pt x="11773630" y="501982"/>
                    <a:pt x="11737547" y="502380"/>
                  </a:cubicBezTo>
                  <a:cubicBezTo>
                    <a:pt x="11702930" y="502855"/>
                    <a:pt x="11668388" y="508866"/>
                    <a:pt x="11636052" y="514993"/>
                  </a:cubicBezTo>
                  <a:cubicBezTo>
                    <a:pt x="11545722" y="532199"/>
                    <a:pt x="11462455" y="555118"/>
                    <a:pt x="11394706" y="590867"/>
                  </a:cubicBezTo>
                  <a:cubicBezTo>
                    <a:pt x="11385999" y="595562"/>
                    <a:pt x="11369016" y="596581"/>
                    <a:pt x="11354978" y="597561"/>
                  </a:cubicBezTo>
                  <a:cubicBezTo>
                    <a:pt x="11332076" y="599224"/>
                    <a:pt x="11308448" y="600655"/>
                    <a:pt x="11285306" y="599825"/>
                  </a:cubicBezTo>
                  <a:cubicBezTo>
                    <a:pt x="11172906" y="595841"/>
                    <a:pt x="11083430" y="617861"/>
                    <a:pt x="11008528" y="656670"/>
                  </a:cubicBezTo>
                  <a:cubicBezTo>
                    <a:pt x="10986971" y="667750"/>
                    <a:pt x="10970753" y="668236"/>
                    <a:pt x="10948735" y="652964"/>
                  </a:cubicBezTo>
                  <a:cubicBezTo>
                    <a:pt x="10923173" y="635218"/>
                    <a:pt x="10885031" y="639705"/>
                    <a:pt x="10850698" y="641721"/>
                  </a:cubicBezTo>
                  <a:cubicBezTo>
                    <a:pt x="10815269" y="643680"/>
                    <a:pt x="10779458" y="645811"/>
                    <a:pt x="10744026" y="647769"/>
                  </a:cubicBezTo>
                  <a:cubicBezTo>
                    <a:pt x="10717832" y="649066"/>
                    <a:pt x="10692021" y="650003"/>
                    <a:pt x="10666160" y="651891"/>
                  </a:cubicBezTo>
                  <a:cubicBezTo>
                    <a:pt x="10585627" y="657783"/>
                    <a:pt x="10513854" y="650969"/>
                    <a:pt x="10450521" y="616552"/>
                  </a:cubicBezTo>
                  <a:cubicBezTo>
                    <a:pt x="10402221" y="590175"/>
                    <a:pt x="10339099" y="579806"/>
                    <a:pt x="10271192" y="583498"/>
                  </a:cubicBezTo>
                  <a:cubicBezTo>
                    <a:pt x="10262701" y="584006"/>
                    <a:pt x="10251859" y="587254"/>
                    <a:pt x="10246067" y="585423"/>
                  </a:cubicBezTo>
                  <a:cubicBezTo>
                    <a:pt x="10158786" y="558528"/>
                    <a:pt x="10086634" y="594049"/>
                    <a:pt x="10005027" y="592252"/>
                  </a:cubicBezTo>
                  <a:cubicBezTo>
                    <a:pt x="9969004" y="591507"/>
                    <a:pt x="9931565" y="603664"/>
                    <a:pt x="9898681" y="613195"/>
                  </a:cubicBezTo>
                  <a:cubicBezTo>
                    <a:pt x="9853463" y="626281"/>
                    <a:pt x="9813049" y="639042"/>
                    <a:pt x="9753225" y="629038"/>
                  </a:cubicBezTo>
                  <a:cubicBezTo>
                    <a:pt x="9693404" y="618845"/>
                    <a:pt x="9637675" y="628898"/>
                    <a:pt x="9591376" y="648601"/>
                  </a:cubicBezTo>
                  <a:cubicBezTo>
                    <a:pt x="9556001" y="663537"/>
                    <a:pt x="9518120" y="663077"/>
                    <a:pt x="9472860" y="655936"/>
                  </a:cubicBezTo>
                  <a:cubicBezTo>
                    <a:pt x="9416283" y="647056"/>
                    <a:pt x="9357217" y="643578"/>
                    <a:pt x="9299788" y="636945"/>
                  </a:cubicBezTo>
                  <a:cubicBezTo>
                    <a:pt x="9287347" y="635531"/>
                    <a:pt x="9271710" y="632039"/>
                    <a:pt x="9264605" y="627087"/>
                  </a:cubicBezTo>
                  <a:cubicBezTo>
                    <a:pt x="9177661" y="565680"/>
                    <a:pt x="9051076" y="558473"/>
                    <a:pt x="8926435" y="549269"/>
                  </a:cubicBezTo>
                  <a:cubicBezTo>
                    <a:pt x="8850925" y="543595"/>
                    <a:pt x="8774954" y="539613"/>
                    <a:pt x="8698934" y="536583"/>
                  </a:cubicBezTo>
                  <a:cubicBezTo>
                    <a:pt x="8673232" y="535428"/>
                    <a:pt x="8645916" y="537050"/>
                    <a:pt x="8622862" y="541563"/>
                  </a:cubicBezTo>
                  <a:cubicBezTo>
                    <a:pt x="8574890" y="551069"/>
                    <a:pt x="8530403" y="564380"/>
                    <a:pt x="8482784" y="574094"/>
                  </a:cubicBezTo>
                  <a:cubicBezTo>
                    <a:pt x="8464923" y="577929"/>
                    <a:pt x="8442157" y="576927"/>
                    <a:pt x="8421565" y="576610"/>
                  </a:cubicBezTo>
                  <a:cubicBezTo>
                    <a:pt x="8385152" y="576229"/>
                    <a:pt x="8345023" y="569546"/>
                    <a:pt x="8313469" y="574762"/>
                  </a:cubicBezTo>
                  <a:cubicBezTo>
                    <a:pt x="8231431" y="588203"/>
                    <a:pt x="8155671" y="580227"/>
                    <a:pt x="8079520" y="558685"/>
                  </a:cubicBezTo>
                  <a:cubicBezTo>
                    <a:pt x="7972906" y="528487"/>
                    <a:pt x="7870782" y="525043"/>
                    <a:pt x="7773327" y="558854"/>
                  </a:cubicBezTo>
                  <a:cubicBezTo>
                    <a:pt x="7729470" y="574107"/>
                    <a:pt x="7688069" y="563543"/>
                    <a:pt x="7652477" y="547561"/>
                  </a:cubicBezTo>
                  <a:cubicBezTo>
                    <a:pt x="7611494" y="529005"/>
                    <a:pt x="7570974" y="522685"/>
                    <a:pt x="7522274" y="532150"/>
                  </a:cubicBezTo>
                  <a:cubicBezTo>
                    <a:pt x="7511488" y="534257"/>
                    <a:pt x="7496511" y="532136"/>
                    <a:pt x="7484080" y="530532"/>
                  </a:cubicBezTo>
                  <a:cubicBezTo>
                    <a:pt x="7413133" y="522044"/>
                    <a:pt x="7341987" y="510303"/>
                    <a:pt x="7282277" y="540177"/>
                  </a:cubicBezTo>
                  <a:cubicBezTo>
                    <a:pt x="7270558" y="546051"/>
                    <a:pt x="7251336" y="547713"/>
                    <a:pt x="7235690" y="551282"/>
                  </a:cubicBezTo>
                  <a:cubicBezTo>
                    <a:pt x="7170161" y="565782"/>
                    <a:pt x="7172820" y="564203"/>
                    <a:pt x="7116339" y="539494"/>
                  </a:cubicBezTo>
                  <a:cubicBezTo>
                    <a:pt x="7086841" y="526502"/>
                    <a:pt x="7045980" y="512724"/>
                    <a:pt x="7011067" y="511848"/>
                  </a:cubicBezTo>
                  <a:cubicBezTo>
                    <a:pt x="6800473" y="506533"/>
                    <a:pt x="6601893" y="468653"/>
                    <a:pt x="6403234" y="432296"/>
                  </a:cubicBezTo>
                  <a:cubicBezTo>
                    <a:pt x="6280760" y="409851"/>
                    <a:pt x="6160432" y="402592"/>
                    <a:pt x="6036273" y="412301"/>
                  </a:cubicBezTo>
                  <a:cubicBezTo>
                    <a:pt x="5946471" y="419425"/>
                    <a:pt x="5863077" y="395593"/>
                    <a:pt x="5780467" y="377910"/>
                  </a:cubicBezTo>
                  <a:cubicBezTo>
                    <a:pt x="5763357" y="374343"/>
                    <a:pt x="5747757" y="363033"/>
                    <a:pt x="5739051" y="353609"/>
                  </a:cubicBezTo>
                  <a:cubicBezTo>
                    <a:pt x="5707675" y="320294"/>
                    <a:pt x="5653252" y="312483"/>
                    <a:pt x="5583566" y="321995"/>
                  </a:cubicBezTo>
                  <a:cubicBezTo>
                    <a:pt x="5528347" y="329404"/>
                    <a:pt x="5477716" y="340486"/>
                    <a:pt x="5432030" y="362512"/>
                  </a:cubicBezTo>
                  <a:cubicBezTo>
                    <a:pt x="5378421" y="388318"/>
                    <a:pt x="5322767" y="418026"/>
                    <a:pt x="5241398" y="425781"/>
                  </a:cubicBezTo>
                  <a:cubicBezTo>
                    <a:pt x="5206262" y="429089"/>
                    <a:pt x="5176131" y="428273"/>
                    <a:pt x="5139710" y="421022"/>
                  </a:cubicBezTo>
                  <a:cubicBezTo>
                    <a:pt x="5069048" y="407018"/>
                    <a:pt x="4997864" y="396037"/>
                    <a:pt x="4929402" y="424310"/>
                  </a:cubicBezTo>
                  <a:cubicBezTo>
                    <a:pt x="4891785" y="439890"/>
                    <a:pt x="4841650" y="448519"/>
                    <a:pt x="4782793" y="441046"/>
                  </a:cubicBezTo>
                  <a:cubicBezTo>
                    <a:pt x="4709316" y="431663"/>
                    <a:pt x="4641426" y="442031"/>
                    <a:pt x="4577594" y="459290"/>
                  </a:cubicBezTo>
                  <a:cubicBezTo>
                    <a:pt x="4554816" y="465538"/>
                    <a:pt x="4527069" y="468279"/>
                    <a:pt x="4500826" y="470529"/>
                  </a:cubicBezTo>
                  <a:cubicBezTo>
                    <a:pt x="4440199" y="475746"/>
                    <a:pt x="4379252" y="479993"/>
                    <a:pt x="4317973" y="483649"/>
                  </a:cubicBezTo>
                  <a:cubicBezTo>
                    <a:pt x="4267762" y="486741"/>
                    <a:pt x="4217264" y="488292"/>
                    <a:pt x="4166722" y="490602"/>
                  </a:cubicBezTo>
                  <a:cubicBezTo>
                    <a:pt x="4111394" y="493045"/>
                    <a:pt x="4067073" y="503124"/>
                    <a:pt x="4042814" y="530660"/>
                  </a:cubicBezTo>
                  <a:cubicBezTo>
                    <a:pt x="4034996" y="539407"/>
                    <a:pt x="4017001" y="545715"/>
                    <a:pt x="4002653" y="552594"/>
                  </a:cubicBezTo>
                  <a:cubicBezTo>
                    <a:pt x="3992459" y="557592"/>
                    <a:pt x="3979023" y="561086"/>
                    <a:pt x="3969549" y="566312"/>
                  </a:cubicBezTo>
                  <a:cubicBezTo>
                    <a:pt x="3919896" y="593854"/>
                    <a:pt x="3870968" y="621622"/>
                    <a:pt x="3821685" y="649183"/>
                  </a:cubicBezTo>
                  <a:cubicBezTo>
                    <a:pt x="3816761" y="651788"/>
                    <a:pt x="3811445" y="654943"/>
                    <a:pt x="3805138" y="655947"/>
                  </a:cubicBezTo>
                  <a:cubicBezTo>
                    <a:pt x="3739817" y="666451"/>
                    <a:pt x="3673801" y="676154"/>
                    <a:pt x="3609177" y="687459"/>
                  </a:cubicBezTo>
                  <a:cubicBezTo>
                    <a:pt x="3584288" y="691878"/>
                    <a:pt x="3558597" y="697589"/>
                    <a:pt x="3539727" y="706521"/>
                  </a:cubicBezTo>
                  <a:cubicBezTo>
                    <a:pt x="3496714" y="726780"/>
                    <a:pt x="3457268" y="749132"/>
                    <a:pt x="3396572" y="755681"/>
                  </a:cubicBezTo>
                  <a:cubicBezTo>
                    <a:pt x="3378807" y="757611"/>
                    <a:pt x="3357809" y="758036"/>
                    <a:pt x="3341054" y="754679"/>
                  </a:cubicBezTo>
                  <a:cubicBezTo>
                    <a:pt x="3272962" y="740809"/>
                    <a:pt x="3206471" y="724541"/>
                    <a:pt x="3138775" y="710120"/>
                  </a:cubicBezTo>
                  <a:cubicBezTo>
                    <a:pt x="3095820" y="701191"/>
                    <a:pt x="3056969" y="691141"/>
                    <a:pt x="3037283" y="666453"/>
                  </a:cubicBezTo>
                  <a:cubicBezTo>
                    <a:pt x="3031764" y="659487"/>
                    <a:pt x="3015626" y="651391"/>
                    <a:pt x="3002117" y="649347"/>
                  </a:cubicBezTo>
                  <a:cubicBezTo>
                    <a:pt x="2915220" y="636209"/>
                    <a:pt x="2829194" y="627503"/>
                    <a:pt x="2747294" y="652400"/>
                  </a:cubicBezTo>
                  <a:cubicBezTo>
                    <a:pt x="2730084" y="657794"/>
                    <a:pt x="2698519" y="656140"/>
                    <a:pt x="2676273" y="652304"/>
                  </a:cubicBezTo>
                  <a:cubicBezTo>
                    <a:pt x="2590546" y="637890"/>
                    <a:pt x="2508883" y="630176"/>
                    <a:pt x="2432360" y="657836"/>
                  </a:cubicBezTo>
                  <a:cubicBezTo>
                    <a:pt x="2423352" y="661179"/>
                    <a:pt x="2395274" y="656272"/>
                    <a:pt x="2382311" y="650824"/>
                  </a:cubicBezTo>
                  <a:cubicBezTo>
                    <a:pt x="2257393" y="597728"/>
                    <a:pt x="2187724" y="592930"/>
                    <a:pt x="2055134" y="630053"/>
                  </a:cubicBezTo>
                  <a:cubicBezTo>
                    <a:pt x="2046542" y="632464"/>
                    <a:pt x="2035364" y="635121"/>
                    <a:pt x="2031829" y="639324"/>
                  </a:cubicBezTo>
                  <a:cubicBezTo>
                    <a:pt x="2007977" y="666120"/>
                    <a:pt x="1960229" y="664380"/>
                    <a:pt x="1912764" y="664183"/>
                  </a:cubicBezTo>
                  <a:cubicBezTo>
                    <a:pt x="1860521" y="663924"/>
                    <a:pt x="1808236" y="664426"/>
                    <a:pt x="1755637" y="663960"/>
                  </a:cubicBezTo>
                  <a:cubicBezTo>
                    <a:pt x="1746439" y="663859"/>
                    <a:pt x="1736243" y="661799"/>
                    <a:pt x="1727159" y="659605"/>
                  </a:cubicBezTo>
                  <a:cubicBezTo>
                    <a:pt x="1692256" y="651480"/>
                    <a:pt x="1658604" y="640559"/>
                    <a:pt x="1622470" y="634850"/>
                  </a:cubicBezTo>
                  <a:cubicBezTo>
                    <a:pt x="1544362" y="622552"/>
                    <a:pt x="1469248" y="602210"/>
                    <a:pt x="1385955" y="604522"/>
                  </a:cubicBezTo>
                  <a:cubicBezTo>
                    <a:pt x="1371585" y="604913"/>
                    <a:pt x="1355357" y="598530"/>
                    <a:pt x="1340055" y="595629"/>
                  </a:cubicBezTo>
                  <a:cubicBezTo>
                    <a:pt x="1312351" y="590552"/>
                    <a:pt x="1285460" y="583993"/>
                    <a:pt x="1257271" y="581180"/>
                  </a:cubicBezTo>
                  <a:cubicBezTo>
                    <a:pt x="1182583" y="573830"/>
                    <a:pt x="1107142" y="566824"/>
                    <a:pt x="1031914" y="562692"/>
                  </a:cubicBezTo>
                  <a:cubicBezTo>
                    <a:pt x="995593" y="560597"/>
                    <a:pt x="958880" y="565923"/>
                    <a:pt x="922031" y="566853"/>
                  </a:cubicBezTo>
                  <a:cubicBezTo>
                    <a:pt x="905446" y="567320"/>
                    <a:pt x="878533" y="568199"/>
                    <a:pt x="873250" y="563724"/>
                  </a:cubicBezTo>
                  <a:cubicBezTo>
                    <a:pt x="832343" y="529722"/>
                    <a:pt x="772202" y="532674"/>
                    <a:pt x="711627" y="529880"/>
                  </a:cubicBezTo>
                  <a:cubicBezTo>
                    <a:pt x="577999" y="523641"/>
                    <a:pt x="447408" y="543696"/>
                    <a:pt x="311112" y="525106"/>
                  </a:cubicBezTo>
                  <a:cubicBezTo>
                    <a:pt x="271645" y="519795"/>
                    <a:pt x="226936" y="530235"/>
                    <a:pt x="184145" y="532188"/>
                  </a:cubicBezTo>
                  <a:cubicBezTo>
                    <a:pt x="162015" y="533128"/>
                    <a:pt x="137665" y="534333"/>
                    <a:pt x="116886" y="530572"/>
                  </a:cubicBezTo>
                  <a:cubicBezTo>
                    <a:pt x="84810" y="524693"/>
                    <a:pt x="54011" y="515448"/>
                    <a:pt x="23941" y="506433"/>
                  </a:cubicBezTo>
                  <a:lnTo>
                    <a:pt x="0" y="502149"/>
                  </a:lnTo>
                  <a:close/>
                </a:path>
              </a:pathLst>
            </a:custGeom>
            <a:solidFill>
              <a:srgbClr val="FFFFFF"/>
            </a:solidFill>
            <a:ln w="12700" cap="flat" cmpd="sng" algn="ctr">
              <a:noFill/>
              <a:prstDash val="solid"/>
              <a:miter lim="800000"/>
            </a:ln>
            <a:effectLst>
              <a:outerShdw blurRad="381000" dist="152400" dir="5400000" algn="t"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1037" name="Freeform: Shape 1036">
              <a:extLst>
                <a:ext uri="{FF2B5EF4-FFF2-40B4-BE49-F238E27FC236}">
                  <a16:creationId xmlns:a16="http://schemas.microsoft.com/office/drawing/2014/main" id="{4EBC51E4-7477-4290-BBD0-18AD942C364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0" y="2959818"/>
              <a:ext cx="12192000" cy="757168"/>
            </a:xfrm>
            <a:custGeom>
              <a:avLst/>
              <a:gdLst>
                <a:gd name="connsiteX0" fmla="*/ 0 w 12192000"/>
                <a:gd name="connsiteY0" fmla="*/ 0 h 757168"/>
                <a:gd name="connsiteX1" fmla="*/ 41653 w 12192000"/>
                <a:gd name="connsiteY1" fmla="*/ 6945 h 757168"/>
                <a:gd name="connsiteX2" fmla="*/ 81317 w 12192000"/>
                <a:gd name="connsiteY2" fmla="*/ 15509 h 757168"/>
                <a:gd name="connsiteX3" fmla="*/ 114150 w 12192000"/>
                <a:gd name="connsiteY3" fmla="*/ 28105 h 757168"/>
                <a:gd name="connsiteX4" fmla="*/ 214865 w 12192000"/>
                <a:gd name="connsiteY4" fmla="*/ 58374 h 757168"/>
                <a:gd name="connsiteX5" fmla="*/ 299237 w 12192000"/>
                <a:gd name="connsiteY5" fmla="*/ 63560 h 757168"/>
                <a:gd name="connsiteX6" fmla="*/ 415570 w 12192000"/>
                <a:gd name="connsiteY6" fmla="*/ 83774 h 757168"/>
                <a:gd name="connsiteX7" fmla="*/ 633210 w 12192000"/>
                <a:gd name="connsiteY7" fmla="*/ 109108 h 757168"/>
                <a:gd name="connsiteX8" fmla="*/ 677567 w 12192000"/>
                <a:gd name="connsiteY8" fmla="*/ 119446 h 757168"/>
                <a:gd name="connsiteX9" fmla="*/ 946429 w 12192000"/>
                <a:gd name="connsiteY9" fmla="*/ 171502 h 757168"/>
                <a:gd name="connsiteX10" fmla="*/ 1163367 w 12192000"/>
                <a:gd name="connsiteY10" fmla="*/ 182106 h 757168"/>
                <a:gd name="connsiteX11" fmla="*/ 1180337 w 12192000"/>
                <a:gd name="connsiteY11" fmla="*/ 181279 h 757168"/>
                <a:gd name="connsiteX12" fmla="*/ 1263939 w 12192000"/>
                <a:gd name="connsiteY12" fmla="*/ 173070 h 757168"/>
                <a:gd name="connsiteX13" fmla="*/ 1392213 w 12192000"/>
                <a:gd name="connsiteY13" fmla="*/ 183225 h 757168"/>
                <a:gd name="connsiteX14" fmla="*/ 1479752 w 12192000"/>
                <a:gd name="connsiteY14" fmla="*/ 205174 h 757168"/>
                <a:gd name="connsiteX15" fmla="*/ 1589813 w 12192000"/>
                <a:gd name="connsiteY15" fmla="*/ 211706 h 757168"/>
                <a:gd name="connsiteX16" fmla="*/ 1716264 w 12192000"/>
                <a:gd name="connsiteY16" fmla="*/ 207459 h 757168"/>
                <a:gd name="connsiteX17" fmla="*/ 1772900 w 12192000"/>
                <a:gd name="connsiteY17" fmla="*/ 208137 h 757168"/>
                <a:gd name="connsiteX18" fmla="*/ 1929319 w 12192000"/>
                <a:gd name="connsiteY18" fmla="*/ 193822 h 757168"/>
                <a:gd name="connsiteX19" fmla="*/ 2021514 w 12192000"/>
                <a:gd name="connsiteY19" fmla="*/ 204186 h 757168"/>
                <a:gd name="connsiteX20" fmla="*/ 2111753 w 12192000"/>
                <a:gd name="connsiteY20" fmla="*/ 223797 h 757168"/>
                <a:gd name="connsiteX21" fmla="*/ 2169356 w 12192000"/>
                <a:gd name="connsiteY21" fmla="*/ 241125 h 757168"/>
                <a:gd name="connsiteX22" fmla="*/ 2286638 w 12192000"/>
                <a:gd name="connsiteY22" fmla="*/ 257382 h 757168"/>
                <a:gd name="connsiteX23" fmla="*/ 2308368 w 12192000"/>
                <a:gd name="connsiteY23" fmla="*/ 256995 h 757168"/>
                <a:gd name="connsiteX24" fmla="*/ 2660621 w 12192000"/>
                <a:gd name="connsiteY24" fmla="*/ 262863 h 757168"/>
                <a:gd name="connsiteX25" fmla="*/ 2801134 w 12192000"/>
                <a:gd name="connsiteY25" fmla="*/ 250006 h 757168"/>
                <a:gd name="connsiteX26" fmla="*/ 2830994 w 12192000"/>
                <a:gd name="connsiteY26" fmla="*/ 249091 h 757168"/>
                <a:gd name="connsiteX27" fmla="*/ 3129084 w 12192000"/>
                <a:gd name="connsiteY27" fmla="*/ 242009 h 757168"/>
                <a:gd name="connsiteX28" fmla="*/ 3162162 w 12192000"/>
                <a:gd name="connsiteY28" fmla="*/ 242789 h 757168"/>
                <a:gd name="connsiteX29" fmla="*/ 3254072 w 12192000"/>
                <a:gd name="connsiteY29" fmla="*/ 251612 h 757168"/>
                <a:gd name="connsiteX30" fmla="*/ 3473491 w 12192000"/>
                <a:gd name="connsiteY30" fmla="*/ 221903 h 757168"/>
                <a:gd name="connsiteX31" fmla="*/ 3691860 w 12192000"/>
                <a:gd name="connsiteY31" fmla="*/ 219228 h 757168"/>
                <a:gd name="connsiteX32" fmla="*/ 3811494 w 12192000"/>
                <a:gd name="connsiteY32" fmla="*/ 225691 h 757168"/>
                <a:gd name="connsiteX33" fmla="*/ 3897533 w 12192000"/>
                <a:gd name="connsiteY33" fmla="*/ 220087 h 757168"/>
                <a:gd name="connsiteX34" fmla="*/ 4109430 w 12192000"/>
                <a:gd name="connsiteY34" fmla="*/ 200477 h 757168"/>
                <a:gd name="connsiteX35" fmla="*/ 4208772 w 12192000"/>
                <a:gd name="connsiteY35" fmla="*/ 200914 h 757168"/>
                <a:gd name="connsiteX36" fmla="*/ 4314641 w 12192000"/>
                <a:gd name="connsiteY36" fmla="*/ 196159 h 757168"/>
                <a:gd name="connsiteX37" fmla="*/ 4577622 w 12192000"/>
                <a:gd name="connsiteY37" fmla="*/ 163774 h 757168"/>
                <a:gd name="connsiteX38" fmla="*/ 4790345 w 12192000"/>
                <a:gd name="connsiteY38" fmla="*/ 177592 h 757168"/>
                <a:gd name="connsiteX39" fmla="*/ 4926164 w 12192000"/>
                <a:gd name="connsiteY39" fmla="*/ 184139 h 757168"/>
                <a:gd name="connsiteX40" fmla="*/ 5088812 w 12192000"/>
                <a:gd name="connsiteY40" fmla="*/ 177401 h 757168"/>
                <a:gd name="connsiteX41" fmla="*/ 5222466 w 12192000"/>
                <a:gd name="connsiteY41" fmla="*/ 162082 h 757168"/>
                <a:gd name="connsiteX42" fmla="*/ 5406528 w 12192000"/>
                <a:gd name="connsiteY42" fmla="*/ 153987 h 757168"/>
                <a:gd name="connsiteX43" fmla="*/ 5590716 w 12192000"/>
                <a:gd name="connsiteY43" fmla="*/ 129490 h 757168"/>
                <a:gd name="connsiteX44" fmla="*/ 5719429 w 12192000"/>
                <a:gd name="connsiteY44" fmla="*/ 110099 h 757168"/>
                <a:gd name="connsiteX45" fmla="*/ 5897895 w 12192000"/>
                <a:gd name="connsiteY45" fmla="*/ 96368 h 757168"/>
                <a:gd name="connsiteX46" fmla="*/ 6169957 w 12192000"/>
                <a:gd name="connsiteY46" fmla="*/ 94411 h 757168"/>
                <a:gd name="connsiteX47" fmla="*/ 6294827 w 12192000"/>
                <a:gd name="connsiteY47" fmla="*/ 99236 h 757168"/>
                <a:gd name="connsiteX48" fmla="*/ 6494261 w 12192000"/>
                <a:gd name="connsiteY48" fmla="*/ 71724 h 757168"/>
                <a:gd name="connsiteX49" fmla="*/ 6579627 w 12192000"/>
                <a:gd name="connsiteY49" fmla="*/ 57883 h 757168"/>
                <a:gd name="connsiteX50" fmla="*/ 6654800 w 12192000"/>
                <a:gd name="connsiteY50" fmla="*/ 77086 h 757168"/>
                <a:gd name="connsiteX51" fmla="*/ 6703059 w 12192000"/>
                <a:gd name="connsiteY51" fmla="*/ 97166 h 757168"/>
                <a:gd name="connsiteX52" fmla="*/ 6859445 w 12192000"/>
                <a:gd name="connsiteY52" fmla="*/ 90481 h 757168"/>
                <a:gd name="connsiteX53" fmla="*/ 7025414 w 12192000"/>
                <a:gd name="connsiteY53" fmla="*/ 83536 h 757168"/>
                <a:gd name="connsiteX54" fmla="*/ 7144137 w 12192000"/>
                <a:gd name="connsiteY54" fmla="*/ 79264 h 757168"/>
                <a:gd name="connsiteX55" fmla="*/ 7291235 w 12192000"/>
                <a:gd name="connsiteY55" fmla="*/ 95367 h 757168"/>
                <a:gd name="connsiteX56" fmla="*/ 7407395 w 12192000"/>
                <a:gd name="connsiteY56" fmla="*/ 104888 h 757168"/>
                <a:gd name="connsiteX57" fmla="*/ 7500837 w 12192000"/>
                <a:gd name="connsiteY57" fmla="*/ 119515 h 757168"/>
                <a:gd name="connsiteX58" fmla="*/ 7533567 w 12192000"/>
                <a:gd name="connsiteY58" fmla="*/ 126955 h 757168"/>
                <a:gd name="connsiteX59" fmla="*/ 7792910 w 12192000"/>
                <a:gd name="connsiteY59" fmla="*/ 185188 h 757168"/>
                <a:gd name="connsiteX60" fmla="*/ 8070699 w 12192000"/>
                <a:gd name="connsiteY60" fmla="*/ 235423 h 757168"/>
                <a:gd name="connsiteX61" fmla="*/ 8253177 w 12192000"/>
                <a:gd name="connsiteY61" fmla="*/ 222473 h 757168"/>
                <a:gd name="connsiteX62" fmla="*/ 8320683 w 12192000"/>
                <a:gd name="connsiteY62" fmla="*/ 226393 h 757168"/>
                <a:gd name="connsiteX63" fmla="*/ 8631438 w 12192000"/>
                <a:gd name="connsiteY63" fmla="*/ 237528 h 757168"/>
                <a:gd name="connsiteX64" fmla="*/ 8686410 w 12192000"/>
                <a:gd name="connsiteY64" fmla="*/ 234877 h 757168"/>
                <a:gd name="connsiteX65" fmla="*/ 8980658 w 12192000"/>
                <a:gd name="connsiteY65" fmla="*/ 273001 h 757168"/>
                <a:gd name="connsiteX66" fmla="*/ 9087625 w 12192000"/>
                <a:gd name="connsiteY66" fmla="*/ 282423 h 757168"/>
                <a:gd name="connsiteX67" fmla="*/ 9186017 w 12192000"/>
                <a:gd name="connsiteY67" fmla="*/ 293875 h 757168"/>
                <a:gd name="connsiteX68" fmla="*/ 9323931 w 12192000"/>
                <a:gd name="connsiteY68" fmla="*/ 302628 h 757168"/>
                <a:gd name="connsiteX69" fmla="*/ 9467213 w 12192000"/>
                <a:gd name="connsiteY69" fmla="*/ 307275 h 757168"/>
                <a:gd name="connsiteX70" fmla="*/ 9626826 w 12192000"/>
                <a:gd name="connsiteY70" fmla="*/ 316213 h 757168"/>
                <a:gd name="connsiteX71" fmla="*/ 9689696 w 12192000"/>
                <a:gd name="connsiteY71" fmla="*/ 324467 h 757168"/>
                <a:gd name="connsiteX72" fmla="*/ 9860526 w 12192000"/>
                <a:gd name="connsiteY72" fmla="*/ 329986 h 757168"/>
                <a:gd name="connsiteX73" fmla="*/ 9949775 w 12192000"/>
                <a:gd name="connsiteY73" fmla="*/ 340386 h 757168"/>
                <a:gd name="connsiteX74" fmla="*/ 10097252 w 12192000"/>
                <a:gd name="connsiteY74" fmla="*/ 349262 h 757168"/>
                <a:gd name="connsiteX75" fmla="*/ 10145261 w 12192000"/>
                <a:gd name="connsiteY75" fmla="*/ 353113 h 757168"/>
                <a:gd name="connsiteX76" fmla="*/ 10188159 w 12192000"/>
                <a:gd name="connsiteY76" fmla="*/ 356124 h 757168"/>
                <a:gd name="connsiteX77" fmla="*/ 10336144 w 12192000"/>
                <a:gd name="connsiteY77" fmla="*/ 348235 h 757168"/>
                <a:gd name="connsiteX78" fmla="*/ 10466847 w 12192000"/>
                <a:gd name="connsiteY78" fmla="*/ 354131 h 757168"/>
                <a:gd name="connsiteX79" fmla="*/ 10696514 w 12192000"/>
                <a:gd name="connsiteY79" fmla="*/ 353575 h 757168"/>
                <a:gd name="connsiteX80" fmla="*/ 10746932 w 12192000"/>
                <a:gd name="connsiteY80" fmla="*/ 360606 h 757168"/>
                <a:gd name="connsiteX81" fmla="*/ 10905388 w 12192000"/>
                <a:gd name="connsiteY81" fmla="*/ 370627 h 757168"/>
                <a:gd name="connsiteX82" fmla="*/ 10995602 w 12192000"/>
                <a:gd name="connsiteY82" fmla="*/ 376691 h 757168"/>
                <a:gd name="connsiteX83" fmla="*/ 11107647 w 12192000"/>
                <a:gd name="connsiteY83" fmla="*/ 373405 h 757168"/>
                <a:gd name="connsiteX84" fmla="*/ 11302440 w 12192000"/>
                <a:gd name="connsiteY84" fmla="*/ 364156 h 757168"/>
                <a:gd name="connsiteX85" fmla="*/ 11353613 w 12192000"/>
                <a:gd name="connsiteY85" fmla="*/ 363785 h 757168"/>
                <a:gd name="connsiteX86" fmla="*/ 11447323 w 12192000"/>
                <a:gd name="connsiteY86" fmla="*/ 359346 h 757168"/>
                <a:gd name="connsiteX87" fmla="*/ 11464292 w 12192000"/>
                <a:gd name="connsiteY87" fmla="*/ 358519 h 757168"/>
                <a:gd name="connsiteX88" fmla="*/ 11607560 w 12192000"/>
                <a:gd name="connsiteY88" fmla="*/ 342370 h 757168"/>
                <a:gd name="connsiteX89" fmla="*/ 11681426 w 12192000"/>
                <a:gd name="connsiteY89" fmla="*/ 344335 h 757168"/>
                <a:gd name="connsiteX90" fmla="*/ 11893565 w 12192000"/>
                <a:gd name="connsiteY90" fmla="*/ 355261 h 757168"/>
                <a:gd name="connsiteX91" fmla="*/ 11983290 w 12192000"/>
                <a:gd name="connsiteY91" fmla="*/ 363588 h 757168"/>
                <a:gd name="connsiteX92" fmla="*/ 12192000 w 12192000"/>
                <a:gd name="connsiteY92" fmla="*/ 388018 h 757168"/>
                <a:gd name="connsiteX93" fmla="*/ 12192000 w 12192000"/>
                <a:gd name="connsiteY93" fmla="*/ 577115 h 757168"/>
                <a:gd name="connsiteX94" fmla="*/ 12157329 w 12192000"/>
                <a:gd name="connsiteY94" fmla="*/ 588862 h 757168"/>
                <a:gd name="connsiteX95" fmla="*/ 12066948 w 12192000"/>
                <a:gd name="connsiteY95" fmla="*/ 586034 h 757168"/>
                <a:gd name="connsiteX96" fmla="*/ 11911344 w 12192000"/>
                <a:gd name="connsiteY96" fmla="*/ 521599 h 757168"/>
                <a:gd name="connsiteX97" fmla="*/ 11847823 w 12192000"/>
                <a:gd name="connsiteY97" fmla="*/ 511785 h 757168"/>
                <a:gd name="connsiteX98" fmla="*/ 11737547 w 12192000"/>
                <a:gd name="connsiteY98" fmla="*/ 502380 h 757168"/>
                <a:gd name="connsiteX99" fmla="*/ 11636052 w 12192000"/>
                <a:gd name="connsiteY99" fmla="*/ 514993 h 757168"/>
                <a:gd name="connsiteX100" fmla="*/ 11394706 w 12192000"/>
                <a:gd name="connsiteY100" fmla="*/ 590867 h 757168"/>
                <a:gd name="connsiteX101" fmla="*/ 11354978 w 12192000"/>
                <a:gd name="connsiteY101" fmla="*/ 597561 h 757168"/>
                <a:gd name="connsiteX102" fmla="*/ 11285306 w 12192000"/>
                <a:gd name="connsiteY102" fmla="*/ 599825 h 757168"/>
                <a:gd name="connsiteX103" fmla="*/ 11008528 w 12192000"/>
                <a:gd name="connsiteY103" fmla="*/ 656670 h 757168"/>
                <a:gd name="connsiteX104" fmla="*/ 10948735 w 12192000"/>
                <a:gd name="connsiteY104" fmla="*/ 652964 h 757168"/>
                <a:gd name="connsiteX105" fmla="*/ 10850698 w 12192000"/>
                <a:gd name="connsiteY105" fmla="*/ 641721 h 757168"/>
                <a:gd name="connsiteX106" fmla="*/ 10744026 w 12192000"/>
                <a:gd name="connsiteY106" fmla="*/ 647769 h 757168"/>
                <a:gd name="connsiteX107" fmla="*/ 10666160 w 12192000"/>
                <a:gd name="connsiteY107" fmla="*/ 651891 h 757168"/>
                <a:gd name="connsiteX108" fmla="*/ 10450521 w 12192000"/>
                <a:gd name="connsiteY108" fmla="*/ 616552 h 757168"/>
                <a:gd name="connsiteX109" fmla="*/ 10271192 w 12192000"/>
                <a:gd name="connsiteY109" fmla="*/ 583498 h 757168"/>
                <a:gd name="connsiteX110" fmla="*/ 10246067 w 12192000"/>
                <a:gd name="connsiteY110" fmla="*/ 585423 h 757168"/>
                <a:gd name="connsiteX111" fmla="*/ 10005027 w 12192000"/>
                <a:gd name="connsiteY111" fmla="*/ 592252 h 757168"/>
                <a:gd name="connsiteX112" fmla="*/ 9898681 w 12192000"/>
                <a:gd name="connsiteY112" fmla="*/ 613195 h 757168"/>
                <a:gd name="connsiteX113" fmla="*/ 9753225 w 12192000"/>
                <a:gd name="connsiteY113" fmla="*/ 629038 h 757168"/>
                <a:gd name="connsiteX114" fmla="*/ 9591376 w 12192000"/>
                <a:gd name="connsiteY114" fmla="*/ 648601 h 757168"/>
                <a:gd name="connsiteX115" fmla="*/ 9472860 w 12192000"/>
                <a:gd name="connsiteY115" fmla="*/ 655936 h 757168"/>
                <a:gd name="connsiteX116" fmla="*/ 9299788 w 12192000"/>
                <a:gd name="connsiteY116" fmla="*/ 636945 h 757168"/>
                <a:gd name="connsiteX117" fmla="*/ 9264605 w 12192000"/>
                <a:gd name="connsiteY117" fmla="*/ 627087 h 757168"/>
                <a:gd name="connsiteX118" fmla="*/ 8926435 w 12192000"/>
                <a:gd name="connsiteY118" fmla="*/ 549269 h 757168"/>
                <a:gd name="connsiteX119" fmla="*/ 8698934 w 12192000"/>
                <a:gd name="connsiteY119" fmla="*/ 536583 h 757168"/>
                <a:gd name="connsiteX120" fmla="*/ 8622862 w 12192000"/>
                <a:gd name="connsiteY120" fmla="*/ 541563 h 757168"/>
                <a:gd name="connsiteX121" fmla="*/ 8482784 w 12192000"/>
                <a:gd name="connsiteY121" fmla="*/ 574094 h 757168"/>
                <a:gd name="connsiteX122" fmla="*/ 8421565 w 12192000"/>
                <a:gd name="connsiteY122" fmla="*/ 576610 h 757168"/>
                <a:gd name="connsiteX123" fmla="*/ 8313469 w 12192000"/>
                <a:gd name="connsiteY123" fmla="*/ 574762 h 757168"/>
                <a:gd name="connsiteX124" fmla="*/ 8079520 w 12192000"/>
                <a:gd name="connsiteY124" fmla="*/ 558685 h 757168"/>
                <a:gd name="connsiteX125" fmla="*/ 7773327 w 12192000"/>
                <a:gd name="connsiteY125" fmla="*/ 558854 h 757168"/>
                <a:gd name="connsiteX126" fmla="*/ 7652477 w 12192000"/>
                <a:gd name="connsiteY126" fmla="*/ 547561 h 757168"/>
                <a:gd name="connsiteX127" fmla="*/ 7522274 w 12192000"/>
                <a:gd name="connsiteY127" fmla="*/ 532150 h 757168"/>
                <a:gd name="connsiteX128" fmla="*/ 7484080 w 12192000"/>
                <a:gd name="connsiteY128" fmla="*/ 530532 h 757168"/>
                <a:gd name="connsiteX129" fmla="*/ 7282277 w 12192000"/>
                <a:gd name="connsiteY129" fmla="*/ 540177 h 757168"/>
                <a:gd name="connsiteX130" fmla="*/ 7235690 w 12192000"/>
                <a:gd name="connsiteY130" fmla="*/ 551282 h 757168"/>
                <a:gd name="connsiteX131" fmla="*/ 7116339 w 12192000"/>
                <a:gd name="connsiteY131" fmla="*/ 539494 h 757168"/>
                <a:gd name="connsiteX132" fmla="*/ 7011067 w 12192000"/>
                <a:gd name="connsiteY132" fmla="*/ 511848 h 757168"/>
                <a:gd name="connsiteX133" fmla="*/ 6403234 w 12192000"/>
                <a:gd name="connsiteY133" fmla="*/ 432296 h 757168"/>
                <a:gd name="connsiteX134" fmla="*/ 6036273 w 12192000"/>
                <a:gd name="connsiteY134" fmla="*/ 412301 h 757168"/>
                <a:gd name="connsiteX135" fmla="*/ 5780467 w 12192000"/>
                <a:gd name="connsiteY135" fmla="*/ 377910 h 757168"/>
                <a:gd name="connsiteX136" fmla="*/ 5739051 w 12192000"/>
                <a:gd name="connsiteY136" fmla="*/ 353609 h 757168"/>
                <a:gd name="connsiteX137" fmla="*/ 5583566 w 12192000"/>
                <a:gd name="connsiteY137" fmla="*/ 321995 h 757168"/>
                <a:gd name="connsiteX138" fmla="*/ 5432030 w 12192000"/>
                <a:gd name="connsiteY138" fmla="*/ 362512 h 757168"/>
                <a:gd name="connsiteX139" fmla="*/ 5241398 w 12192000"/>
                <a:gd name="connsiteY139" fmla="*/ 425781 h 757168"/>
                <a:gd name="connsiteX140" fmla="*/ 5139710 w 12192000"/>
                <a:gd name="connsiteY140" fmla="*/ 421022 h 757168"/>
                <a:gd name="connsiteX141" fmla="*/ 4929402 w 12192000"/>
                <a:gd name="connsiteY141" fmla="*/ 424310 h 757168"/>
                <a:gd name="connsiteX142" fmla="*/ 4782793 w 12192000"/>
                <a:gd name="connsiteY142" fmla="*/ 441046 h 757168"/>
                <a:gd name="connsiteX143" fmla="*/ 4577594 w 12192000"/>
                <a:gd name="connsiteY143" fmla="*/ 459290 h 757168"/>
                <a:gd name="connsiteX144" fmla="*/ 4500826 w 12192000"/>
                <a:gd name="connsiteY144" fmla="*/ 470529 h 757168"/>
                <a:gd name="connsiteX145" fmla="*/ 4317973 w 12192000"/>
                <a:gd name="connsiteY145" fmla="*/ 483649 h 757168"/>
                <a:gd name="connsiteX146" fmla="*/ 4166722 w 12192000"/>
                <a:gd name="connsiteY146" fmla="*/ 490602 h 757168"/>
                <a:gd name="connsiteX147" fmla="*/ 4042814 w 12192000"/>
                <a:gd name="connsiteY147" fmla="*/ 530660 h 757168"/>
                <a:gd name="connsiteX148" fmla="*/ 4002653 w 12192000"/>
                <a:gd name="connsiteY148" fmla="*/ 552594 h 757168"/>
                <a:gd name="connsiteX149" fmla="*/ 3969549 w 12192000"/>
                <a:gd name="connsiteY149" fmla="*/ 566312 h 757168"/>
                <a:gd name="connsiteX150" fmla="*/ 3821685 w 12192000"/>
                <a:gd name="connsiteY150" fmla="*/ 649183 h 757168"/>
                <a:gd name="connsiteX151" fmla="*/ 3805138 w 12192000"/>
                <a:gd name="connsiteY151" fmla="*/ 655947 h 757168"/>
                <a:gd name="connsiteX152" fmla="*/ 3609177 w 12192000"/>
                <a:gd name="connsiteY152" fmla="*/ 687459 h 757168"/>
                <a:gd name="connsiteX153" fmla="*/ 3539727 w 12192000"/>
                <a:gd name="connsiteY153" fmla="*/ 706521 h 757168"/>
                <a:gd name="connsiteX154" fmla="*/ 3396572 w 12192000"/>
                <a:gd name="connsiteY154" fmla="*/ 755681 h 757168"/>
                <a:gd name="connsiteX155" fmla="*/ 3341054 w 12192000"/>
                <a:gd name="connsiteY155" fmla="*/ 754679 h 757168"/>
                <a:gd name="connsiteX156" fmla="*/ 3138775 w 12192000"/>
                <a:gd name="connsiteY156" fmla="*/ 710120 h 757168"/>
                <a:gd name="connsiteX157" fmla="*/ 3037283 w 12192000"/>
                <a:gd name="connsiteY157" fmla="*/ 666453 h 757168"/>
                <a:gd name="connsiteX158" fmla="*/ 3002117 w 12192000"/>
                <a:gd name="connsiteY158" fmla="*/ 649347 h 757168"/>
                <a:gd name="connsiteX159" fmla="*/ 2747294 w 12192000"/>
                <a:gd name="connsiteY159" fmla="*/ 652400 h 757168"/>
                <a:gd name="connsiteX160" fmla="*/ 2676273 w 12192000"/>
                <a:gd name="connsiteY160" fmla="*/ 652304 h 757168"/>
                <a:gd name="connsiteX161" fmla="*/ 2432360 w 12192000"/>
                <a:gd name="connsiteY161" fmla="*/ 657836 h 757168"/>
                <a:gd name="connsiteX162" fmla="*/ 2382311 w 12192000"/>
                <a:gd name="connsiteY162" fmla="*/ 650824 h 757168"/>
                <a:gd name="connsiteX163" fmla="*/ 2055134 w 12192000"/>
                <a:gd name="connsiteY163" fmla="*/ 630053 h 757168"/>
                <a:gd name="connsiteX164" fmla="*/ 2031829 w 12192000"/>
                <a:gd name="connsiteY164" fmla="*/ 639324 h 757168"/>
                <a:gd name="connsiteX165" fmla="*/ 1912764 w 12192000"/>
                <a:gd name="connsiteY165" fmla="*/ 664183 h 757168"/>
                <a:gd name="connsiteX166" fmla="*/ 1755637 w 12192000"/>
                <a:gd name="connsiteY166" fmla="*/ 663960 h 757168"/>
                <a:gd name="connsiteX167" fmla="*/ 1727159 w 12192000"/>
                <a:gd name="connsiteY167" fmla="*/ 659605 h 757168"/>
                <a:gd name="connsiteX168" fmla="*/ 1622470 w 12192000"/>
                <a:gd name="connsiteY168" fmla="*/ 634850 h 757168"/>
                <a:gd name="connsiteX169" fmla="*/ 1385955 w 12192000"/>
                <a:gd name="connsiteY169" fmla="*/ 604522 h 757168"/>
                <a:gd name="connsiteX170" fmla="*/ 1340055 w 12192000"/>
                <a:gd name="connsiteY170" fmla="*/ 595629 h 757168"/>
                <a:gd name="connsiteX171" fmla="*/ 1257271 w 12192000"/>
                <a:gd name="connsiteY171" fmla="*/ 581180 h 757168"/>
                <a:gd name="connsiteX172" fmla="*/ 1031914 w 12192000"/>
                <a:gd name="connsiteY172" fmla="*/ 562692 h 757168"/>
                <a:gd name="connsiteX173" fmla="*/ 922031 w 12192000"/>
                <a:gd name="connsiteY173" fmla="*/ 566853 h 757168"/>
                <a:gd name="connsiteX174" fmla="*/ 873250 w 12192000"/>
                <a:gd name="connsiteY174" fmla="*/ 563724 h 757168"/>
                <a:gd name="connsiteX175" fmla="*/ 711627 w 12192000"/>
                <a:gd name="connsiteY175" fmla="*/ 529880 h 757168"/>
                <a:gd name="connsiteX176" fmla="*/ 311112 w 12192000"/>
                <a:gd name="connsiteY176" fmla="*/ 525106 h 757168"/>
                <a:gd name="connsiteX177" fmla="*/ 184145 w 12192000"/>
                <a:gd name="connsiteY177" fmla="*/ 532188 h 757168"/>
                <a:gd name="connsiteX178" fmla="*/ 116886 w 12192000"/>
                <a:gd name="connsiteY178" fmla="*/ 530572 h 757168"/>
                <a:gd name="connsiteX179" fmla="*/ 23941 w 12192000"/>
                <a:gd name="connsiteY179" fmla="*/ 506433 h 757168"/>
                <a:gd name="connsiteX180" fmla="*/ 0 w 12192000"/>
                <a:gd name="connsiteY180" fmla="*/ 502149 h 75716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Lst>
              <a:rect l="l" t="t" r="r" b="b"/>
              <a:pathLst>
                <a:path w="12192000" h="757168">
                  <a:moveTo>
                    <a:pt x="0" y="0"/>
                  </a:moveTo>
                  <a:lnTo>
                    <a:pt x="41653" y="6945"/>
                  </a:lnTo>
                  <a:cubicBezTo>
                    <a:pt x="55151" y="9178"/>
                    <a:pt x="68996" y="11810"/>
                    <a:pt x="81317" y="15509"/>
                  </a:cubicBezTo>
                  <a:cubicBezTo>
                    <a:pt x="92911" y="18978"/>
                    <a:pt x="102562" y="24446"/>
                    <a:pt x="114150" y="28105"/>
                  </a:cubicBezTo>
                  <a:cubicBezTo>
                    <a:pt x="145644" y="37958"/>
                    <a:pt x="177914" y="47281"/>
                    <a:pt x="214865" y="58374"/>
                  </a:cubicBezTo>
                  <a:cubicBezTo>
                    <a:pt x="236680" y="42349"/>
                    <a:pt x="264438" y="53534"/>
                    <a:pt x="299237" y="63560"/>
                  </a:cubicBezTo>
                  <a:cubicBezTo>
                    <a:pt x="334763" y="73816"/>
                    <a:pt x="376093" y="78654"/>
                    <a:pt x="415570" y="83774"/>
                  </a:cubicBezTo>
                  <a:cubicBezTo>
                    <a:pt x="487949" y="93100"/>
                    <a:pt x="560804" y="100354"/>
                    <a:pt x="633210" y="109108"/>
                  </a:cubicBezTo>
                  <a:cubicBezTo>
                    <a:pt x="648566" y="111058"/>
                    <a:pt x="666073" y="114072"/>
                    <a:pt x="677567" y="119446"/>
                  </a:cubicBezTo>
                  <a:cubicBezTo>
                    <a:pt x="756262" y="155621"/>
                    <a:pt x="853422" y="169678"/>
                    <a:pt x="946429" y="171502"/>
                  </a:cubicBezTo>
                  <a:cubicBezTo>
                    <a:pt x="1019582" y="173044"/>
                    <a:pt x="1091239" y="175083"/>
                    <a:pt x="1163367" y="182106"/>
                  </a:cubicBezTo>
                  <a:cubicBezTo>
                    <a:pt x="1168863" y="182586"/>
                    <a:pt x="1176224" y="182589"/>
                    <a:pt x="1180337" y="181279"/>
                  </a:cubicBezTo>
                  <a:cubicBezTo>
                    <a:pt x="1205822" y="172503"/>
                    <a:pt x="1231920" y="173109"/>
                    <a:pt x="1263939" y="173070"/>
                  </a:cubicBezTo>
                  <a:cubicBezTo>
                    <a:pt x="1309211" y="172961"/>
                    <a:pt x="1350592" y="176848"/>
                    <a:pt x="1392213" y="183225"/>
                  </a:cubicBezTo>
                  <a:cubicBezTo>
                    <a:pt x="1422516" y="187866"/>
                    <a:pt x="1453010" y="195759"/>
                    <a:pt x="1479752" y="205174"/>
                  </a:cubicBezTo>
                  <a:cubicBezTo>
                    <a:pt x="1516962" y="218381"/>
                    <a:pt x="1553071" y="224660"/>
                    <a:pt x="1589813" y="211706"/>
                  </a:cubicBezTo>
                  <a:cubicBezTo>
                    <a:pt x="1629541" y="197953"/>
                    <a:pt x="1673292" y="205778"/>
                    <a:pt x="1716264" y="207459"/>
                  </a:cubicBezTo>
                  <a:cubicBezTo>
                    <a:pt x="1734988" y="208248"/>
                    <a:pt x="1754789" y="209668"/>
                    <a:pt x="1772900" y="208137"/>
                  </a:cubicBezTo>
                  <a:cubicBezTo>
                    <a:pt x="1825381" y="203828"/>
                    <a:pt x="1876222" y="195808"/>
                    <a:pt x="1929319" y="193822"/>
                  </a:cubicBezTo>
                  <a:cubicBezTo>
                    <a:pt x="1958819" y="192698"/>
                    <a:pt x="1991232" y="199166"/>
                    <a:pt x="2021514" y="204186"/>
                  </a:cubicBezTo>
                  <a:cubicBezTo>
                    <a:pt x="2052154" y="209417"/>
                    <a:pt x="2082323" y="216530"/>
                    <a:pt x="2111753" y="223797"/>
                  </a:cubicBezTo>
                  <a:cubicBezTo>
                    <a:pt x="2131736" y="228659"/>
                    <a:pt x="2153567" y="233429"/>
                    <a:pt x="2169356" y="241125"/>
                  </a:cubicBezTo>
                  <a:cubicBezTo>
                    <a:pt x="2205243" y="258649"/>
                    <a:pt x="2242901" y="263295"/>
                    <a:pt x="2286638" y="257382"/>
                  </a:cubicBezTo>
                  <a:cubicBezTo>
                    <a:pt x="2293313" y="256396"/>
                    <a:pt x="2301018" y="256799"/>
                    <a:pt x="2308368" y="256995"/>
                  </a:cubicBezTo>
                  <a:cubicBezTo>
                    <a:pt x="2426026" y="259155"/>
                    <a:pt x="2543593" y="262834"/>
                    <a:pt x="2660621" y="262863"/>
                  </a:cubicBezTo>
                  <a:cubicBezTo>
                    <a:pt x="2708088" y="262871"/>
                    <a:pt x="2754165" y="254412"/>
                    <a:pt x="2801134" y="250006"/>
                  </a:cubicBezTo>
                  <a:cubicBezTo>
                    <a:pt x="2810748" y="249174"/>
                    <a:pt x="2821504" y="247638"/>
                    <a:pt x="2830994" y="249091"/>
                  </a:cubicBezTo>
                  <a:cubicBezTo>
                    <a:pt x="2934354" y="264045"/>
                    <a:pt x="3032340" y="255254"/>
                    <a:pt x="3129084" y="242009"/>
                  </a:cubicBezTo>
                  <a:cubicBezTo>
                    <a:pt x="3139090" y="240625"/>
                    <a:pt x="3151170" y="241831"/>
                    <a:pt x="3162162" y="242789"/>
                  </a:cubicBezTo>
                  <a:cubicBezTo>
                    <a:pt x="3192925" y="245736"/>
                    <a:pt x="3225969" y="254145"/>
                    <a:pt x="3254072" y="251612"/>
                  </a:cubicBezTo>
                  <a:cubicBezTo>
                    <a:pt x="3328782" y="244461"/>
                    <a:pt x="3402881" y="234992"/>
                    <a:pt x="3473491" y="221903"/>
                  </a:cubicBezTo>
                  <a:cubicBezTo>
                    <a:pt x="3545212" y="208683"/>
                    <a:pt x="3611651" y="197856"/>
                    <a:pt x="3691860" y="219228"/>
                  </a:cubicBezTo>
                  <a:cubicBezTo>
                    <a:pt x="3725977" y="228268"/>
                    <a:pt x="3771754" y="225515"/>
                    <a:pt x="3811494" y="225691"/>
                  </a:cubicBezTo>
                  <a:cubicBezTo>
                    <a:pt x="3840564" y="225687"/>
                    <a:pt x="3868906" y="218586"/>
                    <a:pt x="3897533" y="220087"/>
                  </a:cubicBezTo>
                  <a:cubicBezTo>
                    <a:pt x="3973874" y="224087"/>
                    <a:pt x="4042293" y="217563"/>
                    <a:pt x="4109430" y="200477"/>
                  </a:cubicBezTo>
                  <a:cubicBezTo>
                    <a:pt x="4135544" y="193834"/>
                    <a:pt x="4175268" y="201258"/>
                    <a:pt x="4208772" y="200914"/>
                  </a:cubicBezTo>
                  <a:cubicBezTo>
                    <a:pt x="4244136" y="200288"/>
                    <a:pt x="4280583" y="199908"/>
                    <a:pt x="4314641" y="196159"/>
                  </a:cubicBezTo>
                  <a:cubicBezTo>
                    <a:pt x="4402743" y="186278"/>
                    <a:pt x="4489848" y="174436"/>
                    <a:pt x="4577622" y="163774"/>
                  </a:cubicBezTo>
                  <a:cubicBezTo>
                    <a:pt x="4649843" y="154967"/>
                    <a:pt x="4719794" y="168553"/>
                    <a:pt x="4790345" y="177592"/>
                  </a:cubicBezTo>
                  <a:cubicBezTo>
                    <a:pt x="4834576" y="183345"/>
                    <a:pt x="4875614" y="193701"/>
                    <a:pt x="4926164" y="184139"/>
                  </a:cubicBezTo>
                  <a:cubicBezTo>
                    <a:pt x="4974485" y="175032"/>
                    <a:pt x="5034899" y="180870"/>
                    <a:pt x="5088812" y="177401"/>
                  </a:cubicBezTo>
                  <a:cubicBezTo>
                    <a:pt x="5134238" y="174439"/>
                    <a:pt x="5178353" y="168165"/>
                    <a:pt x="5222466" y="162082"/>
                  </a:cubicBezTo>
                  <a:cubicBezTo>
                    <a:pt x="5282519" y="153783"/>
                    <a:pt x="5341864" y="144876"/>
                    <a:pt x="5406528" y="153987"/>
                  </a:cubicBezTo>
                  <a:cubicBezTo>
                    <a:pt x="5479960" y="164323"/>
                    <a:pt x="5531876" y="142624"/>
                    <a:pt x="5590716" y="129490"/>
                  </a:cubicBezTo>
                  <a:cubicBezTo>
                    <a:pt x="5631296" y="120553"/>
                    <a:pt x="5675395" y="114659"/>
                    <a:pt x="5719429" y="110099"/>
                  </a:cubicBezTo>
                  <a:cubicBezTo>
                    <a:pt x="5778247" y="104215"/>
                    <a:pt x="5838715" y="102042"/>
                    <a:pt x="5897895" y="96368"/>
                  </a:cubicBezTo>
                  <a:cubicBezTo>
                    <a:pt x="5987399" y="87895"/>
                    <a:pt x="6077855" y="82333"/>
                    <a:pt x="6169957" y="94411"/>
                  </a:cubicBezTo>
                  <a:cubicBezTo>
                    <a:pt x="6212360" y="99875"/>
                    <a:pt x="6252010" y="101763"/>
                    <a:pt x="6294827" y="99236"/>
                  </a:cubicBezTo>
                  <a:cubicBezTo>
                    <a:pt x="6364965" y="95091"/>
                    <a:pt x="6436581" y="97891"/>
                    <a:pt x="6494261" y="71724"/>
                  </a:cubicBezTo>
                  <a:cubicBezTo>
                    <a:pt x="6514615" y="62488"/>
                    <a:pt x="6550354" y="61691"/>
                    <a:pt x="6579627" y="57883"/>
                  </a:cubicBezTo>
                  <a:cubicBezTo>
                    <a:pt x="6613354" y="53353"/>
                    <a:pt x="6637770" y="57878"/>
                    <a:pt x="6654800" y="77086"/>
                  </a:cubicBezTo>
                  <a:cubicBezTo>
                    <a:pt x="6662444" y="85688"/>
                    <a:pt x="6685147" y="94892"/>
                    <a:pt x="6703059" y="97166"/>
                  </a:cubicBezTo>
                  <a:cubicBezTo>
                    <a:pt x="6756799" y="103989"/>
                    <a:pt x="6806654" y="100687"/>
                    <a:pt x="6859445" y="90481"/>
                  </a:cubicBezTo>
                  <a:cubicBezTo>
                    <a:pt x="6908894" y="80861"/>
                    <a:pt x="6969747" y="85387"/>
                    <a:pt x="7025414" y="83536"/>
                  </a:cubicBezTo>
                  <a:cubicBezTo>
                    <a:pt x="7064862" y="82168"/>
                    <a:pt x="7104501" y="77186"/>
                    <a:pt x="7144137" y="79264"/>
                  </a:cubicBezTo>
                  <a:cubicBezTo>
                    <a:pt x="7193316" y="81841"/>
                    <a:pt x="7241809" y="90488"/>
                    <a:pt x="7291235" y="95367"/>
                  </a:cubicBezTo>
                  <a:cubicBezTo>
                    <a:pt x="7329668" y="99288"/>
                    <a:pt x="7368978" y="100585"/>
                    <a:pt x="7407395" y="104888"/>
                  </a:cubicBezTo>
                  <a:cubicBezTo>
                    <a:pt x="7438868" y="108256"/>
                    <a:pt x="7469832" y="114265"/>
                    <a:pt x="7500837" y="119515"/>
                  </a:cubicBezTo>
                  <a:cubicBezTo>
                    <a:pt x="7512146" y="121444"/>
                    <a:pt x="7523255" y="127178"/>
                    <a:pt x="7533567" y="126955"/>
                  </a:cubicBezTo>
                  <a:cubicBezTo>
                    <a:pt x="7636025" y="124121"/>
                    <a:pt x="7707510" y="164497"/>
                    <a:pt x="7792910" y="185188"/>
                  </a:cubicBezTo>
                  <a:cubicBezTo>
                    <a:pt x="7882663" y="207063"/>
                    <a:pt x="7969001" y="237914"/>
                    <a:pt x="8070699" y="235423"/>
                  </a:cubicBezTo>
                  <a:cubicBezTo>
                    <a:pt x="8132239" y="233879"/>
                    <a:pt x="8191903" y="225939"/>
                    <a:pt x="8253177" y="222473"/>
                  </a:cubicBezTo>
                  <a:cubicBezTo>
                    <a:pt x="8274949" y="221324"/>
                    <a:pt x="8299150" y="222976"/>
                    <a:pt x="8320683" y="226393"/>
                  </a:cubicBezTo>
                  <a:cubicBezTo>
                    <a:pt x="8424731" y="242340"/>
                    <a:pt x="8527777" y="249266"/>
                    <a:pt x="8631438" y="237528"/>
                  </a:cubicBezTo>
                  <a:cubicBezTo>
                    <a:pt x="8649201" y="235596"/>
                    <a:pt x="8668058" y="233915"/>
                    <a:pt x="8686410" y="234877"/>
                  </a:cubicBezTo>
                  <a:cubicBezTo>
                    <a:pt x="8786966" y="240146"/>
                    <a:pt x="8885480" y="249315"/>
                    <a:pt x="8980658" y="273001"/>
                  </a:cubicBezTo>
                  <a:cubicBezTo>
                    <a:pt x="9012626" y="280972"/>
                    <a:pt x="9052108" y="279035"/>
                    <a:pt x="9087625" y="282423"/>
                  </a:cubicBezTo>
                  <a:cubicBezTo>
                    <a:pt x="9120583" y="285484"/>
                    <a:pt x="9154319" y="287825"/>
                    <a:pt x="9186017" y="293875"/>
                  </a:cubicBezTo>
                  <a:cubicBezTo>
                    <a:pt x="9232288" y="302785"/>
                    <a:pt x="9275554" y="305815"/>
                    <a:pt x="9323931" y="302628"/>
                  </a:cubicBezTo>
                  <a:cubicBezTo>
                    <a:pt x="9370084" y="299705"/>
                    <a:pt x="9419491" y="304964"/>
                    <a:pt x="9467213" y="307275"/>
                  </a:cubicBezTo>
                  <a:cubicBezTo>
                    <a:pt x="9520438" y="309874"/>
                    <a:pt x="9573661" y="312473"/>
                    <a:pt x="9626826" y="316213"/>
                  </a:cubicBezTo>
                  <a:cubicBezTo>
                    <a:pt x="9648094" y="317708"/>
                    <a:pt x="9671915" y="326588"/>
                    <a:pt x="9689696" y="324467"/>
                  </a:cubicBezTo>
                  <a:cubicBezTo>
                    <a:pt x="9747117" y="317175"/>
                    <a:pt x="9803355" y="332523"/>
                    <a:pt x="9860526" y="329986"/>
                  </a:cubicBezTo>
                  <a:cubicBezTo>
                    <a:pt x="9888572" y="328594"/>
                    <a:pt x="9919723" y="338048"/>
                    <a:pt x="9949775" y="340386"/>
                  </a:cubicBezTo>
                  <a:cubicBezTo>
                    <a:pt x="9998886" y="344296"/>
                    <a:pt x="10048092" y="346302"/>
                    <a:pt x="10097252" y="349262"/>
                  </a:cubicBezTo>
                  <a:cubicBezTo>
                    <a:pt x="10113390" y="350297"/>
                    <a:pt x="10129133" y="351886"/>
                    <a:pt x="10145261" y="353113"/>
                  </a:cubicBezTo>
                  <a:cubicBezTo>
                    <a:pt x="10159555" y="354243"/>
                    <a:pt x="10174512" y="356743"/>
                    <a:pt x="10188159" y="356124"/>
                  </a:cubicBezTo>
                  <a:cubicBezTo>
                    <a:pt x="10237589" y="353944"/>
                    <a:pt x="10286441" y="348682"/>
                    <a:pt x="10336144" y="348235"/>
                  </a:cubicBezTo>
                  <a:cubicBezTo>
                    <a:pt x="10379222" y="347822"/>
                    <a:pt x="10423443" y="353764"/>
                    <a:pt x="10466847" y="354131"/>
                  </a:cubicBezTo>
                  <a:cubicBezTo>
                    <a:pt x="10543353" y="354898"/>
                    <a:pt x="10619988" y="353190"/>
                    <a:pt x="10696514" y="353575"/>
                  </a:cubicBezTo>
                  <a:cubicBezTo>
                    <a:pt x="10713071" y="353680"/>
                    <a:pt x="10730069" y="359342"/>
                    <a:pt x="10746932" y="360606"/>
                  </a:cubicBezTo>
                  <a:cubicBezTo>
                    <a:pt x="10799731" y="364326"/>
                    <a:pt x="10852569" y="367289"/>
                    <a:pt x="10905388" y="370627"/>
                  </a:cubicBezTo>
                  <a:cubicBezTo>
                    <a:pt x="10935470" y="372396"/>
                    <a:pt x="10965963" y="373421"/>
                    <a:pt x="10995602" y="376691"/>
                  </a:cubicBezTo>
                  <a:cubicBezTo>
                    <a:pt x="11034750" y="381032"/>
                    <a:pt x="11070168" y="386324"/>
                    <a:pt x="11107647" y="373405"/>
                  </a:cubicBezTo>
                  <a:cubicBezTo>
                    <a:pt x="11165372" y="353347"/>
                    <a:pt x="11236837" y="366060"/>
                    <a:pt x="11302440" y="364156"/>
                  </a:cubicBezTo>
                  <a:cubicBezTo>
                    <a:pt x="11319394" y="363708"/>
                    <a:pt x="11336655" y="364422"/>
                    <a:pt x="11353613" y="363785"/>
                  </a:cubicBezTo>
                  <a:cubicBezTo>
                    <a:pt x="11384961" y="362566"/>
                    <a:pt x="11415955" y="360947"/>
                    <a:pt x="11447323" y="359346"/>
                  </a:cubicBezTo>
                  <a:cubicBezTo>
                    <a:pt x="11452855" y="359066"/>
                    <a:pt x="11459104" y="359200"/>
                    <a:pt x="11464292" y="358519"/>
                  </a:cubicBezTo>
                  <a:cubicBezTo>
                    <a:pt x="11512058" y="353010"/>
                    <a:pt x="11559143" y="346321"/>
                    <a:pt x="11607560" y="342370"/>
                  </a:cubicBezTo>
                  <a:cubicBezTo>
                    <a:pt x="11631218" y="340368"/>
                    <a:pt x="11657295" y="341352"/>
                    <a:pt x="11681426" y="344335"/>
                  </a:cubicBezTo>
                  <a:cubicBezTo>
                    <a:pt x="11751997" y="352993"/>
                    <a:pt x="11821986" y="358760"/>
                    <a:pt x="11893565" y="355261"/>
                  </a:cubicBezTo>
                  <a:cubicBezTo>
                    <a:pt x="11921973" y="353889"/>
                    <a:pt x="11953288" y="360300"/>
                    <a:pt x="11983290" y="363588"/>
                  </a:cubicBezTo>
                  <a:lnTo>
                    <a:pt x="12192000" y="388018"/>
                  </a:lnTo>
                  <a:lnTo>
                    <a:pt x="12192000" y="577115"/>
                  </a:lnTo>
                  <a:lnTo>
                    <a:pt x="12157329" y="588862"/>
                  </a:lnTo>
                  <a:cubicBezTo>
                    <a:pt x="12118393" y="608572"/>
                    <a:pt x="12109715" y="605637"/>
                    <a:pt x="12066948" y="586034"/>
                  </a:cubicBezTo>
                  <a:cubicBezTo>
                    <a:pt x="12016991" y="563193"/>
                    <a:pt x="11965119" y="541779"/>
                    <a:pt x="11911344" y="521599"/>
                  </a:cubicBezTo>
                  <a:cubicBezTo>
                    <a:pt x="11894383" y="515178"/>
                    <a:pt x="11869417" y="514060"/>
                    <a:pt x="11847823" y="511785"/>
                  </a:cubicBezTo>
                  <a:cubicBezTo>
                    <a:pt x="11811233" y="507768"/>
                    <a:pt x="11773630" y="501982"/>
                    <a:pt x="11737547" y="502380"/>
                  </a:cubicBezTo>
                  <a:cubicBezTo>
                    <a:pt x="11702930" y="502855"/>
                    <a:pt x="11668388" y="508866"/>
                    <a:pt x="11636052" y="514993"/>
                  </a:cubicBezTo>
                  <a:cubicBezTo>
                    <a:pt x="11545722" y="532199"/>
                    <a:pt x="11462455" y="555118"/>
                    <a:pt x="11394706" y="590867"/>
                  </a:cubicBezTo>
                  <a:cubicBezTo>
                    <a:pt x="11385999" y="595562"/>
                    <a:pt x="11369016" y="596581"/>
                    <a:pt x="11354978" y="597561"/>
                  </a:cubicBezTo>
                  <a:cubicBezTo>
                    <a:pt x="11332076" y="599224"/>
                    <a:pt x="11308448" y="600655"/>
                    <a:pt x="11285306" y="599825"/>
                  </a:cubicBezTo>
                  <a:cubicBezTo>
                    <a:pt x="11172906" y="595841"/>
                    <a:pt x="11083430" y="617861"/>
                    <a:pt x="11008528" y="656670"/>
                  </a:cubicBezTo>
                  <a:cubicBezTo>
                    <a:pt x="10986971" y="667750"/>
                    <a:pt x="10970753" y="668236"/>
                    <a:pt x="10948735" y="652964"/>
                  </a:cubicBezTo>
                  <a:cubicBezTo>
                    <a:pt x="10923173" y="635218"/>
                    <a:pt x="10885031" y="639705"/>
                    <a:pt x="10850698" y="641721"/>
                  </a:cubicBezTo>
                  <a:cubicBezTo>
                    <a:pt x="10815269" y="643680"/>
                    <a:pt x="10779458" y="645811"/>
                    <a:pt x="10744026" y="647769"/>
                  </a:cubicBezTo>
                  <a:cubicBezTo>
                    <a:pt x="10717832" y="649066"/>
                    <a:pt x="10692021" y="650003"/>
                    <a:pt x="10666160" y="651891"/>
                  </a:cubicBezTo>
                  <a:cubicBezTo>
                    <a:pt x="10585627" y="657783"/>
                    <a:pt x="10513854" y="650969"/>
                    <a:pt x="10450521" y="616552"/>
                  </a:cubicBezTo>
                  <a:cubicBezTo>
                    <a:pt x="10402221" y="590175"/>
                    <a:pt x="10339099" y="579806"/>
                    <a:pt x="10271192" y="583498"/>
                  </a:cubicBezTo>
                  <a:cubicBezTo>
                    <a:pt x="10262701" y="584006"/>
                    <a:pt x="10251859" y="587254"/>
                    <a:pt x="10246067" y="585423"/>
                  </a:cubicBezTo>
                  <a:cubicBezTo>
                    <a:pt x="10158786" y="558528"/>
                    <a:pt x="10086634" y="594049"/>
                    <a:pt x="10005027" y="592252"/>
                  </a:cubicBezTo>
                  <a:cubicBezTo>
                    <a:pt x="9969004" y="591507"/>
                    <a:pt x="9931565" y="603664"/>
                    <a:pt x="9898681" y="613195"/>
                  </a:cubicBezTo>
                  <a:cubicBezTo>
                    <a:pt x="9853463" y="626281"/>
                    <a:pt x="9813049" y="639042"/>
                    <a:pt x="9753225" y="629038"/>
                  </a:cubicBezTo>
                  <a:cubicBezTo>
                    <a:pt x="9693404" y="618845"/>
                    <a:pt x="9637675" y="628898"/>
                    <a:pt x="9591376" y="648601"/>
                  </a:cubicBezTo>
                  <a:cubicBezTo>
                    <a:pt x="9556001" y="663537"/>
                    <a:pt x="9518120" y="663077"/>
                    <a:pt x="9472860" y="655936"/>
                  </a:cubicBezTo>
                  <a:cubicBezTo>
                    <a:pt x="9416283" y="647056"/>
                    <a:pt x="9357217" y="643578"/>
                    <a:pt x="9299788" y="636945"/>
                  </a:cubicBezTo>
                  <a:cubicBezTo>
                    <a:pt x="9287347" y="635531"/>
                    <a:pt x="9271710" y="632039"/>
                    <a:pt x="9264605" y="627087"/>
                  </a:cubicBezTo>
                  <a:cubicBezTo>
                    <a:pt x="9177661" y="565680"/>
                    <a:pt x="9051076" y="558473"/>
                    <a:pt x="8926435" y="549269"/>
                  </a:cubicBezTo>
                  <a:cubicBezTo>
                    <a:pt x="8850925" y="543595"/>
                    <a:pt x="8774954" y="539613"/>
                    <a:pt x="8698934" y="536583"/>
                  </a:cubicBezTo>
                  <a:cubicBezTo>
                    <a:pt x="8673232" y="535428"/>
                    <a:pt x="8645916" y="537050"/>
                    <a:pt x="8622862" y="541563"/>
                  </a:cubicBezTo>
                  <a:cubicBezTo>
                    <a:pt x="8574890" y="551069"/>
                    <a:pt x="8530403" y="564380"/>
                    <a:pt x="8482784" y="574094"/>
                  </a:cubicBezTo>
                  <a:cubicBezTo>
                    <a:pt x="8464923" y="577929"/>
                    <a:pt x="8442157" y="576927"/>
                    <a:pt x="8421565" y="576610"/>
                  </a:cubicBezTo>
                  <a:cubicBezTo>
                    <a:pt x="8385152" y="576229"/>
                    <a:pt x="8345023" y="569546"/>
                    <a:pt x="8313469" y="574762"/>
                  </a:cubicBezTo>
                  <a:cubicBezTo>
                    <a:pt x="8231431" y="588203"/>
                    <a:pt x="8155671" y="580227"/>
                    <a:pt x="8079520" y="558685"/>
                  </a:cubicBezTo>
                  <a:cubicBezTo>
                    <a:pt x="7972906" y="528487"/>
                    <a:pt x="7870782" y="525043"/>
                    <a:pt x="7773327" y="558854"/>
                  </a:cubicBezTo>
                  <a:cubicBezTo>
                    <a:pt x="7729470" y="574107"/>
                    <a:pt x="7688069" y="563543"/>
                    <a:pt x="7652477" y="547561"/>
                  </a:cubicBezTo>
                  <a:cubicBezTo>
                    <a:pt x="7611494" y="529005"/>
                    <a:pt x="7570974" y="522685"/>
                    <a:pt x="7522274" y="532150"/>
                  </a:cubicBezTo>
                  <a:cubicBezTo>
                    <a:pt x="7511488" y="534257"/>
                    <a:pt x="7496511" y="532136"/>
                    <a:pt x="7484080" y="530532"/>
                  </a:cubicBezTo>
                  <a:cubicBezTo>
                    <a:pt x="7413133" y="522044"/>
                    <a:pt x="7341987" y="510303"/>
                    <a:pt x="7282277" y="540177"/>
                  </a:cubicBezTo>
                  <a:cubicBezTo>
                    <a:pt x="7270558" y="546051"/>
                    <a:pt x="7251336" y="547713"/>
                    <a:pt x="7235690" y="551282"/>
                  </a:cubicBezTo>
                  <a:cubicBezTo>
                    <a:pt x="7170161" y="565782"/>
                    <a:pt x="7172820" y="564203"/>
                    <a:pt x="7116339" y="539494"/>
                  </a:cubicBezTo>
                  <a:cubicBezTo>
                    <a:pt x="7086841" y="526502"/>
                    <a:pt x="7045980" y="512724"/>
                    <a:pt x="7011067" y="511848"/>
                  </a:cubicBezTo>
                  <a:cubicBezTo>
                    <a:pt x="6800473" y="506533"/>
                    <a:pt x="6601893" y="468653"/>
                    <a:pt x="6403234" y="432296"/>
                  </a:cubicBezTo>
                  <a:cubicBezTo>
                    <a:pt x="6280760" y="409851"/>
                    <a:pt x="6160432" y="402592"/>
                    <a:pt x="6036273" y="412301"/>
                  </a:cubicBezTo>
                  <a:cubicBezTo>
                    <a:pt x="5946471" y="419425"/>
                    <a:pt x="5863077" y="395593"/>
                    <a:pt x="5780467" y="377910"/>
                  </a:cubicBezTo>
                  <a:cubicBezTo>
                    <a:pt x="5763357" y="374343"/>
                    <a:pt x="5747757" y="363033"/>
                    <a:pt x="5739051" y="353609"/>
                  </a:cubicBezTo>
                  <a:cubicBezTo>
                    <a:pt x="5707675" y="320294"/>
                    <a:pt x="5653252" y="312483"/>
                    <a:pt x="5583566" y="321995"/>
                  </a:cubicBezTo>
                  <a:cubicBezTo>
                    <a:pt x="5528347" y="329404"/>
                    <a:pt x="5477716" y="340486"/>
                    <a:pt x="5432030" y="362512"/>
                  </a:cubicBezTo>
                  <a:cubicBezTo>
                    <a:pt x="5378421" y="388318"/>
                    <a:pt x="5322767" y="418026"/>
                    <a:pt x="5241398" y="425781"/>
                  </a:cubicBezTo>
                  <a:cubicBezTo>
                    <a:pt x="5206262" y="429089"/>
                    <a:pt x="5176131" y="428273"/>
                    <a:pt x="5139710" y="421022"/>
                  </a:cubicBezTo>
                  <a:cubicBezTo>
                    <a:pt x="5069048" y="407018"/>
                    <a:pt x="4997864" y="396037"/>
                    <a:pt x="4929402" y="424310"/>
                  </a:cubicBezTo>
                  <a:cubicBezTo>
                    <a:pt x="4891785" y="439890"/>
                    <a:pt x="4841650" y="448519"/>
                    <a:pt x="4782793" y="441046"/>
                  </a:cubicBezTo>
                  <a:cubicBezTo>
                    <a:pt x="4709316" y="431663"/>
                    <a:pt x="4641426" y="442031"/>
                    <a:pt x="4577594" y="459290"/>
                  </a:cubicBezTo>
                  <a:cubicBezTo>
                    <a:pt x="4554816" y="465538"/>
                    <a:pt x="4527069" y="468279"/>
                    <a:pt x="4500826" y="470529"/>
                  </a:cubicBezTo>
                  <a:cubicBezTo>
                    <a:pt x="4440199" y="475746"/>
                    <a:pt x="4379252" y="479993"/>
                    <a:pt x="4317973" y="483649"/>
                  </a:cubicBezTo>
                  <a:cubicBezTo>
                    <a:pt x="4267762" y="486741"/>
                    <a:pt x="4217264" y="488292"/>
                    <a:pt x="4166722" y="490602"/>
                  </a:cubicBezTo>
                  <a:cubicBezTo>
                    <a:pt x="4111394" y="493045"/>
                    <a:pt x="4067073" y="503124"/>
                    <a:pt x="4042814" y="530660"/>
                  </a:cubicBezTo>
                  <a:cubicBezTo>
                    <a:pt x="4034996" y="539407"/>
                    <a:pt x="4017001" y="545715"/>
                    <a:pt x="4002653" y="552594"/>
                  </a:cubicBezTo>
                  <a:cubicBezTo>
                    <a:pt x="3992459" y="557592"/>
                    <a:pt x="3979023" y="561086"/>
                    <a:pt x="3969549" y="566312"/>
                  </a:cubicBezTo>
                  <a:cubicBezTo>
                    <a:pt x="3919896" y="593854"/>
                    <a:pt x="3870968" y="621622"/>
                    <a:pt x="3821685" y="649183"/>
                  </a:cubicBezTo>
                  <a:cubicBezTo>
                    <a:pt x="3816761" y="651788"/>
                    <a:pt x="3811445" y="654943"/>
                    <a:pt x="3805138" y="655947"/>
                  </a:cubicBezTo>
                  <a:cubicBezTo>
                    <a:pt x="3739817" y="666451"/>
                    <a:pt x="3673801" y="676154"/>
                    <a:pt x="3609177" y="687459"/>
                  </a:cubicBezTo>
                  <a:cubicBezTo>
                    <a:pt x="3584288" y="691878"/>
                    <a:pt x="3558597" y="697589"/>
                    <a:pt x="3539727" y="706521"/>
                  </a:cubicBezTo>
                  <a:cubicBezTo>
                    <a:pt x="3496714" y="726780"/>
                    <a:pt x="3457268" y="749132"/>
                    <a:pt x="3396572" y="755681"/>
                  </a:cubicBezTo>
                  <a:cubicBezTo>
                    <a:pt x="3378807" y="757611"/>
                    <a:pt x="3357809" y="758036"/>
                    <a:pt x="3341054" y="754679"/>
                  </a:cubicBezTo>
                  <a:cubicBezTo>
                    <a:pt x="3272962" y="740809"/>
                    <a:pt x="3206471" y="724541"/>
                    <a:pt x="3138775" y="710120"/>
                  </a:cubicBezTo>
                  <a:cubicBezTo>
                    <a:pt x="3095820" y="701191"/>
                    <a:pt x="3056969" y="691141"/>
                    <a:pt x="3037283" y="666453"/>
                  </a:cubicBezTo>
                  <a:cubicBezTo>
                    <a:pt x="3031764" y="659487"/>
                    <a:pt x="3015626" y="651391"/>
                    <a:pt x="3002117" y="649347"/>
                  </a:cubicBezTo>
                  <a:cubicBezTo>
                    <a:pt x="2915220" y="636209"/>
                    <a:pt x="2829194" y="627503"/>
                    <a:pt x="2747294" y="652400"/>
                  </a:cubicBezTo>
                  <a:cubicBezTo>
                    <a:pt x="2730084" y="657794"/>
                    <a:pt x="2698519" y="656140"/>
                    <a:pt x="2676273" y="652304"/>
                  </a:cubicBezTo>
                  <a:cubicBezTo>
                    <a:pt x="2590546" y="637890"/>
                    <a:pt x="2508883" y="630176"/>
                    <a:pt x="2432360" y="657836"/>
                  </a:cubicBezTo>
                  <a:cubicBezTo>
                    <a:pt x="2423352" y="661179"/>
                    <a:pt x="2395274" y="656272"/>
                    <a:pt x="2382311" y="650824"/>
                  </a:cubicBezTo>
                  <a:cubicBezTo>
                    <a:pt x="2257393" y="597728"/>
                    <a:pt x="2187724" y="592930"/>
                    <a:pt x="2055134" y="630053"/>
                  </a:cubicBezTo>
                  <a:cubicBezTo>
                    <a:pt x="2046542" y="632464"/>
                    <a:pt x="2035364" y="635121"/>
                    <a:pt x="2031829" y="639324"/>
                  </a:cubicBezTo>
                  <a:cubicBezTo>
                    <a:pt x="2007977" y="666120"/>
                    <a:pt x="1960229" y="664380"/>
                    <a:pt x="1912764" y="664183"/>
                  </a:cubicBezTo>
                  <a:cubicBezTo>
                    <a:pt x="1860521" y="663924"/>
                    <a:pt x="1808236" y="664426"/>
                    <a:pt x="1755637" y="663960"/>
                  </a:cubicBezTo>
                  <a:cubicBezTo>
                    <a:pt x="1746439" y="663859"/>
                    <a:pt x="1736243" y="661799"/>
                    <a:pt x="1727159" y="659605"/>
                  </a:cubicBezTo>
                  <a:cubicBezTo>
                    <a:pt x="1692256" y="651480"/>
                    <a:pt x="1658604" y="640559"/>
                    <a:pt x="1622470" y="634850"/>
                  </a:cubicBezTo>
                  <a:cubicBezTo>
                    <a:pt x="1544362" y="622552"/>
                    <a:pt x="1469248" y="602210"/>
                    <a:pt x="1385955" y="604522"/>
                  </a:cubicBezTo>
                  <a:cubicBezTo>
                    <a:pt x="1371585" y="604913"/>
                    <a:pt x="1355357" y="598530"/>
                    <a:pt x="1340055" y="595629"/>
                  </a:cubicBezTo>
                  <a:cubicBezTo>
                    <a:pt x="1312351" y="590552"/>
                    <a:pt x="1285460" y="583993"/>
                    <a:pt x="1257271" y="581180"/>
                  </a:cubicBezTo>
                  <a:cubicBezTo>
                    <a:pt x="1182583" y="573830"/>
                    <a:pt x="1107142" y="566824"/>
                    <a:pt x="1031914" y="562692"/>
                  </a:cubicBezTo>
                  <a:cubicBezTo>
                    <a:pt x="995593" y="560597"/>
                    <a:pt x="958880" y="565923"/>
                    <a:pt x="922031" y="566853"/>
                  </a:cubicBezTo>
                  <a:cubicBezTo>
                    <a:pt x="905446" y="567320"/>
                    <a:pt x="878533" y="568199"/>
                    <a:pt x="873250" y="563724"/>
                  </a:cubicBezTo>
                  <a:cubicBezTo>
                    <a:pt x="832343" y="529722"/>
                    <a:pt x="772202" y="532674"/>
                    <a:pt x="711627" y="529880"/>
                  </a:cubicBezTo>
                  <a:cubicBezTo>
                    <a:pt x="577999" y="523641"/>
                    <a:pt x="447408" y="543696"/>
                    <a:pt x="311112" y="525106"/>
                  </a:cubicBezTo>
                  <a:cubicBezTo>
                    <a:pt x="271645" y="519795"/>
                    <a:pt x="226936" y="530235"/>
                    <a:pt x="184145" y="532188"/>
                  </a:cubicBezTo>
                  <a:cubicBezTo>
                    <a:pt x="162015" y="533128"/>
                    <a:pt x="137665" y="534333"/>
                    <a:pt x="116886" y="530572"/>
                  </a:cubicBezTo>
                  <a:cubicBezTo>
                    <a:pt x="84810" y="524693"/>
                    <a:pt x="54011" y="515448"/>
                    <a:pt x="23941" y="506433"/>
                  </a:cubicBezTo>
                  <a:lnTo>
                    <a:pt x="0" y="502149"/>
                  </a:lnTo>
                  <a:close/>
                </a:path>
              </a:pathLst>
            </a:custGeom>
            <a:blipFill>
              <a:blip r:embed="rId3">
                <a:alphaModFix amt="57000"/>
              </a:blip>
              <a:tile tx="0" ty="0" sx="100000" sy="100000" flip="none" algn="tl"/>
            </a:blip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grpSp>
    </p:spTree>
    <p:extLst>
      <p:ext uri="{BB962C8B-B14F-4D97-AF65-F5344CB8AC3E}">
        <p14:creationId xmlns:p14="http://schemas.microsoft.com/office/powerpoint/2010/main" val="4011466056"/>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E4143387-9473-C469-B1DE-DAE7A9ECD8A7}"/>
              </a:ext>
            </a:extLst>
          </p:cNvPr>
          <p:cNvSpPr>
            <a:spLocks noGrp="1"/>
          </p:cNvSpPr>
          <p:nvPr>
            <p:ph type="title"/>
          </p:nvPr>
        </p:nvSpPr>
        <p:spPr/>
        <p:txBody>
          <a:bodyPr/>
          <a:lstStyle/>
          <a:p>
            <a:r>
              <a:rPr lang="en-US" dirty="0"/>
              <a:t>AI Governance</a:t>
            </a:r>
          </a:p>
        </p:txBody>
      </p:sp>
      <p:sp>
        <p:nvSpPr>
          <p:cNvPr id="5" name="Content Placeholder 4">
            <a:extLst>
              <a:ext uri="{FF2B5EF4-FFF2-40B4-BE49-F238E27FC236}">
                <a16:creationId xmlns:a16="http://schemas.microsoft.com/office/drawing/2014/main" id="{894DF634-ED6B-6950-21E4-B5F5658E143C}"/>
              </a:ext>
            </a:extLst>
          </p:cNvPr>
          <p:cNvSpPr>
            <a:spLocks noGrp="1"/>
          </p:cNvSpPr>
          <p:nvPr>
            <p:ph idx="1"/>
          </p:nvPr>
        </p:nvSpPr>
        <p:spPr>
          <a:xfrm>
            <a:off x="628650" y="1600201"/>
            <a:ext cx="7886700" cy="838200"/>
          </a:xfrm>
        </p:spPr>
        <p:txBody>
          <a:bodyPr>
            <a:normAutofit fontScale="77500" lnSpcReduction="20000"/>
          </a:bodyPr>
          <a:lstStyle/>
          <a:p>
            <a:pPr marL="0" indent="0">
              <a:buNone/>
            </a:pPr>
            <a:r>
              <a:rPr lang="en-US" dirty="0"/>
              <a:t>Policies, oversight processes, and operational standards guiding the </a:t>
            </a:r>
            <a:r>
              <a:rPr lang="en-US" b="1" dirty="0"/>
              <a:t>ethical, legal, and responsible use of artificial intelligence</a:t>
            </a:r>
            <a:r>
              <a:rPr lang="en-US" dirty="0"/>
              <a:t>.</a:t>
            </a:r>
          </a:p>
        </p:txBody>
      </p:sp>
      <p:grpSp>
        <p:nvGrpSpPr>
          <p:cNvPr id="10" name="Group 9">
            <a:extLst>
              <a:ext uri="{FF2B5EF4-FFF2-40B4-BE49-F238E27FC236}">
                <a16:creationId xmlns:a16="http://schemas.microsoft.com/office/drawing/2014/main" id="{FA67EEF6-9B4B-0384-098E-FC9132BE5057}"/>
              </a:ext>
            </a:extLst>
          </p:cNvPr>
          <p:cNvGrpSpPr/>
          <p:nvPr/>
        </p:nvGrpSpPr>
        <p:grpSpPr>
          <a:xfrm>
            <a:off x="822190" y="2362200"/>
            <a:ext cx="7473365" cy="4648200"/>
            <a:chOff x="822190" y="2362200"/>
            <a:chExt cx="7473365" cy="4648200"/>
          </a:xfrm>
        </p:grpSpPr>
        <p:graphicFrame>
          <p:nvGraphicFramePr>
            <p:cNvPr id="7" name="Diagram 6">
              <a:extLst>
                <a:ext uri="{FF2B5EF4-FFF2-40B4-BE49-F238E27FC236}">
                  <a16:creationId xmlns:a16="http://schemas.microsoft.com/office/drawing/2014/main" id="{1AC62B61-B74E-D428-76BA-32FFC3D21489}"/>
                </a:ext>
              </a:extLst>
            </p:cNvPr>
            <p:cNvGraphicFramePr/>
            <p:nvPr>
              <p:extLst>
                <p:ext uri="{D42A27DB-BD31-4B8C-83A1-F6EECF244321}">
                  <p14:modId xmlns:p14="http://schemas.microsoft.com/office/powerpoint/2010/main" val="3441333787"/>
                </p:ext>
              </p:extLst>
            </p:nvPr>
          </p:nvGraphicFramePr>
          <p:xfrm>
            <a:off x="904155" y="2362200"/>
            <a:ext cx="7391400" cy="46482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9" name="TextBox 8">
              <a:extLst>
                <a:ext uri="{FF2B5EF4-FFF2-40B4-BE49-F238E27FC236}">
                  <a16:creationId xmlns:a16="http://schemas.microsoft.com/office/drawing/2014/main" id="{82D547C0-8E52-F15F-6A03-6448C42DA9CA}"/>
                </a:ext>
              </a:extLst>
            </p:cNvPr>
            <p:cNvSpPr txBox="1"/>
            <p:nvPr/>
          </p:nvSpPr>
          <p:spPr>
            <a:xfrm>
              <a:off x="822190" y="2573336"/>
              <a:ext cx="1768609" cy="400110"/>
            </a:xfrm>
            <a:prstGeom prst="rect">
              <a:avLst/>
            </a:prstGeom>
            <a:noFill/>
          </p:spPr>
          <p:txBody>
            <a:bodyPr wrap="square">
              <a:spAutoFit/>
            </a:bodyPr>
            <a:lstStyle/>
            <a:p>
              <a:r>
                <a:rPr lang="en-US" sz="2000" b="1" dirty="0"/>
                <a:t>Key Pillars</a:t>
              </a:r>
            </a:p>
          </p:txBody>
        </p:sp>
      </p:grpSp>
    </p:spTree>
    <p:extLst>
      <p:ext uri="{BB962C8B-B14F-4D97-AF65-F5344CB8AC3E}">
        <p14:creationId xmlns:p14="http://schemas.microsoft.com/office/powerpoint/2010/main" val="1775027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4EAEC2B-3B1E-61E1-A274-566B8B65C14B}"/>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837AFC05-CB64-5AC3-89EC-AEDF25E04649}"/>
              </a:ext>
            </a:extLst>
          </p:cNvPr>
          <p:cNvSpPr>
            <a:spLocks noGrp="1"/>
          </p:cNvSpPr>
          <p:nvPr>
            <p:ph type="title"/>
          </p:nvPr>
        </p:nvSpPr>
        <p:spPr/>
        <p:txBody>
          <a:bodyPr/>
          <a:lstStyle/>
          <a:p>
            <a:r>
              <a:rPr lang="en-US" dirty="0"/>
              <a:t>Components of AI Governance</a:t>
            </a:r>
          </a:p>
        </p:txBody>
      </p:sp>
      <p:sp>
        <p:nvSpPr>
          <p:cNvPr id="5" name="Content Placeholder 4">
            <a:extLst>
              <a:ext uri="{FF2B5EF4-FFF2-40B4-BE49-F238E27FC236}">
                <a16:creationId xmlns:a16="http://schemas.microsoft.com/office/drawing/2014/main" id="{AF0639FC-2914-2489-FDB2-DB14F93745CE}"/>
              </a:ext>
            </a:extLst>
          </p:cNvPr>
          <p:cNvSpPr>
            <a:spLocks noGrp="1"/>
          </p:cNvSpPr>
          <p:nvPr>
            <p:ph idx="1"/>
          </p:nvPr>
        </p:nvSpPr>
        <p:spPr/>
        <p:txBody>
          <a:bodyPr>
            <a:normAutofit lnSpcReduction="10000"/>
          </a:bodyPr>
          <a:lstStyle/>
          <a:p>
            <a:pPr marL="0" indent="0">
              <a:buNone/>
            </a:pPr>
            <a:r>
              <a:rPr lang="en-US" b="1" dirty="0"/>
              <a:t>Stakeholder trust </a:t>
            </a:r>
            <a:r>
              <a:rPr lang="en-US" dirty="0"/>
              <a:t>is created by demonstrating to employees, customers, and investors that AI tools are safe, secure, and beneficial.</a:t>
            </a:r>
          </a:p>
          <a:p>
            <a:endParaRPr lang="en-US" b="1" dirty="0"/>
          </a:p>
          <a:p>
            <a:r>
              <a:rPr lang="en-US" b="1" dirty="0"/>
              <a:t>Compliance</a:t>
            </a:r>
            <a:r>
              <a:rPr lang="en-US" dirty="0"/>
              <a:t>: Follow legislation/guidelines across various jurisdictions to avoiding massive regulatory penalties.</a:t>
            </a:r>
          </a:p>
          <a:p>
            <a:endParaRPr lang="en-US" b="1" dirty="0"/>
          </a:p>
          <a:p>
            <a:r>
              <a:rPr lang="en-US" b="1" dirty="0"/>
              <a:t>Risk Mitigation</a:t>
            </a:r>
            <a:r>
              <a:rPr lang="en-US" dirty="0"/>
              <a:t>: Plan for how to deal with risks involving transparency, fairness, privacy and safety.</a:t>
            </a:r>
          </a:p>
          <a:p>
            <a:endParaRPr lang="en-US" b="1" dirty="0"/>
          </a:p>
        </p:txBody>
      </p:sp>
    </p:spTree>
    <p:extLst>
      <p:ext uri="{BB962C8B-B14F-4D97-AF65-F5344CB8AC3E}">
        <p14:creationId xmlns:p14="http://schemas.microsoft.com/office/powerpoint/2010/main" val="181726190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5">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BFAE7DE7-642B-03EE-BFAA-CA3EA097D26A}"/>
              </a:ext>
            </a:extLst>
          </p:cNvPr>
          <p:cNvSpPr>
            <a:spLocks noGrp="1"/>
          </p:cNvSpPr>
          <p:nvPr>
            <p:ph type="title"/>
          </p:nvPr>
        </p:nvSpPr>
        <p:spPr/>
        <p:txBody>
          <a:bodyPr/>
          <a:lstStyle/>
          <a:p>
            <a:r>
              <a:rPr lang="en-US" dirty="0"/>
              <a:t>Commonly-Cited Safety and </a:t>
            </a:r>
            <a:br>
              <a:rPr lang="en-US" dirty="0"/>
            </a:br>
            <a:r>
              <a:rPr lang="en-US" dirty="0"/>
              <a:t>Ethics Principles</a:t>
            </a:r>
          </a:p>
        </p:txBody>
      </p:sp>
      <p:sp>
        <p:nvSpPr>
          <p:cNvPr id="5" name="Content Placeholder 4">
            <a:extLst>
              <a:ext uri="{FF2B5EF4-FFF2-40B4-BE49-F238E27FC236}">
                <a16:creationId xmlns:a16="http://schemas.microsoft.com/office/drawing/2014/main" id="{0CDBE55B-080A-A13D-8FCE-DFBDC3B8E6D4}"/>
              </a:ext>
              <a:ext uri="{C183D7F6-B498-43B3-948B-1728B52AA6E4}">
                <adec:decorative xmlns:adec="http://schemas.microsoft.com/office/drawing/2017/decorative" val="1"/>
              </a:ext>
            </a:extLst>
          </p:cNvPr>
          <p:cNvSpPr>
            <a:spLocks noGrp="1"/>
          </p:cNvSpPr>
          <p:nvPr>
            <p:ph idx="1"/>
          </p:nvPr>
        </p:nvSpPr>
        <p:spPr/>
        <p:txBody>
          <a:bodyPr>
            <a:normAutofit/>
          </a:bodyPr>
          <a:lstStyle/>
          <a:p>
            <a:pPr marL="0" indent="0">
              <a:buNone/>
            </a:pPr>
            <a:endParaRPr lang="en-US" dirty="0"/>
          </a:p>
          <a:p>
            <a:endParaRPr lang="en-US" dirty="0"/>
          </a:p>
        </p:txBody>
      </p:sp>
      <p:graphicFrame>
        <p:nvGraphicFramePr>
          <p:cNvPr id="13" name="Diagram 12" descr="A list of AI safety and ethics principles.">
            <a:extLst>
              <a:ext uri="{FF2B5EF4-FFF2-40B4-BE49-F238E27FC236}">
                <a16:creationId xmlns:a16="http://schemas.microsoft.com/office/drawing/2014/main" id="{F9338B6E-BB99-CB8E-9B55-8519F204CC59}"/>
              </a:ext>
            </a:extLst>
          </p:cNvPr>
          <p:cNvGraphicFramePr/>
          <p:nvPr>
            <p:extLst>
              <p:ext uri="{D42A27DB-BD31-4B8C-83A1-F6EECF244321}">
                <p14:modId xmlns:p14="http://schemas.microsoft.com/office/powerpoint/2010/main" val="4225262160"/>
              </p:ext>
            </p:extLst>
          </p:nvPr>
        </p:nvGraphicFramePr>
        <p:xfrm>
          <a:off x="656359" y="1635969"/>
          <a:ext cx="7620000" cy="40640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14" name="TextBox 13">
            <a:extLst>
              <a:ext uri="{FF2B5EF4-FFF2-40B4-BE49-F238E27FC236}">
                <a16:creationId xmlns:a16="http://schemas.microsoft.com/office/drawing/2014/main" id="{F57DBCE1-0916-C528-7006-5CC0BE68E2F9}"/>
              </a:ext>
            </a:extLst>
          </p:cNvPr>
          <p:cNvSpPr txBox="1"/>
          <p:nvPr/>
        </p:nvSpPr>
        <p:spPr>
          <a:xfrm>
            <a:off x="523009" y="6102588"/>
            <a:ext cx="7886700" cy="369332"/>
          </a:xfrm>
          <a:prstGeom prst="rect">
            <a:avLst/>
          </a:prstGeom>
          <a:noFill/>
        </p:spPr>
        <p:txBody>
          <a:bodyPr wrap="square" rtlCol="0">
            <a:spAutoFit/>
          </a:bodyPr>
          <a:lstStyle/>
          <a:p>
            <a:pPr algn="ctr"/>
            <a:r>
              <a:rPr lang="en-US" dirty="0"/>
              <a:t>Next, we look at the implementation of these principles in different countries.</a:t>
            </a:r>
          </a:p>
        </p:txBody>
      </p:sp>
    </p:spTree>
    <p:extLst>
      <p:ext uri="{BB962C8B-B14F-4D97-AF65-F5344CB8AC3E}">
        <p14:creationId xmlns:p14="http://schemas.microsoft.com/office/powerpoint/2010/main" val="43755771"/>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F0639DA-5EDA-B6F5-AE25-B3BC54A7017A}"/>
            </a:ext>
          </a:extLst>
        </p:cNvPr>
        <p:cNvGrpSpPr/>
        <p:nvPr/>
      </p:nvGrpSpPr>
      <p:grpSpPr>
        <a:xfrm>
          <a:off x="0" y="0"/>
          <a:ext cx="0" cy="0"/>
          <a:chOff x="0" y="0"/>
          <a:chExt cx="0" cy="0"/>
        </a:xfrm>
      </p:grpSpPr>
      <p:pic>
        <p:nvPicPr>
          <p:cNvPr id="1028" name="Picture 4">
            <a:extLst>
              <a:ext uri="{FF2B5EF4-FFF2-40B4-BE49-F238E27FC236}">
                <a16:creationId xmlns:a16="http://schemas.microsoft.com/office/drawing/2014/main" id="{9B17E85F-7585-E7B9-F480-D65460C01813}"/>
              </a:ext>
              <a:ext uri="{C183D7F6-B498-43B3-948B-1728B52AA6E4}">
                <adec:decorative xmlns:adec="http://schemas.microsoft.com/office/drawing/2017/decorative" val="1"/>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t="7919" b="13559"/>
          <a:stretch/>
        </p:blipFill>
        <p:spPr bwMode="auto">
          <a:xfrm>
            <a:off x="20" y="-1"/>
            <a:ext cx="9143980" cy="3984912"/>
          </a:xfrm>
          <a:custGeom>
            <a:avLst/>
            <a:gdLst/>
            <a:ahLst/>
            <a:cxnLst/>
            <a:rect l="l" t="t" r="r" b="b"/>
            <a:pathLst>
              <a:path w="12192000" h="3984912">
                <a:moveTo>
                  <a:pt x="0" y="0"/>
                </a:moveTo>
                <a:lnTo>
                  <a:pt x="12192000" y="0"/>
                </a:lnTo>
                <a:lnTo>
                  <a:pt x="12192000" y="566059"/>
                </a:lnTo>
                <a:lnTo>
                  <a:pt x="12192000" y="794037"/>
                </a:lnTo>
                <a:lnTo>
                  <a:pt x="12192000" y="2336800"/>
                </a:lnTo>
                <a:lnTo>
                  <a:pt x="12192000" y="2631227"/>
                </a:lnTo>
                <a:lnTo>
                  <a:pt x="12192000" y="3908712"/>
                </a:lnTo>
                <a:lnTo>
                  <a:pt x="9439275" y="3984912"/>
                </a:lnTo>
                <a:lnTo>
                  <a:pt x="5572127" y="3737262"/>
                </a:lnTo>
                <a:lnTo>
                  <a:pt x="0" y="3908712"/>
                </a:lnTo>
                <a:lnTo>
                  <a:pt x="0" y="2631227"/>
                </a:lnTo>
                <a:lnTo>
                  <a:pt x="0" y="2336800"/>
                </a:lnTo>
                <a:lnTo>
                  <a:pt x="0" y="794037"/>
                </a:lnTo>
                <a:lnTo>
                  <a:pt x="0" y="566059"/>
                </a:lnTo>
                <a:close/>
              </a:path>
            </a:pathLst>
          </a:custGeom>
          <a:noFill/>
          <a:extLst>
            <a:ext uri="{909E8E84-426E-40DD-AFC4-6F175D3DCCD1}">
              <a14:hiddenFill xmlns:a14="http://schemas.microsoft.com/office/drawing/2010/main">
                <a:solidFill>
                  <a:srgbClr val="FFFFFF"/>
                </a:solidFill>
              </a14:hiddenFill>
            </a:ext>
          </a:extLst>
        </p:spPr>
      </p:pic>
      <p:sp>
        <p:nvSpPr>
          <p:cNvPr id="3" name="Text Placeholder 2">
            <a:extLst>
              <a:ext uri="{FF2B5EF4-FFF2-40B4-BE49-F238E27FC236}">
                <a16:creationId xmlns:a16="http://schemas.microsoft.com/office/drawing/2014/main" id="{59A0713C-0267-3DAC-AF86-30D7EF9B0EAE}"/>
              </a:ext>
            </a:extLst>
          </p:cNvPr>
          <p:cNvSpPr>
            <a:spLocks noGrp="1"/>
          </p:cNvSpPr>
          <p:nvPr>
            <p:ph type="body" idx="1"/>
          </p:nvPr>
        </p:nvSpPr>
        <p:spPr>
          <a:xfrm>
            <a:off x="533400" y="4648200"/>
            <a:ext cx="7886700" cy="1500187"/>
          </a:xfrm>
        </p:spPr>
        <p:txBody>
          <a:bodyPr>
            <a:normAutofit/>
          </a:bodyPr>
          <a:lstStyle/>
          <a:p>
            <a:r>
              <a:rPr lang="en-US" sz="3600" dirty="0"/>
              <a:t>AI Governance:</a:t>
            </a:r>
            <a:br>
              <a:rPr lang="en-US" sz="3600" dirty="0"/>
            </a:br>
            <a:r>
              <a:rPr lang="en-US" sz="3600" dirty="0"/>
              <a:t>Compliance</a:t>
            </a:r>
          </a:p>
        </p:txBody>
      </p:sp>
    </p:spTree>
    <p:extLst>
      <p:ext uri="{BB962C8B-B14F-4D97-AF65-F5344CB8AC3E}">
        <p14:creationId xmlns:p14="http://schemas.microsoft.com/office/powerpoint/2010/main" val="3946203346"/>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59B6104-CC3F-4F5E-845C-CBFF2EDA8997}"/>
              </a:ext>
            </a:extLst>
          </p:cNvPr>
          <p:cNvSpPr>
            <a:spLocks noGrp="1"/>
          </p:cNvSpPr>
          <p:nvPr>
            <p:ph type="title"/>
          </p:nvPr>
        </p:nvSpPr>
        <p:spPr>
          <a:xfrm>
            <a:off x="1533524" y="0"/>
            <a:ext cx="2724150" cy="1325563"/>
          </a:xfrm>
        </p:spPr>
        <p:txBody>
          <a:bodyPr>
            <a:normAutofit/>
          </a:bodyPr>
          <a:lstStyle/>
          <a:p>
            <a:r>
              <a:rPr lang="en-US" sz="3200" dirty="0"/>
              <a:t>European Union</a:t>
            </a:r>
          </a:p>
        </p:txBody>
      </p:sp>
      <p:sp>
        <p:nvSpPr>
          <p:cNvPr id="10" name="Content Placeholder 9">
            <a:extLst>
              <a:ext uri="{FF2B5EF4-FFF2-40B4-BE49-F238E27FC236}">
                <a16:creationId xmlns:a16="http://schemas.microsoft.com/office/drawing/2014/main" id="{D4610C0E-3B3C-4EFC-957C-EEBFCC79E617}"/>
              </a:ext>
            </a:extLst>
          </p:cNvPr>
          <p:cNvSpPr>
            <a:spLocks noGrp="1"/>
          </p:cNvSpPr>
          <p:nvPr>
            <p:ph idx="1"/>
          </p:nvPr>
        </p:nvSpPr>
        <p:spPr>
          <a:xfrm>
            <a:off x="532743" y="1318715"/>
            <a:ext cx="2419350" cy="3738562"/>
          </a:xfrm>
        </p:spPr>
        <p:txBody>
          <a:bodyPr>
            <a:normAutofit/>
          </a:bodyPr>
          <a:lstStyle/>
          <a:p>
            <a:pPr marL="0" indent="0">
              <a:buNone/>
            </a:pPr>
            <a:r>
              <a:rPr lang="en-US" sz="1600" dirty="0"/>
              <a:t>Has regulations since 2016 included in the General Data Protection Regulation (GDPR)</a:t>
            </a:r>
          </a:p>
        </p:txBody>
      </p:sp>
      <p:cxnSp>
        <p:nvCxnSpPr>
          <p:cNvPr id="6" name="Straight Connector 5">
            <a:extLst>
              <a:ext uri="{FF2B5EF4-FFF2-40B4-BE49-F238E27FC236}">
                <a16:creationId xmlns:a16="http://schemas.microsoft.com/office/drawing/2014/main" id="{5BA1E61B-D45A-4EC0-AF60-4B565271E941}"/>
              </a:ext>
              <a:ext uri="{C183D7F6-B498-43B3-948B-1728B52AA6E4}">
                <adec:decorative xmlns:adec="http://schemas.microsoft.com/office/drawing/2017/decorative" val="1"/>
              </a:ext>
            </a:extLst>
          </p:cNvPr>
          <p:cNvCxnSpPr>
            <a:cxnSpLocks/>
          </p:cNvCxnSpPr>
          <p:nvPr/>
        </p:nvCxnSpPr>
        <p:spPr>
          <a:xfrm>
            <a:off x="3581400" y="5105400"/>
            <a:ext cx="1676400" cy="0"/>
          </a:xfrm>
          <a:prstGeom prst="line">
            <a:avLst/>
          </a:prstGeom>
        </p:spPr>
        <p:style>
          <a:lnRef idx="3">
            <a:schemeClr val="accent2"/>
          </a:lnRef>
          <a:fillRef idx="0">
            <a:schemeClr val="accent2"/>
          </a:fillRef>
          <a:effectRef idx="2">
            <a:schemeClr val="accent2"/>
          </a:effectRef>
          <a:fontRef idx="minor">
            <a:schemeClr val="tx1"/>
          </a:fontRef>
        </p:style>
      </p:cxnSp>
      <p:pic>
        <p:nvPicPr>
          <p:cNvPr id="8" name="Picture 7">
            <a:extLst>
              <a:ext uri="{FF2B5EF4-FFF2-40B4-BE49-F238E27FC236}">
                <a16:creationId xmlns:a16="http://schemas.microsoft.com/office/drawing/2014/main" id="{ED46E874-CDAC-4AD3-9F1A-9B9945AD77AE}"/>
              </a:ext>
              <a:ext uri="{C183D7F6-B498-43B3-948B-1728B52AA6E4}">
                <adec:decorative xmlns:adec="http://schemas.microsoft.com/office/drawing/2017/decorative" val="1"/>
              </a:ext>
            </a:extLst>
          </p:cNvPr>
          <p:cNvPicPr>
            <a:picLocks noChangeAspect="1"/>
          </p:cNvPicPr>
          <p:nvPr/>
        </p:nvPicPr>
        <p:blipFill>
          <a:blip r:embed="rId2"/>
          <a:stretch>
            <a:fillRect/>
          </a:stretch>
        </p:blipFill>
        <p:spPr>
          <a:xfrm>
            <a:off x="3200400" y="142382"/>
            <a:ext cx="5719321" cy="6736927"/>
          </a:xfrm>
          <a:prstGeom prst="rect">
            <a:avLst/>
          </a:prstGeom>
        </p:spPr>
      </p:pic>
      <p:sp>
        <p:nvSpPr>
          <p:cNvPr id="9" name="Rectangle 8">
            <a:extLst>
              <a:ext uri="{FF2B5EF4-FFF2-40B4-BE49-F238E27FC236}">
                <a16:creationId xmlns:a16="http://schemas.microsoft.com/office/drawing/2014/main" id="{6524E009-E496-4AB2-9F89-407819E77910}"/>
              </a:ext>
            </a:extLst>
          </p:cNvPr>
          <p:cNvSpPr/>
          <p:nvPr/>
        </p:nvSpPr>
        <p:spPr>
          <a:xfrm>
            <a:off x="548785" y="2813890"/>
            <a:ext cx="2387266" cy="738664"/>
          </a:xfrm>
          <a:prstGeom prst="rect">
            <a:avLst/>
          </a:prstGeom>
        </p:spPr>
        <p:txBody>
          <a:bodyPr wrap="square">
            <a:spAutoFit/>
          </a:bodyPr>
          <a:lstStyle/>
          <a:p>
            <a:r>
              <a:rPr lang="en-US" sz="1400" dirty="0">
                <a:hlinkClick r:id="rId3"/>
              </a:rPr>
              <a:t>Art. 22 GDPR – Automated individual decision-making, including</a:t>
            </a:r>
            <a:endParaRPr lang="en-US" sz="1400" dirty="0"/>
          </a:p>
        </p:txBody>
      </p:sp>
      <p:cxnSp>
        <p:nvCxnSpPr>
          <p:cNvPr id="12" name="Straight Connector 11">
            <a:extLst>
              <a:ext uri="{FF2B5EF4-FFF2-40B4-BE49-F238E27FC236}">
                <a16:creationId xmlns:a16="http://schemas.microsoft.com/office/drawing/2014/main" id="{7B944366-95EC-4E26-8C95-09AAF3C21AD0}"/>
              </a:ext>
              <a:ext uri="{C183D7F6-B498-43B3-948B-1728B52AA6E4}">
                <adec:decorative xmlns:adec="http://schemas.microsoft.com/office/drawing/2017/decorative" val="1"/>
              </a:ext>
            </a:extLst>
          </p:cNvPr>
          <p:cNvCxnSpPr>
            <a:cxnSpLocks/>
          </p:cNvCxnSpPr>
          <p:nvPr/>
        </p:nvCxnSpPr>
        <p:spPr>
          <a:xfrm>
            <a:off x="5296513" y="2199780"/>
            <a:ext cx="3048000" cy="0"/>
          </a:xfrm>
          <a:prstGeom prst="line">
            <a:avLst/>
          </a:prstGeom>
        </p:spPr>
        <p:style>
          <a:lnRef idx="3">
            <a:schemeClr val="accent2"/>
          </a:lnRef>
          <a:fillRef idx="0">
            <a:schemeClr val="accent2"/>
          </a:fillRef>
          <a:effectRef idx="2">
            <a:schemeClr val="accent2"/>
          </a:effectRef>
          <a:fontRef idx="minor">
            <a:schemeClr val="tx1"/>
          </a:fontRef>
        </p:style>
      </p:cxnSp>
      <p:cxnSp>
        <p:nvCxnSpPr>
          <p:cNvPr id="14" name="Straight Connector 13">
            <a:extLst>
              <a:ext uri="{FF2B5EF4-FFF2-40B4-BE49-F238E27FC236}">
                <a16:creationId xmlns:a16="http://schemas.microsoft.com/office/drawing/2014/main" id="{C67ABE88-6E18-4AEA-A22C-E5B11878CBD0}"/>
              </a:ext>
              <a:ext uri="{C183D7F6-B498-43B3-948B-1728B52AA6E4}">
                <adec:decorative xmlns:adec="http://schemas.microsoft.com/office/drawing/2017/decorative" val="1"/>
              </a:ext>
            </a:extLst>
          </p:cNvPr>
          <p:cNvCxnSpPr>
            <a:cxnSpLocks/>
          </p:cNvCxnSpPr>
          <p:nvPr/>
        </p:nvCxnSpPr>
        <p:spPr>
          <a:xfrm>
            <a:off x="3696313" y="2428380"/>
            <a:ext cx="1371600" cy="0"/>
          </a:xfrm>
          <a:prstGeom prst="line">
            <a:avLst/>
          </a:prstGeom>
        </p:spPr>
        <p:style>
          <a:lnRef idx="3">
            <a:schemeClr val="accent2"/>
          </a:lnRef>
          <a:fillRef idx="0">
            <a:schemeClr val="accent2"/>
          </a:fillRef>
          <a:effectRef idx="2">
            <a:schemeClr val="accent2"/>
          </a:effectRef>
          <a:fontRef idx="minor">
            <a:schemeClr val="tx1"/>
          </a:fontRef>
        </p:style>
      </p:cxnSp>
      <p:cxnSp>
        <p:nvCxnSpPr>
          <p:cNvPr id="15" name="Straight Connector 14">
            <a:extLst>
              <a:ext uri="{FF2B5EF4-FFF2-40B4-BE49-F238E27FC236}">
                <a16:creationId xmlns:a16="http://schemas.microsoft.com/office/drawing/2014/main" id="{1C704ECF-1DD8-44CA-AC47-414B61AC4A45}"/>
              </a:ext>
              <a:ext uri="{C183D7F6-B498-43B3-948B-1728B52AA6E4}">
                <adec:decorative xmlns:adec="http://schemas.microsoft.com/office/drawing/2017/decorative" val="1"/>
              </a:ext>
            </a:extLst>
          </p:cNvPr>
          <p:cNvCxnSpPr>
            <a:cxnSpLocks/>
          </p:cNvCxnSpPr>
          <p:nvPr/>
        </p:nvCxnSpPr>
        <p:spPr>
          <a:xfrm flipH="1">
            <a:off x="6515713" y="5552580"/>
            <a:ext cx="1295400" cy="0"/>
          </a:xfrm>
          <a:prstGeom prst="line">
            <a:avLst/>
          </a:prstGeom>
        </p:spPr>
        <p:style>
          <a:lnRef idx="3">
            <a:schemeClr val="accent2"/>
          </a:lnRef>
          <a:fillRef idx="0">
            <a:schemeClr val="accent2"/>
          </a:fillRef>
          <a:effectRef idx="2">
            <a:schemeClr val="accent2"/>
          </a:effectRef>
          <a:fontRef idx="minor">
            <a:schemeClr val="tx1"/>
          </a:fontRef>
        </p:style>
      </p:cxnSp>
      <p:sp>
        <p:nvSpPr>
          <p:cNvPr id="5" name="Rectangle 4">
            <a:extLst>
              <a:ext uri="{FF2B5EF4-FFF2-40B4-BE49-F238E27FC236}">
                <a16:creationId xmlns:a16="http://schemas.microsoft.com/office/drawing/2014/main" id="{4E63EF55-DAEB-4734-88E2-DFEB7A8CDDE4}"/>
              </a:ext>
              <a:ext uri="{C183D7F6-B498-43B3-948B-1728B52AA6E4}">
                <adec:decorative xmlns:adec="http://schemas.microsoft.com/office/drawing/2017/decorative" val="1"/>
              </a:ext>
            </a:extLst>
          </p:cNvPr>
          <p:cNvSpPr/>
          <p:nvPr/>
        </p:nvSpPr>
        <p:spPr>
          <a:xfrm>
            <a:off x="3305898" y="142380"/>
            <a:ext cx="5648217" cy="6553200"/>
          </a:xfrm>
          <a:prstGeom prst="rect">
            <a:avLst/>
          </a:prstGeom>
          <a:noFill/>
          <a:ln w="12700" cap="flat" cmpd="sng" algn="ctr">
            <a:solidFill>
              <a:schemeClr val="dk1"/>
            </a:solidFill>
            <a:prstDash val="solid"/>
            <a:round/>
            <a:headEnd type="none" w="med" len="med"/>
            <a:tailEnd type="none" w="med" len="med"/>
          </a:ln>
        </p:spPr>
        <p:style>
          <a:lnRef idx="0">
            <a:scrgbClr r="0" g="0" b="0"/>
          </a:lnRef>
          <a:fillRef idx="0">
            <a:scrgbClr r="0" g="0" b="0"/>
          </a:fillRef>
          <a:effectRef idx="0">
            <a:scrgbClr r="0" g="0" b="0"/>
          </a:effectRef>
          <a:fontRef idx="minor">
            <a:schemeClr val="dk1"/>
          </a:fontRef>
        </p:style>
        <p:txBody>
          <a:bodyPr rtlCol="0" anchor="ctr"/>
          <a:lstStyle/>
          <a:p>
            <a:pPr algn="ctr"/>
            <a:endParaRPr lang="en-US"/>
          </a:p>
        </p:txBody>
      </p:sp>
      <p:sp>
        <p:nvSpPr>
          <p:cNvPr id="3" name="TextBox 2">
            <a:extLst>
              <a:ext uri="{FF2B5EF4-FFF2-40B4-BE49-F238E27FC236}">
                <a16:creationId xmlns:a16="http://schemas.microsoft.com/office/drawing/2014/main" id="{12BED09E-2A7F-99F8-30D7-B69FB04B078F}"/>
              </a:ext>
            </a:extLst>
          </p:cNvPr>
          <p:cNvSpPr txBox="1"/>
          <p:nvPr/>
        </p:nvSpPr>
        <p:spPr>
          <a:xfrm>
            <a:off x="589238" y="5242243"/>
            <a:ext cx="2306361" cy="1061829"/>
          </a:xfrm>
          <a:prstGeom prst="rect">
            <a:avLst/>
          </a:prstGeom>
          <a:noFill/>
        </p:spPr>
        <p:txBody>
          <a:bodyPr wrap="square" rtlCol="0">
            <a:spAutoFit/>
          </a:bodyPr>
          <a:lstStyle/>
          <a:p>
            <a:r>
              <a:rPr lang="en-US" sz="2100" dirty="0"/>
              <a:t>California’s CCPA was not modeled after the GDPR</a:t>
            </a:r>
          </a:p>
        </p:txBody>
      </p:sp>
      <p:pic>
        <p:nvPicPr>
          <p:cNvPr id="2050" name="Picture 2">
            <a:extLst>
              <a:ext uri="{FF2B5EF4-FFF2-40B4-BE49-F238E27FC236}">
                <a16:creationId xmlns:a16="http://schemas.microsoft.com/office/drawing/2014/main" id="{27261243-7CA5-E017-9BF9-7CDAE7AC7109}"/>
              </a:ext>
              <a:ext uri="{C183D7F6-B498-43B3-948B-1728B52AA6E4}">
                <adec:decorative xmlns:adec="http://schemas.microsoft.com/office/drawing/2017/decorative" val="1"/>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313964" y="247295"/>
            <a:ext cx="1285875" cy="857250"/>
          </a:xfrm>
          <a:prstGeom prst="rect">
            <a:avLst/>
          </a:prstGeom>
          <a:noFill/>
          <a:extLst>
            <a:ext uri="{909E8E84-426E-40DD-AFC4-6F175D3DCCD1}">
              <a14:hiddenFill xmlns:a14="http://schemas.microsoft.com/office/drawing/2010/main">
                <a:solidFill>
                  <a:srgbClr val="FFFFFF"/>
                </a:solidFill>
              </a14:hiddenFill>
            </a:ext>
          </a:extLst>
        </p:spPr>
      </p:pic>
      <p:pic>
        <p:nvPicPr>
          <p:cNvPr id="2052" name="Picture 4">
            <a:extLst>
              <a:ext uri="{FF2B5EF4-FFF2-40B4-BE49-F238E27FC236}">
                <a16:creationId xmlns:a16="http://schemas.microsoft.com/office/drawing/2014/main" id="{62917728-E842-7D10-D9AB-F1FF7379C33E}"/>
              </a:ext>
              <a:ext uri="{C183D7F6-B498-43B3-948B-1728B52AA6E4}">
                <adec:decorative xmlns:adec="http://schemas.microsoft.com/office/drawing/2017/decorative" val="1"/>
              </a:ext>
            </a:extLst>
          </p:cNvPr>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271193" y="4072255"/>
            <a:ext cx="2238914" cy="1169988"/>
          </a:xfrm>
          <a:prstGeom prst="rect">
            <a:avLst/>
          </a:prstGeom>
          <a:noFill/>
          <a:extLst>
            <a:ext uri="{909E8E84-426E-40DD-AFC4-6F175D3DCCD1}">
              <a14:hiddenFill xmlns:a14="http://schemas.microsoft.com/office/drawing/2010/main">
                <a:solidFill>
                  <a:srgbClr val="FFFFFF"/>
                </a:solidFill>
              </a14:hiddenFill>
            </a:ext>
          </a:extLst>
        </p:spPr>
      </p:pic>
      <p:sp>
        <p:nvSpPr>
          <p:cNvPr id="4" name="TextBox 3">
            <a:extLst>
              <a:ext uri="{FF2B5EF4-FFF2-40B4-BE49-F238E27FC236}">
                <a16:creationId xmlns:a16="http://schemas.microsoft.com/office/drawing/2014/main" id="{1CC01F68-B570-A278-A24B-81B32D5A679F}"/>
              </a:ext>
              <a:ext uri="{C183D7F6-B498-43B3-948B-1728B52AA6E4}">
                <adec:decorative xmlns:adec="http://schemas.microsoft.com/office/drawing/2017/decorative" val="1"/>
              </a:ext>
            </a:extLst>
          </p:cNvPr>
          <p:cNvSpPr txBox="1"/>
          <p:nvPr/>
        </p:nvSpPr>
        <p:spPr>
          <a:xfrm rot="2223276">
            <a:off x="7864022" y="396933"/>
            <a:ext cx="1143000" cy="584775"/>
          </a:xfrm>
          <a:prstGeom prst="rect">
            <a:avLst/>
          </a:prstGeom>
          <a:noFill/>
        </p:spPr>
        <p:txBody>
          <a:bodyPr wrap="square" rtlCol="0">
            <a:spAutoFit/>
          </a:bodyPr>
          <a:lstStyle/>
          <a:p>
            <a:r>
              <a:rPr lang="en-US" sz="3200" b="1" dirty="0">
                <a:solidFill>
                  <a:srgbClr val="FF0000"/>
                </a:solidFill>
              </a:rPr>
              <a:t>2016</a:t>
            </a:r>
          </a:p>
        </p:txBody>
      </p:sp>
    </p:spTree>
    <p:extLst>
      <p:ext uri="{BB962C8B-B14F-4D97-AF65-F5344CB8AC3E}">
        <p14:creationId xmlns:p14="http://schemas.microsoft.com/office/powerpoint/2010/main" val="915107727"/>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C021639-67D7-4676-837D-461E3C362B4C}"/>
              </a:ext>
            </a:extLst>
          </p:cNvPr>
          <p:cNvSpPr>
            <a:spLocks noGrp="1"/>
          </p:cNvSpPr>
          <p:nvPr>
            <p:ph type="title"/>
          </p:nvPr>
        </p:nvSpPr>
        <p:spPr/>
        <p:txBody>
          <a:bodyPr/>
          <a:lstStyle/>
          <a:p>
            <a:r>
              <a:rPr lang="en-US" dirty="0"/>
              <a:t>In the United States</a:t>
            </a:r>
          </a:p>
        </p:txBody>
      </p:sp>
      <p:pic>
        <p:nvPicPr>
          <p:cNvPr id="5" name="Picture 4" descr="H.R. 2231: Automatic decision system impact assessment.">
            <a:extLst>
              <a:ext uri="{FF2B5EF4-FFF2-40B4-BE49-F238E27FC236}">
                <a16:creationId xmlns:a16="http://schemas.microsoft.com/office/drawing/2014/main" id="{4D165BF3-A22A-4CB2-A2C0-727773FA2E04}"/>
              </a:ext>
              <a:ext uri="{C183D7F6-B498-43B3-948B-1728B52AA6E4}">
                <adec:decorative xmlns:adec="http://schemas.microsoft.com/office/drawing/2017/decorative" val="0"/>
              </a:ext>
            </a:extLst>
          </p:cNvPr>
          <p:cNvPicPr>
            <a:picLocks noChangeAspect="1"/>
          </p:cNvPicPr>
          <p:nvPr/>
        </p:nvPicPr>
        <p:blipFill>
          <a:blip r:embed="rId2"/>
          <a:stretch>
            <a:fillRect/>
          </a:stretch>
        </p:blipFill>
        <p:spPr>
          <a:xfrm>
            <a:off x="533400" y="1371526"/>
            <a:ext cx="5372376" cy="1447874"/>
          </a:xfrm>
          <a:prstGeom prst="rect">
            <a:avLst/>
          </a:prstGeom>
        </p:spPr>
      </p:pic>
      <p:pic>
        <p:nvPicPr>
          <p:cNvPr id="6" name="Picture 5">
            <a:extLst>
              <a:ext uri="{FF2B5EF4-FFF2-40B4-BE49-F238E27FC236}">
                <a16:creationId xmlns:a16="http://schemas.microsoft.com/office/drawing/2014/main" id="{03821FE1-96FD-4B61-94BD-139D00DDEE5E}"/>
              </a:ext>
              <a:ext uri="{C183D7F6-B498-43B3-948B-1728B52AA6E4}">
                <adec:decorative xmlns:adec="http://schemas.microsoft.com/office/drawing/2017/decorative" val="1"/>
              </a:ext>
            </a:extLst>
          </p:cNvPr>
          <p:cNvPicPr>
            <a:picLocks noChangeAspect="1"/>
          </p:cNvPicPr>
          <p:nvPr/>
        </p:nvPicPr>
        <p:blipFill>
          <a:blip r:embed="rId3"/>
          <a:stretch>
            <a:fillRect/>
          </a:stretch>
        </p:blipFill>
        <p:spPr>
          <a:xfrm>
            <a:off x="628652" y="2911477"/>
            <a:ext cx="6898433" cy="3581399"/>
          </a:xfrm>
          <a:prstGeom prst="rect">
            <a:avLst/>
          </a:prstGeom>
        </p:spPr>
      </p:pic>
      <p:cxnSp>
        <p:nvCxnSpPr>
          <p:cNvPr id="9" name="Straight Connector 8">
            <a:extLst>
              <a:ext uri="{FF2B5EF4-FFF2-40B4-BE49-F238E27FC236}">
                <a16:creationId xmlns:a16="http://schemas.microsoft.com/office/drawing/2014/main" id="{A21D0774-8549-44E0-A45B-652D05891346}"/>
              </a:ext>
              <a:ext uri="{C183D7F6-B498-43B3-948B-1728B52AA6E4}">
                <adec:decorative xmlns:adec="http://schemas.microsoft.com/office/drawing/2017/decorative" val="1"/>
              </a:ext>
            </a:extLst>
          </p:cNvPr>
          <p:cNvCxnSpPr/>
          <p:nvPr/>
        </p:nvCxnSpPr>
        <p:spPr>
          <a:xfrm>
            <a:off x="1066800" y="2743200"/>
            <a:ext cx="1143000" cy="0"/>
          </a:xfrm>
          <a:prstGeom prst="line">
            <a:avLst/>
          </a:prstGeom>
        </p:spPr>
        <p:style>
          <a:lnRef idx="3">
            <a:schemeClr val="accent2"/>
          </a:lnRef>
          <a:fillRef idx="0">
            <a:schemeClr val="accent2"/>
          </a:fillRef>
          <a:effectRef idx="2">
            <a:schemeClr val="accent2"/>
          </a:effectRef>
          <a:fontRef idx="minor">
            <a:schemeClr val="tx1"/>
          </a:fontRef>
        </p:style>
      </p:cxnSp>
      <p:sp>
        <p:nvSpPr>
          <p:cNvPr id="13" name="TextBox 12">
            <a:extLst>
              <a:ext uri="{FF2B5EF4-FFF2-40B4-BE49-F238E27FC236}">
                <a16:creationId xmlns:a16="http://schemas.microsoft.com/office/drawing/2014/main" id="{72D9008B-EEBD-45E7-A02C-02DE060B4C74}"/>
              </a:ext>
            </a:extLst>
          </p:cNvPr>
          <p:cNvSpPr txBox="1"/>
          <p:nvPr/>
        </p:nvSpPr>
        <p:spPr>
          <a:xfrm rot="2615768">
            <a:off x="4818725" y="1489331"/>
            <a:ext cx="4557210" cy="830997"/>
          </a:xfrm>
          <a:prstGeom prst="rect">
            <a:avLst/>
          </a:prstGeom>
          <a:noFill/>
        </p:spPr>
        <p:txBody>
          <a:bodyPr wrap="none" rtlCol="0">
            <a:spAutoFit/>
          </a:bodyPr>
          <a:lstStyle/>
          <a:p>
            <a:pPr algn="ctr"/>
            <a:r>
              <a:rPr lang="en-US" sz="2400" b="1" dirty="0">
                <a:solidFill>
                  <a:srgbClr val="FF0000"/>
                </a:solidFill>
              </a:rPr>
              <a:t>Bill Introduced was 2019</a:t>
            </a:r>
          </a:p>
          <a:p>
            <a:r>
              <a:rPr lang="en-US" sz="2400" b="1" dirty="0">
                <a:solidFill>
                  <a:srgbClr val="FF0000"/>
                </a:solidFill>
              </a:rPr>
              <a:t>Did not receive a vote in Congress.</a:t>
            </a:r>
          </a:p>
        </p:txBody>
      </p:sp>
      <p:cxnSp>
        <p:nvCxnSpPr>
          <p:cNvPr id="14" name="Straight Connector 13">
            <a:extLst>
              <a:ext uri="{FF2B5EF4-FFF2-40B4-BE49-F238E27FC236}">
                <a16:creationId xmlns:a16="http://schemas.microsoft.com/office/drawing/2014/main" id="{9D759E9C-9474-450F-AEBE-33E29FEDA0BB}"/>
              </a:ext>
              <a:ext uri="{C183D7F6-B498-43B3-948B-1728B52AA6E4}">
                <adec:decorative xmlns:adec="http://schemas.microsoft.com/office/drawing/2017/decorative" val="1"/>
              </a:ext>
            </a:extLst>
          </p:cNvPr>
          <p:cNvCxnSpPr>
            <a:cxnSpLocks/>
          </p:cNvCxnSpPr>
          <p:nvPr/>
        </p:nvCxnSpPr>
        <p:spPr>
          <a:xfrm>
            <a:off x="1295400" y="3962400"/>
            <a:ext cx="2057400" cy="0"/>
          </a:xfrm>
          <a:prstGeom prst="line">
            <a:avLst/>
          </a:prstGeom>
        </p:spPr>
        <p:style>
          <a:lnRef idx="3">
            <a:schemeClr val="accent2"/>
          </a:lnRef>
          <a:fillRef idx="0">
            <a:schemeClr val="accent2"/>
          </a:fillRef>
          <a:effectRef idx="2">
            <a:schemeClr val="accent2"/>
          </a:effectRef>
          <a:fontRef idx="minor">
            <a:schemeClr val="tx1"/>
          </a:fontRef>
        </p:style>
      </p:cxnSp>
      <p:sp>
        <p:nvSpPr>
          <p:cNvPr id="11" name="Rectangle 10">
            <a:extLst>
              <a:ext uri="{FF2B5EF4-FFF2-40B4-BE49-F238E27FC236}">
                <a16:creationId xmlns:a16="http://schemas.microsoft.com/office/drawing/2014/main" id="{55E0FDB3-138F-4913-A1D4-877DDB044BDB}"/>
              </a:ext>
              <a:ext uri="{C183D7F6-B498-43B3-948B-1728B52AA6E4}">
                <adec:decorative xmlns:adec="http://schemas.microsoft.com/office/drawing/2017/decorative" val="1"/>
              </a:ext>
            </a:extLst>
          </p:cNvPr>
          <p:cNvSpPr/>
          <p:nvPr/>
        </p:nvSpPr>
        <p:spPr>
          <a:xfrm>
            <a:off x="533403" y="1371526"/>
            <a:ext cx="7162799" cy="5334074"/>
          </a:xfrm>
          <a:prstGeom prst="rect">
            <a:avLst/>
          </a:prstGeom>
          <a:noFill/>
          <a:ln w="12700" cap="flat" cmpd="sng" algn="ctr">
            <a:solidFill>
              <a:schemeClr val="dk1"/>
            </a:solidFill>
            <a:prstDash val="solid"/>
            <a:round/>
            <a:headEnd type="none" w="med" len="med"/>
            <a:tailEnd type="none" w="med" len="med"/>
          </a:ln>
        </p:spPr>
        <p:style>
          <a:lnRef idx="0">
            <a:scrgbClr r="0" g="0" b="0"/>
          </a:lnRef>
          <a:fillRef idx="0">
            <a:scrgbClr r="0" g="0" b="0"/>
          </a:fillRef>
          <a:effectRef idx="0">
            <a:scrgbClr r="0" g="0" b="0"/>
          </a:effectRef>
          <a:fontRef idx="minor">
            <a:schemeClr val="dk1"/>
          </a:fontRef>
        </p:style>
        <p:txBody>
          <a:bodyPr rtlCol="0" anchor="ctr"/>
          <a:lstStyle/>
          <a:p>
            <a:pPr algn="ctr"/>
            <a:endParaRPr lang="en-US"/>
          </a:p>
        </p:txBody>
      </p:sp>
    </p:spTree>
    <p:extLst>
      <p:ext uri="{BB962C8B-B14F-4D97-AF65-F5344CB8AC3E}">
        <p14:creationId xmlns:p14="http://schemas.microsoft.com/office/powerpoint/2010/main" val="3892929679"/>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59B6104-CC3F-4F5E-845C-CBFF2EDA8997}"/>
              </a:ext>
            </a:extLst>
          </p:cNvPr>
          <p:cNvSpPr>
            <a:spLocks noGrp="1"/>
          </p:cNvSpPr>
          <p:nvPr>
            <p:ph type="title"/>
          </p:nvPr>
        </p:nvSpPr>
        <p:spPr/>
        <p:txBody>
          <a:bodyPr>
            <a:normAutofit/>
          </a:bodyPr>
          <a:lstStyle/>
          <a:p>
            <a:r>
              <a:rPr lang="en-US" sz="3200" dirty="0"/>
              <a:t>European Union Study</a:t>
            </a:r>
          </a:p>
        </p:txBody>
      </p:sp>
      <p:pic>
        <p:nvPicPr>
          <p:cNvPr id="3" name="Picture 2">
            <a:extLst>
              <a:ext uri="{FF2B5EF4-FFF2-40B4-BE49-F238E27FC236}">
                <a16:creationId xmlns:a16="http://schemas.microsoft.com/office/drawing/2014/main" id="{55FABA29-1817-4DF6-A0BD-E91F47622229}"/>
              </a:ext>
              <a:ext uri="{C183D7F6-B498-43B3-948B-1728B52AA6E4}">
                <adec:decorative xmlns:adec="http://schemas.microsoft.com/office/drawing/2017/decorative" val="1"/>
              </a:ext>
            </a:extLst>
          </p:cNvPr>
          <p:cNvPicPr>
            <a:picLocks noChangeAspect="1"/>
          </p:cNvPicPr>
          <p:nvPr/>
        </p:nvPicPr>
        <p:blipFill>
          <a:blip r:embed="rId2"/>
          <a:stretch>
            <a:fillRect/>
          </a:stretch>
        </p:blipFill>
        <p:spPr>
          <a:xfrm>
            <a:off x="4419600" y="739813"/>
            <a:ext cx="3862549" cy="2063833"/>
          </a:xfrm>
          <a:prstGeom prst="rect">
            <a:avLst/>
          </a:prstGeom>
        </p:spPr>
      </p:pic>
      <p:pic>
        <p:nvPicPr>
          <p:cNvPr id="4" name="Picture 3" descr="A governance framework for algorithmic accountability and transparency.&#10;&#10;Transparency and accountability are both tools to promote fair algorithmic decisions by providing the foundations for obtaining recourse to meaningful explanation, correction, or ways to ascertain faults that could bring about compensatory processes. The study develops policy options for the governance of algorithmic transparency and accountability, based on an analysis of the social, technical and regulatory challenges posed by algorithmic systems. Based on an extensive review and analysis of existing proposals for governance of algorithmic systems, the authors propose a set of four policy options each of which addresses a different aspect of algorithmic transparency and accountability. 1. Awareness raising: education, watchdogs and whistleblowers. 2. Accountability in public sector use of algorithmic decision-making. 3. Regulatory oversight and Legal liability. 4. Global coordination for algorithmic governance.">
            <a:extLst>
              <a:ext uri="{FF2B5EF4-FFF2-40B4-BE49-F238E27FC236}">
                <a16:creationId xmlns:a16="http://schemas.microsoft.com/office/drawing/2014/main" id="{866A18AD-F2E2-44DC-87B5-A1A8E87785E7}"/>
              </a:ext>
            </a:extLst>
          </p:cNvPr>
          <p:cNvPicPr>
            <a:picLocks noChangeAspect="1"/>
          </p:cNvPicPr>
          <p:nvPr/>
        </p:nvPicPr>
        <p:blipFill>
          <a:blip r:embed="rId3"/>
          <a:stretch>
            <a:fillRect/>
          </a:stretch>
        </p:blipFill>
        <p:spPr>
          <a:xfrm>
            <a:off x="985191" y="3172205"/>
            <a:ext cx="7168211" cy="2063833"/>
          </a:xfrm>
          <a:prstGeom prst="rect">
            <a:avLst/>
          </a:prstGeom>
        </p:spPr>
      </p:pic>
      <p:sp>
        <p:nvSpPr>
          <p:cNvPr id="5" name="Rectangle 4">
            <a:extLst>
              <a:ext uri="{FF2B5EF4-FFF2-40B4-BE49-F238E27FC236}">
                <a16:creationId xmlns:a16="http://schemas.microsoft.com/office/drawing/2014/main" id="{C132F39F-0993-49B3-A2BA-A3A042DBCBDC}"/>
              </a:ext>
              <a:ext uri="{C183D7F6-B498-43B3-948B-1728B52AA6E4}">
                <adec:decorative xmlns:adec="http://schemas.microsoft.com/office/drawing/2017/decorative" val="1"/>
              </a:ext>
            </a:extLst>
          </p:cNvPr>
          <p:cNvSpPr/>
          <p:nvPr/>
        </p:nvSpPr>
        <p:spPr>
          <a:xfrm>
            <a:off x="533402" y="6245425"/>
            <a:ext cx="8305799" cy="307777"/>
          </a:xfrm>
          <a:prstGeom prst="rect">
            <a:avLst/>
          </a:prstGeom>
        </p:spPr>
        <p:txBody>
          <a:bodyPr wrap="square">
            <a:spAutoFit/>
          </a:bodyPr>
          <a:lstStyle/>
          <a:p>
            <a:r>
              <a:rPr lang="en-US" sz="1400" dirty="0">
                <a:hlinkClick r:id="rId4"/>
              </a:rPr>
              <a:t>https://www.europarl.europa.eu/thinktank/en/document.html?reference=EPRS_STU(2019)624262</a:t>
            </a:r>
            <a:r>
              <a:rPr lang="en-US" sz="1400" dirty="0"/>
              <a:t> </a:t>
            </a:r>
          </a:p>
        </p:txBody>
      </p:sp>
      <p:cxnSp>
        <p:nvCxnSpPr>
          <p:cNvPr id="6" name="Straight Connector 5">
            <a:extLst>
              <a:ext uri="{FF2B5EF4-FFF2-40B4-BE49-F238E27FC236}">
                <a16:creationId xmlns:a16="http://schemas.microsoft.com/office/drawing/2014/main" id="{5BA1E61B-D45A-4EC0-AF60-4B565271E941}"/>
              </a:ext>
              <a:ext uri="{C183D7F6-B498-43B3-948B-1728B52AA6E4}">
                <adec:decorative xmlns:adec="http://schemas.microsoft.com/office/drawing/2017/decorative" val="1"/>
              </a:ext>
            </a:extLst>
          </p:cNvPr>
          <p:cNvCxnSpPr>
            <a:cxnSpLocks/>
          </p:cNvCxnSpPr>
          <p:nvPr/>
        </p:nvCxnSpPr>
        <p:spPr>
          <a:xfrm>
            <a:off x="3962400" y="5105400"/>
            <a:ext cx="1676400" cy="0"/>
          </a:xfrm>
          <a:prstGeom prst="line">
            <a:avLst/>
          </a:prstGeom>
        </p:spPr>
        <p:style>
          <a:lnRef idx="3">
            <a:schemeClr val="accent2"/>
          </a:lnRef>
          <a:fillRef idx="0">
            <a:schemeClr val="accent2"/>
          </a:fillRef>
          <a:effectRef idx="2">
            <a:schemeClr val="accent2"/>
          </a:effectRef>
          <a:fontRef idx="minor">
            <a:schemeClr val="tx1"/>
          </a:fontRef>
        </p:style>
      </p:cxnSp>
      <p:sp>
        <p:nvSpPr>
          <p:cNvPr id="7" name="TextBox 6">
            <a:extLst>
              <a:ext uri="{FF2B5EF4-FFF2-40B4-BE49-F238E27FC236}">
                <a16:creationId xmlns:a16="http://schemas.microsoft.com/office/drawing/2014/main" id="{FD2CA93A-B896-88D3-ED8F-4AD8BF40C236}"/>
              </a:ext>
              <a:ext uri="{C183D7F6-B498-43B3-948B-1728B52AA6E4}">
                <adec:decorative xmlns:adec="http://schemas.microsoft.com/office/drawing/2017/decorative" val="1"/>
              </a:ext>
            </a:extLst>
          </p:cNvPr>
          <p:cNvSpPr txBox="1"/>
          <p:nvPr/>
        </p:nvSpPr>
        <p:spPr>
          <a:xfrm rot="2223276">
            <a:off x="7864022" y="396933"/>
            <a:ext cx="1143000" cy="584775"/>
          </a:xfrm>
          <a:prstGeom prst="rect">
            <a:avLst/>
          </a:prstGeom>
          <a:noFill/>
        </p:spPr>
        <p:txBody>
          <a:bodyPr wrap="square" rtlCol="0">
            <a:spAutoFit/>
          </a:bodyPr>
          <a:lstStyle/>
          <a:p>
            <a:r>
              <a:rPr lang="en-US" sz="3200" b="1" dirty="0">
                <a:solidFill>
                  <a:srgbClr val="FF0000"/>
                </a:solidFill>
              </a:rPr>
              <a:t>2019</a:t>
            </a:r>
          </a:p>
        </p:txBody>
      </p:sp>
      <p:cxnSp>
        <p:nvCxnSpPr>
          <p:cNvPr id="8" name="Straight Connector 7">
            <a:extLst>
              <a:ext uri="{FF2B5EF4-FFF2-40B4-BE49-F238E27FC236}">
                <a16:creationId xmlns:a16="http://schemas.microsoft.com/office/drawing/2014/main" id="{0595808E-FBBC-6ECC-E75E-78C9024BEE13}"/>
              </a:ext>
              <a:ext uri="{C183D7F6-B498-43B3-948B-1728B52AA6E4}">
                <adec:decorative xmlns:adec="http://schemas.microsoft.com/office/drawing/2017/decorative" val="1"/>
              </a:ext>
            </a:extLst>
          </p:cNvPr>
          <p:cNvCxnSpPr>
            <a:cxnSpLocks/>
          </p:cNvCxnSpPr>
          <p:nvPr/>
        </p:nvCxnSpPr>
        <p:spPr>
          <a:xfrm>
            <a:off x="2895600" y="4648200"/>
            <a:ext cx="914400" cy="0"/>
          </a:xfrm>
          <a:prstGeom prst="line">
            <a:avLst/>
          </a:prstGeom>
        </p:spPr>
        <p:style>
          <a:lnRef idx="3">
            <a:schemeClr val="accent2"/>
          </a:lnRef>
          <a:fillRef idx="0">
            <a:schemeClr val="accent2"/>
          </a:fillRef>
          <a:effectRef idx="2">
            <a:schemeClr val="accent2"/>
          </a:effectRef>
          <a:fontRef idx="minor">
            <a:schemeClr val="tx1"/>
          </a:fontRef>
        </p:style>
      </p:cxnSp>
      <p:cxnSp>
        <p:nvCxnSpPr>
          <p:cNvPr id="10" name="Straight Connector 9">
            <a:extLst>
              <a:ext uri="{FF2B5EF4-FFF2-40B4-BE49-F238E27FC236}">
                <a16:creationId xmlns:a16="http://schemas.microsoft.com/office/drawing/2014/main" id="{EF01328B-C803-B865-AA8D-156A7B91F807}"/>
              </a:ext>
              <a:ext uri="{C183D7F6-B498-43B3-948B-1728B52AA6E4}">
                <adec:decorative xmlns:adec="http://schemas.microsoft.com/office/drawing/2017/decorative" val="1"/>
              </a:ext>
            </a:extLst>
          </p:cNvPr>
          <p:cNvCxnSpPr>
            <a:cxnSpLocks/>
          </p:cNvCxnSpPr>
          <p:nvPr/>
        </p:nvCxnSpPr>
        <p:spPr>
          <a:xfrm>
            <a:off x="1371600" y="4876800"/>
            <a:ext cx="2819400" cy="0"/>
          </a:xfrm>
          <a:prstGeom prst="line">
            <a:avLst/>
          </a:prstGeom>
        </p:spPr>
        <p:style>
          <a:lnRef idx="3">
            <a:schemeClr val="accent2"/>
          </a:lnRef>
          <a:fillRef idx="0">
            <a:schemeClr val="accent2"/>
          </a:fillRef>
          <a:effectRef idx="2">
            <a:schemeClr val="accent2"/>
          </a:effectRef>
          <a:fontRef idx="minor">
            <a:schemeClr val="tx1"/>
          </a:fontRef>
        </p:style>
      </p:cxnSp>
      <p:cxnSp>
        <p:nvCxnSpPr>
          <p:cNvPr id="15" name="Straight Connector 14">
            <a:extLst>
              <a:ext uri="{FF2B5EF4-FFF2-40B4-BE49-F238E27FC236}">
                <a16:creationId xmlns:a16="http://schemas.microsoft.com/office/drawing/2014/main" id="{4DB2F701-D33F-6DEB-5A63-E313DA8B7CF8}"/>
              </a:ext>
              <a:ext uri="{C183D7F6-B498-43B3-948B-1728B52AA6E4}">
                <adec:decorative xmlns:adec="http://schemas.microsoft.com/office/drawing/2017/decorative" val="1"/>
              </a:ext>
            </a:extLst>
          </p:cNvPr>
          <p:cNvCxnSpPr>
            <a:cxnSpLocks/>
          </p:cNvCxnSpPr>
          <p:nvPr/>
        </p:nvCxnSpPr>
        <p:spPr>
          <a:xfrm>
            <a:off x="1227926" y="5105400"/>
            <a:ext cx="2124874" cy="0"/>
          </a:xfrm>
          <a:prstGeom prst="line">
            <a:avLst/>
          </a:prstGeom>
        </p:spPr>
        <p:style>
          <a:lnRef idx="3">
            <a:schemeClr val="accent2"/>
          </a:lnRef>
          <a:fillRef idx="0">
            <a:schemeClr val="accent2"/>
          </a:fillRef>
          <a:effectRef idx="2">
            <a:schemeClr val="accent2"/>
          </a:effectRef>
          <a:fontRef idx="minor">
            <a:schemeClr val="tx1"/>
          </a:fontRef>
        </p:style>
      </p:cxnSp>
      <p:sp>
        <p:nvSpPr>
          <p:cNvPr id="19" name="Rectangle 18">
            <a:extLst>
              <a:ext uri="{FF2B5EF4-FFF2-40B4-BE49-F238E27FC236}">
                <a16:creationId xmlns:a16="http://schemas.microsoft.com/office/drawing/2014/main" id="{46CC76CD-A69A-3342-48BB-CCC6FFF286BA}"/>
              </a:ext>
              <a:ext uri="{C183D7F6-B498-43B3-948B-1728B52AA6E4}">
                <adec:decorative xmlns:adec="http://schemas.microsoft.com/office/drawing/2017/decorative" val="1"/>
              </a:ext>
            </a:extLst>
          </p:cNvPr>
          <p:cNvSpPr/>
          <p:nvPr/>
        </p:nvSpPr>
        <p:spPr>
          <a:xfrm>
            <a:off x="6019801" y="1635595"/>
            <a:ext cx="2133602" cy="955205"/>
          </a:xfrm>
          <a:prstGeom prst="rect">
            <a:avLst/>
          </a:prstGeom>
          <a:noFill/>
          <a:ln w="9525" cap="flat" cmpd="sng" algn="ctr">
            <a:solidFill>
              <a:schemeClr val="accent2"/>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rtlCol="0" anchor="ctr"/>
          <a:lstStyle/>
          <a:p>
            <a:pPr algn="ctr"/>
            <a:endParaRPr lang="en-US"/>
          </a:p>
        </p:txBody>
      </p:sp>
    </p:spTree>
    <p:extLst>
      <p:ext uri="{BB962C8B-B14F-4D97-AF65-F5344CB8AC3E}">
        <p14:creationId xmlns:p14="http://schemas.microsoft.com/office/powerpoint/2010/main" val="3883334055"/>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9B69A8ED-4C44-8687-FFB9-163E7338DE6C}"/>
              </a:ext>
            </a:extLst>
          </p:cNvPr>
          <p:cNvSpPr>
            <a:spLocks noGrp="1"/>
          </p:cNvSpPr>
          <p:nvPr>
            <p:ph type="title" idx="4294967295"/>
          </p:nvPr>
        </p:nvSpPr>
        <p:spPr>
          <a:xfrm>
            <a:off x="0" y="-1325563"/>
            <a:ext cx="7886700" cy="1325563"/>
          </a:xfrm>
        </p:spPr>
        <p:txBody>
          <a:bodyPr vert="horz" lIns="91440" tIns="45720" rIns="91440" bIns="45720" rtlCol="0" anchor="b">
            <a:normAutofit/>
          </a:bodyPr>
          <a:lstStyle/>
          <a:p>
            <a:r>
              <a:rPr lang="en-US" dirty="0"/>
              <a:t>Google</a:t>
            </a:r>
          </a:p>
        </p:txBody>
      </p:sp>
      <p:pic>
        <p:nvPicPr>
          <p:cNvPr id="5" name="Content Placeholder 4" descr="Recommendations &#10;for Regulating AI.&#10;&#10; Google has long championed AI. Our research teams are at the forefront of AI development, &#10;and we’ve seen firsthand how AI can enable massive increases in performance and &#10;functionality. AI has the potential to deliver great benefits for economies and society — &#10;from improving energy efficiency and more accurately detecting disease, to increasing &#10;the productivity of businesses of all sizes. Harnessed appropriately, AI can also support &#10;fairer, safer and more inclusive and informed decision-making. We are keen to ensure that &#10;everyone and every business can benefit from the opportunities that AI creates.&#10;&#10;But while self-regulation is vital, it is not enough. Balanced, fact-based guidance from &#10;governments, academia and civil society is also needed to establish boundaries, including &#10;in the form of regulation.">
            <a:extLst>
              <a:ext uri="{FF2B5EF4-FFF2-40B4-BE49-F238E27FC236}">
                <a16:creationId xmlns:a16="http://schemas.microsoft.com/office/drawing/2014/main" id="{F280B1CE-F2E8-EEDD-9C75-D519339C5EF7}"/>
              </a:ext>
            </a:extLst>
          </p:cNvPr>
          <p:cNvPicPr>
            <a:picLocks noGrp="1" noChangeAspect="1"/>
          </p:cNvPicPr>
          <p:nvPr>
            <p:ph sz="half" idx="4294967295"/>
          </p:nvPr>
        </p:nvPicPr>
        <p:blipFill>
          <a:blip r:embed="rId2">
            <a:grayscl/>
            <a:extLst>
              <a:ext uri="{28A0092B-C50C-407E-A947-70E740481C1C}">
                <a14:useLocalDpi xmlns:a14="http://schemas.microsoft.com/office/drawing/2010/main" val="0"/>
              </a:ext>
            </a:extLst>
          </a:blip>
          <a:stretch>
            <a:fillRect/>
          </a:stretch>
        </p:blipFill>
        <p:spPr>
          <a:xfrm>
            <a:off x="378165" y="404921"/>
            <a:ext cx="8342313" cy="5715000"/>
          </a:xfrm>
          <a:ln w="12700">
            <a:solidFill>
              <a:schemeClr val="tx1"/>
            </a:solidFill>
          </a:ln>
        </p:spPr>
      </p:pic>
      <p:sp>
        <p:nvSpPr>
          <p:cNvPr id="7" name="TextBox 6">
            <a:extLst>
              <a:ext uri="{FF2B5EF4-FFF2-40B4-BE49-F238E27FC236}">
                <a16:creationId xmlns:a16="http://schemas.microsoft.com/office/drawing/2014/main" id="{CAD177D9-EC8A-F3B6-75D6-939993B8790D}"/>
              </a:ext>
              <a:ext uri="{C183D7F6-B498-43B3-948B-1728B52AA6E4}">
                <adec:decorative xmlns:adec="http://schemas.microsoft.com/office/drawing/2017/decorative" val="1"/>
              </a:ext>
            </a:extLst>
          </p:cNvPr>
          <p:cNvSpPr txBox="1"/>
          <p:nvPr/>
        </p:nvSpPr>
        <p:spPr>
          <a:xfrm>
            <a:off x="774157" y="6396348"/>
            <a:ext cx="9881686" cy="338554"/>
          </a:xfrm>
          <a:prstGeom prst="rect">
            <a:avLst/>
          </a:prstGeom>
          <a:noFill/>
        </p:spPr>
        <p:txBody>
          <a:bodyPr wrap="square">
            <a:spAutoFit/>
          </a:bodyPr>
          <a:lstStyle/>
          <a:p>
            <a:r>
              <a:rPr lang="en-US" sz="1600" dirty="0"/>
              <a:t>Source: </a:t>
            </a:r>
            <a:r>
              <a:rPr lang="en-US" sz="1600" dirty="0">
                <a:hlinkClick r:id="rId3"/>
              </a:rPr>
              <a:t>https://ai.google/static/documents/recommendations-for-regulating-ai.pdf</a:t>
            </a:r>
            <a:r>
              <a:rPr lang="en-US" sz="1600" dirty="0"/>
              <a:t>, 2021 </a:t>
            </a:r>
          </a:p>
        </p:txBody>
      </p:sp>
      <p:cxnSp>
        <p:nvCxnSpPr>
          <p:cNvPr id="12" name="Straight Connector 11">
            <a:extLst>
              <a:ext uri="{FF2B5EF4-FFF2-40B4-BE49-F238E27FC236}">
                <a16:creationId xmlns:a16="http://schemas.microsoft.com/office/drawing/2014/main" id="{9C0F475D-EFEF-64AE-CF4E-666AECF98C40}"/>
              </a:ext>
              <a:ext uri="{C183D7F6-B498-43B3-948B-1728B52AA6E4}">
                <adec:decorative xmlns:adec="http://schemas.microsoft.com/office/drawing/2017/decorative" val="1"/>
              </a:ext>
            </a:extLst>
          </p:cNvPr>
          <p:cNvCxnSpPr/>
          <p:nvPr/>
        </p:nvCxnSpPr>
        <p:spPr>
          <a:xfrm>
            <a:off x="1371600" y="3505200"/>
            <a:ext cx="4343400" cy="0"/>
          </a:xfrm>
          <a:prstGeom prst="line">
            <a:avLst/>
          </a:prstGeom>
        </p:spPr>
        <p:style>
          <a:lnRef idx="1">
            <a:schemeClr val="accent2"/>
          </a:lnRef>
          <a:fillRef idx="0">
            <a:schemeClr val="accent2"/>
          </a:fillRef>
          <a:effectRef idx="0">
            <a:schemeClr val="accent2"/>
          </a:effectRef>
          <a:fontRef idx="minor">
            <a:schemeClr val="tx1"/>
          </a:fontRef>
        </p:style>
      </p:cxnSp>
      <p:sp>
        <p:nvSpPr>
          <p:cNvPr id="15" name="Rectangle 14">
            <a:extLst>
              <a:ext uri="{FF2B5EF4-FFF2-40B4-BE49-F238E27FC236}">
                <a16:creationId xmlns:a16="http://schemas.microsoft.com/office/drawing/2014/main" id="{3A9E128A-2EAB-AA99-5B1D-0A148A23CF25}"/>
              </a:ext>
              <a:ext uri="{C183D7F6-B498-43B3-948B-1728B52AA6E4}">
                <adec:decorative xmlns:adec="http://schemas.microsoft.com/office/drawing/2017/decorative" val="1"/>
              </a:ext>
            </a:extLst>
          </p:cNvPr>
          <p:cNvSpPr/>
          <p:nvPr/>
        </p:nvSpPr>
        <p:spPr>
          <a:xfrm>
            <a:off x="1295400" y="5257805"/>
            <a:ext cx="6507844" cy="837906"/>
          </a:xfrm>
          <a:prstGeom prst="rect">
            <a:avLst/>
          </a:prstGeom>
          <a:noFill/>
          <a:ln w="9525" cap="flat" cmpd="sng" algn="ctr">
            <a:solidFill>
              <a:schemeClr val="accent2"/>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rtlCol="0" anchor="ctr"/>
          <a:lstStyle/>
          <a:p>
            <a:pPr algn="ctr"/>
            <a:endParaRPr lang="en-US"/>
          </a:p>
        </p:txBody>
      </p:sp>
      <p:sp>
        <p:nvSpPr>
          <p:cNvPr id="2" name="TextBox 1">
            <a:extLst>
              <a:ext uri="{FF2B5EF4-FFF2-40B4-BE49-F238E27FC236}">
                <a16:creationId xmlns:a16="http://schemas.microsoft.com/office/drawing/2014/main" id="{E6EAB035-CEEB-4CE0-FA29-86351BFD6B8A}"/>
              </a:ext>
              <a:ext uri="{C183D7F6-B498-43B3-948B-1728B52AA6E4}">
                <adec:decorative xmlns:adec="http://schemas.microsoft.com/office/drawing/2017/decorative" val="1"/>
              </a:ext>
            </a:extLst>
          </p:cNvPr>
          <p:cNvSpPr txBox="1"/>
          <p:nvPr/>
        </p:nvSpPr>
        <p:spPr>
          <a:xfrm rot="2223276">
            <a:off x="7864022" y="396933"/>
            <a:ext cx="1143000" cy="584775"/>
          </a:xfrm>
          <a:prstGeom prst="rect">
            <a:avLst/>
          </a:prstGeom>
          <a:noFill/>
        </p:spPr>
        <p:txBody>
          <a:bodyPr wrap="square" rtlCol="0">
            <a:spAutoFit/>
          </a:bodyPr>
          <a:lstStyle/>
          <a:p>
            <a:r>
              <a:rPr lang="en-US" sz="3200" b="1" dirty="0">
                <a:solidFill>
                  <a:srgbClr val="FF0000"/>
                </a:solidFill>
              </a:rPr>
              <a:t>2021</a:t>
            </a:r>
          </a:p>
        </p:txBody>
      </p:sp>
    </p:spTree>
    <p:extLst>
      <p:ext uri="{BB962C8B-B14F-4D97-AF65-F5344CB8AC3E}">
        <p14:creationId xmlns:p14="http://schemas.microsoft.com/office/powerpoint/2010/main" val="2844662170"/>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B2E89D55-5800-7960-D379-4B0DEBDA1F5A}"/>
              </a:ext>
              <a:ext uri="{C183D7F6-B498-43B3-948B-1728B52AA6E4}">
                <adec:decorative xmlns:adec="http://schemas.microsoft.com/office/drawing/2017/decorative" val="1"/>
              </a:ext>
            </a:extLst>
          </p:cNvPr>
          <p:cNvPicPr>
            <a:picLocks noChangeAspect="1"/>
          </p:cNvPicPr>
          <p:nvPr/>
        </p:nvPicPr>
        <p:blipFill>
          <a:blip r:embed="rId2"/>
          <a:stretch>
            <a:fillRect/>
          </a:stretch>
        </p:blipFill>
        <p:spPr>
          <a:xfrm>
            <a:off x="450414" y="228600"/>
            <a:ext cx="6361633" cy="6477000"/>
          </a:xfrm>
          <a:prstGeom prst="rect">
            <a:avLst/>
          </a:prstGeom>
        </p:spPr>
      </p:pic>
      <p:sp>
        <p:nvSpPr>
          <p:cNvPr id="10" name="Title 9">
            <a:extLst>
              <a:ext uri="{FF2B5EF4-FFF2-40B4-BE49-F238E27FC236}">
                <a16:creationId xmlns:a16="http://schemas.microsoft.com/office/drawing/2014/main" id="{EAFB1DCF-85DF-7AA7-E029-785992C37E70}"/>
              </a:ext>
            </a:extLst>
          </p:cNvPr>
          <p:cNvSpPr txBox="1">
            <a:spLocks noGrp="1"/>
          </p:cNvSpPr>
          <p:nvPr>
            <p:ph type="title" idx="4294967295"/>
          </p:nvPr>
        </p:nvSpPr>
        <p:spPr>
          <a:xfrm>
            <a:off x="1524000" y="897148"/>
            <a:ext cx="4572000" cy="369888"/>
          </a:xfrm>
          <a:prstGeom prst="rect">
            <a:avLst/>
          </a:prstGeom>
          <a:noFill/>
          <a:ln>
            <a:noFill/>
            <a:prstDash/>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schemeClr val="tx1"/>
                </a:solidFill>
                <a:effectLst/>
                <a:uLnTx/>
                <a:uFillTx/>
                <a:latin typeface="+mn-lt"/>
                <a:ea typeface="+mn-ea"/>
                <a:cs typeface="+mn-cs"/>
              </a:rPr>
              <a:t>US White House Executive Order 14110</a:t>
            </a:r>
          </a:p>
        </p:txBody>
      </p:sp>
      <p:sp>
        <p:nvSpPr>
          <p:cNvPr id="4" name="TextBox 3">
            <a:extLst>
              <a:ext uri="{FF2B5EF4-FFF2-40B4-BE49-F238E27FC236}">
                <a16:creationId xmlns:a16="http://schemas.microsoft.com/office/drawing/2014/main" id="{5D3EBB26-C99C-180B-943D-C62BC8C56CCA}"/>
              </a:ext>
            </a:extLst>
          </p:cNvPr>
          <p:cNvSpPr txBox="1"/>
          <p:nvPr/>
        </p:nvSpPr>
        <p:spPr>
          <a:xfrm>
            <a:off x="7087197" y="1059232"/>
            <a:ext cx="1918869" cy="4524315"/>
          </a:xfrm>
          <a:prstGeom prst="rect">
            <a:avLst/>
          </a:prstGeom>
          <a:noFill/>
        </p:spPr>
        <p:txBody>
          <a:bodyPr wrap="square" rtlCol="0">
            <a:spAutoFit/>
          </a:bodyPr>
          <a:lstStyle/>
          <a:p>
            <a:r>
              <a:rPr lang="en-US" sz="1600" b="0" i="0" dirty="0">
                <a:solidFill>
                  <a:srgbClr val="0A2458"/>
                </a:solidFill>
                <a:effectLst/>
                <a:highlight>
                  <a:srgbClr val="FFFFFF"/>
                </a:highlight>
                <a:latin typeface="Calibri" panose="020F0502020204030204" pitchFamily="34" charset="0"/>
              </a:rPr>
              <a:t>Some important points:</a:t>
            </a:r>
          </a:p>
          <a:p>
            <a:endParaRPr lang="en-US" sz="1600" b="0" i="0" dirty="0">
              <a:solidFill>
                <a:srgbClr val="0A2458"/>
              </a:solidFill>
              <a:effectLst/>
              <a:highlight>
                <a:srgbClr val="FFFFFF"/>
              </a:highlight>
              <a:latin typeface="Calibri" panose="020F0502020204030204" pitchFamily="34" charset="0"/>
            </a:endParaRPr>
          </a:p>
          <a:p>
            <a:pPr marL="285750" indent="-285750">
              <a:buFont typeface="Arial" panose="020B0604020202020204" pitchFamily="34" charset="0"/>
              <a:buChar char="•"/>
            </a:pPr>
            <a:r>
              <a:rPr lang="en-US" sz="1600" b="0" i="0" dirty="0">
                <a:solidFill>
                  <a:srgbClr val="0A2458"/>
                </a:solidFill>
                <a:effectLst/>
                <a:highlight>
                  <a:srgbClr val="FFFFFF"/>
                </a:highlight>
                <a:latin typeface="Calibri" panose="020F0502020204030204" pitchFamily="34" charset="0"/>
              </a:rPr>
              <a:t>Artificial Intelligence must be </a:t>
            </a:r>
            <a:r>
              <a:rPr lang="en-US" sz="1600" b="1" i="0" dirty="0">
                <a:solidFill>
                  <a:srgbClr val="0A2458"/>
                </a:solidFill>
                <a:effectLst/>
                <a:highlight>
                  <a:srgbClr val="FFFFFF"/>
                </a:highlight>
                <a:latin typeface="Calibri" panose="020F0502020204030204" pitchFamily="34" charset="0"/>
              </a:rPr>
              <a:t>safe and secure</a:t>
            </a:r>
            <a:r>
              <a:rPr lang="en-US" sz="1600" b="0" i="0" dirty="0">
                <a:solidFill>
                  <a:srgbClr val="0A2458"/>
                </a:solidFill>
                <a:effectLst/>
                <a:highlight>
                  <a:srgbClr val="FFFFFF"/>
                </a:highlight>
                <a:latin typeface="Calibri" panose="020F0502020204030204" pitchFamily="34" charset="0"/>
              </a:rPr>
              <a:t>.</a:t>
            </a:r>
          </a:p>
          <a:p>
            <a:pPr marL="285750" indent="-285750">
              <a:buFont typeface="Arial" panose="020B0604020202020204" pitchFamily="34" charset="0"/>
              <a:buChar char="•"/>
            </a:pPr>
            <a:r>
              <a:rPr lang="en-US" sz="1600" b="0" i="0" dirty="0">
                <a:solidFill>
                  <a:srgbClr val="0A2458"/>
                </a:solidFill>
                <a:effectLst/>
                <a:highlight>
                  <a:srgbClr val="FFFFFF"/>
                </a:highlight>
                <a:latin typeface="Calibri" panose="020F0502020204030204" pitchFamily="34" charset="0"/>
              </a:rPr>
              <a:t>Promoting </a:t>
            </a:r>
            <a:r>
              <a:rPr lang="en-US" sz="1600" b="1" i="0" dirty="0">
                <a:solidFill>
                  <a:srgbClr val="0A2458"/>
                </a:solidFill>
                <a:effectLst/>
                <a:highlight>
                  <a:srgbClr val="FFFFFF"/>
                </a:highlight>
                <a:latin typeface="Calibri" panose="020F0502020204030204" pitchFamily="34" charset="0"/>
              </a:rPr>
              <a:t>responsible innovation, competition, and collaboration</a:t>
            </a:r>
            <a:endParaRPr lang="en-US" sz="1600" b="1" dirty="0">
              <a:solidFill>
                <a:srgbClr val="0A2458"/>
              </a:solidFill>
              <a:highlight>
                <a:srgbClr val="FFFFFF"/>
              </a:highlight>
              <a:latin typeface="Calibri" panose="020F0502020204030204" pitchFamily="34" charset="0"/>
            </a:endParaRPr>
          </a:p>
          <a:p>
            <a:pPr marL="285750" indent="-285750">
              <a:buFont typeface="Arial" panose="020B0604020202020204" pitchFamily="34" charset="0"/>
              <a:buChar char="•"/>
            </a:pPr>
            <a:r>
              <a:rPr lang="en-US" sz="1600" b="0" i="0" dirty="0">
                <a:solidFill>
                  <a:srgbClr val="0A2458"/>
                </a:solidFill>
                <a:effectLst/>
                <a:highlight>
                  <a:srgbClr val="FFFFFF"/>
                </a:highlight>
                <a:latin typeface="Calibri" panose="020F0502020204030204" pitchFamily="34" charset="0"/>
              </a:rPr>
              <a:t>Americans’ </a:t>
            </a:r>
            <a:r>
              <a:rPr lang="en-US" sz="1600" b="1" i="0" dirty="0">
                <a:solidFill>
                  <a:srgbClr val="0A2458"/>
                </a:solidFill>
                <a:effectLst/>
                <a:highlight>
                  <a:srgbClr val="FFFFFF"/>
                </a:highlight>
                <a:latin typeface="Calibri" panose="020F0502020204030204" pitchFamily="34" charset="0"/>
              </a:rPr>
              <a:t>privacy, civil liberties and labor rights </a:t>
            </a:r>
            <a:r>
              <a:rPr lang="en-US" sz="1600" b="0" i="0" dirty="0">
                <a:solidFill>
                  <a:srgbClr val="0A2458"/>
                </a:solidFill>
                <a:effectLst/>
                <a:highlight>
                  <a:srgbClr val="FFFFFF"/>
                </a:highlight>
                <a:latin typeface="Calibri" panose="020F0502020204030204" pitchFamily="34" charset="0"/>
              </a:rPr>
              <a:t>must be protected.</a:t>
            </a:r>
          </a:p>
          <a:p>
            <a:endParaRPr lang="en-US" sz="1600" dirty="0"/>
          </a:p>
        </p:txBody>
      </p:sp>
      <p:sp>
        <p:nvSpPr>
          <p:cNvPr id="5" name="Rectangle 4">
            <a:extLst>
              <a:ext uri="{FF2B5EF4-FFF2-40B4-BE49-F238E27FC236}">
                <a16:creationId xmlns:a16="http://schemas.microsoft.com/office/drawing/2014/main" id="{4C8D0290-83A7-DAD6-D51E-E582E4F1FEE8}"/>
              </a:ext>
              <a:ext uri="{C183D7F6-B498-43B3-948B-1728B52AA6E4}">
                <adec:decorative xmlns:adec="http://schemas.microsoft.com/office/drawing/2017/decorative" val="1"/>
              </a:ext>
            </a:extLst>
          </p:cNvPr>
          <p:cNvSpPr/>
          <p:nvPr/>
        </p:nvSpPr>
        <p:spPr>
          <a:xfrm>
            <a:off x="609600" y="152400"/>
            <a:ext cx="6202447" cy="6477000"/>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 name="Straight Connector 1">
            <a:extLst>
              <a:ext uri="{FF2B5EF4-FFF2-40B4-BE49-F238E27FC236}">
                <a16:creationId xmlns:a16="http://schemas.microsoft.com/office/drawing/2014/main" id="{52A640AA-ADC2-FBC4-05FC-76D9B975B84D}"/>
              </a:ext>
              <a:ext uri="{C183D7F6-B498-43B3-948B-1728B52AA6E4}">
                <adec:decorative xmlns:adec="http://schemas.microsoft.com/office/drawing/2017/decorative" val="1"/>
              </a:ext>
            </a:extLst>
          </p:cNvPr>
          <p:cNvCxnSpPr>
            <a:cxnSpLocks/>
          </p:cNvCxnSpPr>
          <p:nvPr/>
        </p:nvCxnSpPr>
        <p:spPr>
          <a:xfrm>
            <a:off x="2438400" y="4876800"/>
            <a:ext cx="1143000" cy="0"/>
          </a:xfrm>
          <a:prstGeom prst="line">
            <a:avLst/>
          </a:prstGeom>
        </p:spPr>
        <p:style>
          <a:lnRef idx="1">
            <a:schemeClr val="accent2"/>
          </a:lnRef>
          <a:fillRef idx="0">
            <a:schemeClr val="accent2"/>
          </a:fillRef>
          <a:effectRef idx="0">
            <a:schemeClr val="accent2"/>
          </a:effectRef>
          <a:fontRef idx="minor">
            <a:schemeClr val="tx1"/>
          </a:fontRef>
        </p:style>
      </p:cxnSp>
      <p:sp>
        <p:nvSpPr>
          <p:cNvPr id="6" name="TextBox 5">
            <a:extLst>
              <a:ext uri="{FF2B5EF4-FFF2-40B4-BE49-F238E27FC236}">
                <a16:creationId xmlns:a16="http://schemas.microsoft.com/office/drawing/2014/main" id="{0B128D9F-1128-06EF-D300-9D330488054F}"/>
              </a:ext>
              <a:ext uri="{C183D7F6-B498-43B3-948B-1728B52AA6E4}">
                <adec:decorative xmlns:adec="http://schemas.microsoft.com/office/drawing/2017/decorative" val="1"/>
              </a:ext>
            </a:extLst>
          </p:cNvPr>
          <p:cNvSpPr txBox="1"/>
          <p:nvPr/>
        </p:nvSpPr>
        <p:spPr>
          <a:xfrm rot="2223276">
            <a:off x="7864022" y="396933"/>
            <a:ext cx="1143000" cy="584775"/>
          </a:xfrm>
          <a:prstGeom prst="rect">
            <a:avLst/>
          </a:prstGeom>
          <a:noFill/>
        </p:spPr>
        <p:txBody>
          <a:bodyPr wrap="square" rtlCol="0">
            <a:spAutoFit/>
          </a:bodyPr>
          <a:lstStyle/>
          <a:p>
            <a:r>
              <a:rPr lang="en-US" sz="3200" b="1" dirty="0">
                <a:solidFill>
                  <a:srgbClr val="FF0000"/>
                </a:solidFill>
              </a:rPr>
              <a:t>2023</a:t>
            </a:r>
          </a:p>
        </p:txBody>
      </p:sp>
      <p:cxnSp>
        <p:nvCxnSpPr>
          <p:cNvPr id="7" name="Straight Connector 6">
            <a:extLst>
              <a:ext uri="{FF2B5EF4-FFF2-40B4-BE49-F238E27FC236}">
                <a16:creationId xmlns:a16="http://schemas.microsoft.com/office/drawing/2014/main" id="{766E5CAF-894F-6983-2AD5-53D79D1D9976}"/>
              </a:ext>
              <a:ext uri="{C183D7F6-B498-43B3-948B-1728B52AA6E4}">
                <adec:decorative xmlns:adec="http://schemas.microsoft.com/office/drawing/2017/decorative" val="1"/>
              </a:ext>
            </a:extLst>
          </p:cNvPr>
          <p:cNvCxnSpPr>
            <a:cxnSpLocks/>
          </p:cNvCxnSpPr>
          <p:nvPr/>
        </p:nvCxnSpPr>
        <p:spPr>
          <a:xfrm>
            <a:off x="4572000" y="5257800"/>
            <a:ext cx="1066800" cy="0"/>
          </a:xfrm>
          <a:prstGeom prst="line">
            <a:avLst/>
          </a:prstGeom>
        </p:spPr>
        <p:style>
          <a:lnRef idx="1">
            <a:schemeClr val="accent2"/>
          </a:lnRef>
          <a:fillRef idx="0">
            <a:schemeClr val="accent2"/>
          </a:fillRef>
          <a:effectRef idx="0">
            <a:schemeClr val="accent2"/>
          </a:effectRef>
          <a:fontRef idx="minor">
            <a:schemeClr val="tx1"/>
          </a:fontRef>
        </p:style>
      </p:cxnSp>
      <p:sp>
        <p:nvSpPr>
          <p:cNvPr id="8" name="TextBox 7">
            <a:extLst>
              <a:ext uri="{FF2B5EF4-FFF2-40B4-BE49-F238E27FC236}">
                <a16:creationId xmlns:a16="http://schemas.microsoft.com/office/drawing/2014/main" id="{84CB4EB0-D802-A45E-1705-7E64E1C3A0EC}"/>
              </a:ext>
            </a:extLst>
          </p:cNvPr>
          <p:cNvSpPr txBox="1"/>
          <p:nvPr/>
        </p:nvSpPr>
        <p:spPr>
          <a:xfrm>
            <a:off x="6950035" y="5689884"/>
            <a:ext cx="2056031" cy="923330"/>
          </a:xfrm>
          <a:prstGeom prst="rect">
            <a:avLst/>
          </a:prstGeom>
        </p:spPr>
        <p:style>
          <a:lnRef idx="3">
            <a:schemeClr val="lt1"/>
          </a:lnRef>
          <a:fillRef idx="1">
            <a:schemeClr val="accent2"/>
          </a:fillRef>
          <a:effectRef idx="1">
            <a:schemeClr val="accent2"/>
          </a:effectRef>
          <a:fontRef idx="minor">
            <a:schemeClr val="lt1"/>
          </a:fontRef>
        </p:style>
        <p:txBody>
          <a:bodyPr wrap="square" rtlCol="0">
            <a:spAutoFit/>
          </a:bodyPr>
          <a:lstStyle/>
          <a:p>
            <a:r>
              <a:rPr lang="en-US" dirty="0"/>
              <a:t>January 2025: This Executive Order is now revoked.</a:t>
            </a:r>
          </a:p>
        </p:txBody>
      </p:sp>
    </p:spTree>
    <p:extLst>
      <p:ext uri="{BB962C8B-B14F-4D97-AF65-F5344CB8AC3E}">
        <p14:creationId xmlns:p14="http://schemas.microsoft.com/office/powerpoint/2010/main" val="2305141222"/>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82410C3-F52B-30C5-67B1-27904F38F461}"/>
              </a:ext>
            </a:extLst>
          </p:cNvPr>
          <p:cNvSpPr>
            <a:spLocks noGrp="1"/>
          </p:cNvSpPr>
          <p:nvPr>
            <p:ph type="title"/>
          </p:nvPr>
        </p:nvSpPr>
        <p:spPr/>
        <p:txBody>
          <a:bodyPr/>
          <a:lstStyle/>
          <a:p>
            <a:r>
              <a:rPr lang="en-US" dirty="0"/>
              <a:t>The EU Artificial Intelligence Act</a:t>
            </a:r>
          </a:p>
        </p:txBody>
      </p:sp>
      <p:sp>
        <p:nvSpPr>
          <p:cNvPr id="3" name="Content Placeholder 2">
            <a:extLst>
              <a:ext uri="{FF2B5EF4-FFF2-40B4-BE49-F238E27FC236}">
                <a16:creationId xmlns:a16="http://schemas.microsoft.com/office/drawing/2014/main" id="{17FEA28F-FFF0-2D50-3FBC-3B735236541C}"/>
              </a:ext>
            </a:extLst>
          </p:cNvPr>
          <p:cNvSpPr>
            <a:spLocks noGrp="1"/>
          </p:cNvSpPr>
          <p:nvPr>
            <p:ph idx="1"/>
          </p:nvPr>
        </p:nvSpPr>
        <p:spPr>
          <a:xfrm>
            <a:off x="548822" y="1507330"/>
            <a:ext cx="5380490" cy="4817270"/>
          </a:xfrm>
        </p:spPr>
        <p:txBody>
          <a:bodyPr>
            <a:normAutofit fontScale="70000" lnSpcReduction="20000"/>
          </a:bodyPr>
          <a:lstStyle/>
          <a:p>
            <a:pPr marL="0" indent="0">
              <a:buNone/>
            </a:pPr>
            <a:r>
              <a:rPr lang="en-US" dirty="0"/>
              <a:t>World’s first comprehensive legal framework for artificial intelligence.</a:t>
            </a:r>
          </a:p>
          <a:p>
            <a:endParaRPr lang="en-US" b="1" dirty="0"/>
          </a:p>
          <a:p>
            <a:r>
              <a:rPr lang="en-US" b="1" dirty="0"/>
              <a:t>Risk-based classification of AI system</a:t>
            </a:r>
          </a:p>
          <a:p>
            <a:pPr lvl="1"/>
            <a:r>
              <a:rPr lang="en-US" b="1" dirty="0"/>
              <a:t>Unacceptable Risk </a:t>
            </a:r>
            <a:r>
              <a:rPr lang="en-US" dirty="0"/>
              <a:t>(Banned): Systems that threaten human safety, livelihoods, or fundamental rights. </a:t>
            </a:r>
          </a:p>
          <a:p>
            <a:pPr lvl="1"/>
            <a:r>
              <a:rPr lang="en-US" b="1" dirty="0"/>
              <a:t>High Risk </a:t>
            </a:r>
            <a:r>
              <a:rPr lang="en-US" dirty="0"/>
              <a:t>(Strictly Regulated): Systems used in critical areas such as healthcare, recruitment, law enforcement, and critical infrastructure. Require: Rigorous conformity assessments, ensure human oversight, and guarantee cybersecurity.</a:t>
            </a:r>
          </a:p>
          <a:p>
            <a:pPr lvl="1"/>
            <a:r>
              <a:rPr lang="en-US" b="1" dirty="0"/>
              <a:t>Specific Transparency Risk</a:t>
            </a:r>
            <a:r>
              <a:rPr lang="en-US" dirty="0"/>
              <a:t>: AI systems that interact directly with humans (e.g., chatbots) or generate synthetic media (e.g., deepfakes, manipulated audio). Require: disclosure and watermarking </a:t>
            </a:r>
          </a:p>
          <a:p>
            <a:pPr lvl="1"/>
            <a:r>
              <a:rPr lang="en-US" b="1" dirty="0"/>
              <a:t>Minimal or No Risk</a:t>
            </a:r>
            <a:r>
              <a:rPr lang="en-US" dirty="0"/>
              <a:t>: Majority of AI systems. No binding obligations, though developers can voluntarily adopt codes of conduct.</a:t>
            </a:r>
          </a:p>
        </p:txBody>
      </p:sp>
      <p:graphicFrame>
        <p:nvGraphicFramePr>
          <p:cNvPr id="4" name="Diagram 3">
            <a:extLst>
              <a:ext uri="{FF2B5EF4-FFF2-40B4-BE49-F238E27FC236}">
                <a16:creationId xmlns:a16="http://schemas.microsoft.com/office/drawing/2014/main" id="{D6ED2CBF-786D-407C-6F66-89DA33708CFE}"/>
              </a:ext>
            </a:extLst>
          </p:cNvPr>
          <p:cNvGraphicFramePr/>
          <p:nvPr>
            <p:extLst>
              <p:ext uri="{D42A27DB-BD31-4B8C-83A1-F6EECF244321}">
                <p14:modId xmlns:p14="http://schemas.microsoft.com/office/powerpoint/2010/main" val="2590039400"/>
              </p:ext>
            </p:extLst>
          </p:nvPr>
        </p:nvGraphicFramePr>
        <p:xfrm>
          <a:off x="5989905" y="2745541"/>
          <a:ext cx="2847975" cy="2644137"/>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5" name="TextBox 4">
            <a:extLst>
              <a:ext uri="{FF2B5EF4-FFF2-40B4-BE49-F238E27FC236}">
                <a16:creationId xmlns:a16="http://schemas.microsoft.com/office/drawing/2014/main" id="{B16B7FD4-7A34-759F-F4BE-D06CF3FD7E41}"/>
              </a:ext>
              <a:ext uri="{C183D7F6-B498-43B3-948B-1728B52AA6E4}">
                <adec:decorative xmlns:adec="http://schemas.microsoft.com/office/drawing/2017/decorative" val="1"/>
              </a:ext>
            </a:extLst>
          </p:cNvPr>
          <p:cNvSpPr txBox="1"/>
          <p:nvPr/>
        </p:nvSpPr>
        <p:spPr>
          <a:xfrm rot="2223276">
            <a:off x="7864022" y="396933"/>
            <a:ext cx="1143000" cy="584775"/>
          </a:xfrm>
          <a:prstGeom prst="rect">
            <a:avLst/>
          </a:prstGeom>
          <a:noFill/>
        </p:spPr>
        <p:txBody>
          <a:bodyPr wrap="square" rtlCol="0">
            <a:spAutoFit/>
          </a:bodyPr>
          <a:lstStyle/>
          <a:p>
            <a:r>
              <a:rPr lang="en-US" sz="3200" b="1" dirty="0">
                <a:solidFill>
                  <a:srgbClr val="FF0000"/>
                </a:solidFill>
              </a:rPr>
              <a:t>2025-</a:t>
            </a:r>
          </a:p>
        </p:txBody>
      </p:sp>
      <p:pic>
        <p:nvPicPr>
          <p:cNvPr id="1026" name="Picture 2" descr="EU Artificial Intelligence Act">
            <a:extLst>
              <a:ext uri="{FF2B5EF4-FFF2-40B4-BE49-F238E27FC236}">
                <a16:creationId xmlns:a16="http://schemas.microsoft.com/office/drawing/2014/main" id="{7994BD9C-945E-14CE-09E3-3A738D6642BD}"/>
              </a:ext>
            </a:extLst>
          </p:cNvPr>
          <p:cNvPicPr>
            <a:picLocks noChangeAspect="1" noChangeArrowheads="1"/>
          </p:cNvPicPr>
          <p:nvPr/>
        </p:nvPicPr>
        <p:blipFill>
          <a:blip r:embed="rId7" cstate="print">
            <a:extLst>
              <a:ext uri="{28A0092B-C50C-407E-A947-70E740481C1C}">
                <a14:useLocalDpi xmlns:a14="http://schemas.microsoft.com/office/drawing/2010/main" val="0"/>
              </a:ext>
            </a:extLst>
          </a:blip>
          <a:srcRect/>
          <a:stretch>
            <a:fillRect/>
          </a:stretch>
        </p:blipFill>
        <p:spPr bwMode="auto">
          <a:xfrm>
            <a:off x="5957888" y="1468322"/>
            <a:ext cx="2847975" cy="723776"/>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27693352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Graphic spid="4" grpId="0">
        <p:bldAsOne/>
      </p:bldGraphic>
    </p:bldLst>
  </p:timing>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21344DD-07D2-EADD-C6FC-67CE884D80C9}"/>
            </a:ext>
          </a:extLst>
        </p:cNvPr>
        <p:cNvGrpSpPr/>
        <p:nvPr/>
      </p:nvGrpSpPr>
      <p:grpSpPr>
        <a:xfrm>
          <a:off x="0" y="0"/>
          <a:ext cx="0" cy="0"/>
          <a:chOff x="0" y="0"/>
          <a:chExt cx="0" cy="0"/>
        </a:xfrm>
      </p:grpSpPr>
      <p:pic>
        <p:nvPicPr>
          <p:cNvPr id="1028" name="Picture 4">
            <a:extLst>
              <a:ext uri="{FF2B5EF4-FFF2-40B4-BE49-F238E27FC236}">
                <a16:creationId xmlns:a16="http://schemas.microsoft.com/office/drawing/2014/main" id="{08A9EE10-97F5-B232-A213-AE47D7E18535}"/>
              </a:ext>
              <a:ext uri="{C183D7F6-B498-43B3-948B-1728B52AA6E4}">
                <adec:decorative xmlns:adec="http://schemas.microsoft.com/office/drawing/2017/decorative" val="1"/>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t="7919" b="13559"/>
          <a:stretch/>
        </p:blipFill>
        <p:spPr bwMode="auto">
          <a:xfrm>
            <a:off x="20" y="-1"/>
            <a:ext cx="9143980" cy="3984912"/>
          </a:xfrm>
          <a:custGeom>
            <a:avLst/>
            <a:gdLst/>
            <a:ahLst/>
            <a:cxnLst/>
            <a:rect l="l" t="t" r="r" b="b"/>
            <a:pathLst>
              <a:path w="12192000" h="3984912">
                <a:moveTo>
                  <a:pt x="0" y="0"/>
                </a:moveTo>
                <a:lnTo>
                  <a:pt x="12192000" y="0"/>
                </a:lnTo>
                <a:lnTo>
                  <a:pt x="12192000" y="566059"/>
                </a:lnTo>
                <a:lnTo>
                  <a:pt x="12192000" y="794037"/>
                </a:lnTo>
                <a:lnTo>
                  <a:pt x="12192000" y="2336800"/>
                </a:lnTo>
                <a:lnTo>
                  <a:pt x="12192000" y="2631227"/>
                </a:lnTo>
                <a:lnTo>
                  <a:pt x="12192000" y="3908712"/>
                </a:lnTo>
                <a:lnTo>
                  <a:pt x="9439275" y="3984912"/>
                </a:lnTo>
                <a:lnTo>
                  <a:pt x="5572127" y="3737262"/>
                </a:lnTo>
                <a:lnTo>
                  <a:pt x="0" y="3908712"/>
                </a:lnTo>
                <a:lnTo>
                  <a:pt x="0" y="2631227"/>
                </a:lnTo>
                <a:lnTo>
                  <a:pt x="0" y="2336800"/>
                </a:lnTo>
                <a:lnTo>
                  <a:pt x="0" y="794037"/>
                </a:lnTo>
                <a:lnTo>
                  <a:pt x="0" y="566059"/>
                </a:lnTo>
                <a:close/>
              </a:path>
            </a:pathLst>
          </a:custGeom>
          <a:noFill/>
          <a:extLst>
            <a:ext uri="{909E8E84-426E-40DD-AFC4-6F175D3DCCD1}">
              <a14:hiddenFill xmlns:a14="http://schemas.microsoft.com/office/drawing/2010/main">
                <a:solidFill>
                  <a:srgbClr val="FFFFFF"/>
                </a:solidFill>
              </a14:hiddenFill>
            </a:ext>
          </a:extLst>
        </p:spPr>
      </p:pic>
      <p:sp>
        <p:nvSpPr>
          <p:cNvPr id="3" name="Text Placeholder 2">
            <a:extLst>
              <a:ext uri="{FF2B5EF4-FFF2-40B4-BE49-F238E27FC236}">
                <a16:creationId xmlns:a16="http://schemas.microsoft.com/office/drawing/2014/main" id="{E88C7E9D-C527-E066-E2A7-2B3CFC47A46A}"/>
              </a:ext>
            </a:extLst>
          </p:cNvPr>
          <p:cNvSpPr>
            <a:spLocks noGrp="1"/>
          </p:cNvSpPr>
          <p:nvPr>
            <p:ph type="body" idx="1"/>
          </p:nvPr>
        </p:nvSpPr>
        <p:spPr>
          <a:xfrm>
            <a:off x="533400" y="4648200"/>
            <a:ext cx="7886700" cy="1500187"/>
          </a:xfrm>
        </p:spPr>
        <p:txBody>
          <a:bodyPr>
            <a:normAutofit/>
          </a:bodyPr>
          <a:lstStyle/>
          <a:p>
            <a:r>
              <a:rPr lang="en-US" sz="3600" dirty="0"/>
              <a:t>AI Governance:</a:t>
            </a:r>
            <a:br>
              <a:rPr lang="en-US" sz="3600" dirty="0"/>
            </a:br>
            <a:r>
              <a:rPr lang="en-US" sz="3600" dirty="0"/>
              <a:t>Risk Mitigation</a:t>
            </a:r>
          </a:p>
        </p:txBody>
      </p:sp>
    </p:spTree>
    <p:extLst>
      <p:ext uri="{BB962C8B-B14F-4D97-AF65-F5344CB8AC3E}">
        <p14:creationId xmlns:p14="http://schemas.microsoft.com/office/powerpoint/2010/main" val="1330328647"/>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58E7465-4D0E-4522-87CB-90A4A8132B6C}"/>
              </a:ext>
            </a:extLst>
          </p:cNvPr>
          <p:cNvSpPr>
            <a:spLocks noGrp="1"/>
          </p:cNvSpPr>
          <p:nvPr>
            <p:ph type="title"/>
          </p:nvPr>
        </p:nvSpPr>
        <p:spPr>
          <a:xfrm>
            <a:off x="482602" y="321736"/>
            <a:ext cx="8178799" cy="1135737"/>
          </a:xfrm>
        </p:spPr>
        <p:txBody>
          <a:bodyPr>
            <a:normAutofit/>
          </a:bodyPr>
          <a:lstStyle/>
          <a:p>
            <a:r>
              <a:rPr lang="en-US" sz="3100" dirty="0"/>
              <a:t>Fairness: Algorithmic Bias</a:t>
            </a:r>
          </a:p>
        </p:txBody>
      </p:sp>
      <p:sp>
        <p:nvSpPr>
          <p:cNvPr id="3" name="Content Placeholder 2">
            <a:extLst>
              <a:ext uri="{FF2B5EF4-FFF2-40B4-BE49-F238E27FC236}">
                <a16:creationId xmlns:a16="http://schemas.microsoft.com/office/drawing/2014/main" id="{1FF59570-2A67-4C4E-891F-24588C624866}"/>
              </a:ext>
            </a:extLst>
          </p:cNvPr>
          <p:cNvSpPr>
            <a:spLocks noGrp="1"/>
          </p:cNvSpPr>
          <p:nvPr>
            <p:ph idx="1"/>
          </p:nvPr>
        </p:nvSpPr>
        <p:spPr>
          <a:xfrm>
            <a:off x="628649" y="1219200"/>
            <a:ext cx="7886700" cy="4351338"/>
          </a:xfrm>
        </p:spPr>
        <p:txBody>
          <a:bodyPr>
            <a:normAutofit/>
          </a:bodyPr>
          <a:lstStyle/>
          <a:p>
            <a:pPr marL="0" indent="0">
              <a:buNone/>
            </a:pPr>
            <a:r>
              <a:rPr lang="en-US" sz="2000" dirty="0"/>
              <a:t>“</a:t>
            </a:r>
            <a:r>
              <a:rPr lang="en-US" sz="2000" b="1" dirty="0"/>
              <a:t>Algorithmic bias</a:t>
            </a:r>
            <a:r>
              <a:rPr lang="en-US" sz="2000" dirty="0"/>
              <a:t> describes systematic and repeatable errors in a computer system that create unfair outcomes, such as privileging one arbitrary group of users over others.”</a:t>
            </a:r>
            <a:r>
              <a:rPr lang="en-US" sz="2000" dirty="0">
                <a:solidFill>
                  <a:schemeClr val="bg2">
                    <a:lumMod val="75000"/>
                  </a:schemeClr>
                </a:solidFill>
              </a:rPr>
              <a:t> [Wikipedia]</a:t>
            </a:r>
            <a:endParaRPr lang="en-US" sz="2000" dirty="0"/>
          </a:p>
        </p:txBody>
      </p:sp>
      <p:grpSp>
        <p:nvGrpSpPr>
          <p:cNvPr id="16" name="Group 15">
            <a:extLst>
              <a:ext uri="{FF2B5EF4-FFF2-40B4-BE49-F238E27FC236}">
                <a16:creationId xmlns:a16="http://schemas.microsoft.com/office/drawing/2014/main" id="{9EE655CD-ABAB-53F5-F38D-A38BF3F15B00}"/>
              </a:ext>
            </a:extLst>
          </p:cNvPr>
          <p:cNvGrpSpPr/>
          <p:nvPr/>
        </p:nvGrpSpPr>
        <p:grpSpPr>
          <a:xfrm>
            <a:off x="766286" y="2707026"/>
            <a:ext cx="2375156" cy="3016817"/>
            <a:chOff x="766286" y="2707026"/>
            <a:chExt cx="2375156" cy="3016817"/>
          </a:xfrm>
        </p:grpSpPr>
        <p:sp>
          <p:nvSpPr>
            <p:cNvPr id="7" name="Rectangle 6" descr="Office Worker">
              <a:extLst>
                <a:ext uri="{FF2B5EF4-FFF2-40B4-BE49-F238E27FC236}">
                  <a16:creationId xmlns:a16="http://schemas.microsoft.com/office/drawing/2014/main" id="{E5D4234F-3E03-221D-201E-1D13D76B95E8}"/>
                </a:ext>
              </a:extLst>
            </p:cNvPr>
            <p:cNvSpPr/>
            <p:nvPr/>
          </p:nvSpPr>
          <p:spPr>
            <a:xfrm>
              <a:off x="766286" y="2707026"/>
              <a:ext cx="831304" cy="831304"/>
            </a:xfrm>
            <a:prstGeom prst="rect">
              <a:avLst/>
            </a:prstGeom>
            <a: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p:spPr>
          <p:style>
            <a:lnRef idx="3">
              <a:schemeClr val="lt1">
                <a:hueOff val="0"/>
                <a:satOff val="0"/>
                <a:lumOff val="0"/>
                <a:alphaOff val="0"/>
              </a:schemeClr>
            </a:lnRef>
            <a:fillRef idx="1">
              <a:scrgbClr r="0" g="0" b="0"/>
            </a:fillRef>
            <a:effectRef idx="1">
              <a:schemeClr val="accent2">
                <a:hueOff val="0"/>
                <a:satOff val="0"/>
                <a:lumOff val="0"/>
                <a:alphaOff val="0"/>
              </a:schemeClr>
            </a:effectRef>
            <a:fontRef idx="minor">
              <a:schemeClr val="lt1"/>
            </a:fontRef>
          </p:style>
          <p:txBody>
            <a:bodyPr/>
            <a:lstStyle/>
            <a:p>
              <a:endParaRPr lang="en-US"/>
            </a:p>
          </p:txBody>
        </p:sp>
        <p:sp>
          <p:nvSpPr>
            <p:cNvPr id="8" name="Freeform: Shape 7">
              <a:extLst>
                <a:ext uri="{FF2B5EF4-FFF2-40B4-BE49-F238E27FC236}">
                  <a16:creationId xmlns:a16="http://schemas.microsoft.com/office/drawing/2014/main" id="{7BB7E052-CC31-1409-F062-77D172B4D792}"/>
                </a:ext>
              </a:extLst>
            </p:cNvPr>
            <p:cNvSpPr/>
            <p:nvPr/>
          </p:nvSpPr>
          <p:spPr>
            <a:xfrm>
              <a:off x="766286" y="3668054"/>
              <a:ext cx="2375156" cy="378540"/>
            </a:xfrm>
            <a:custGeom>
              <a:avLst/>
              <a:gdLst>
                <a:gd name="connsiteX0" fmla="*/ 0 w 2375156"/>
                <a:gd name="connsiteY0" fmla="*/ 0 h 378540"/>
                <a:gd name="connsiteX1" fmla="*/ 2375156 w 2375156"/>
                <a:gd name="connsiteY1" fmla="*/ 0 h 378540"/>
                <a:gd name="connsiteX2" fmla="*/ 2375156 w 2375156"/>
                <a:gd name="connsiteY2" fmla="*/ 378540 h 378540"/>
                <a:gd name="connsiteX3" fmla="*/ 0 w 2375156"/>
                <a:gd name="connsiteY3" fmla="*/ 378540 h 378540"/>
                <a:gd name="connsiteX4" fmla="*/ 0 w 2375156"/>
                <a:gd name="connsiteY4" fmla="*/ 0 h 37854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375156" h="378540">
                  <a:moveTo>
                    <a:pt x="0" y="0"/>
                  </a:moveTo>
                  <a:lnTo>
                    <a:pt x="2375156" y="0"/>
                  </a:lnTo>
                  <a:lnTo>
                    <a:pt x="2375156" y="378540"/>
                  </a:lnTo>
                  <a:lnTo>
                    <a:pt x="0" y="378540"/>
                  </a:lnTo>
                  <a:lnTo>
                    <a:pt x="0" y="0"/>
                  </a:lnTo>
                  <a:close/>
                </a:path>
              </a:pathLst>
            </a:cu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spcFirstLastPara="0" vert="horz" wrap="square" lIns="0" tIns="0" rIns="0" bIns="0" numCol="1" spcCol="1270" anchor="t" anchorCtr="0">
              <a:noAutofit/>
            </a:bodyPr>
            <a:lstStyle/>
            <a:p>
              <a:pPr marL="0" lvl="0" indent="0" algn="l" defTabSz="1066800">
                <a:lnSpc>
                  <a:spcPct val="100000"/>
                </a:lnSpc>
                <a:spcBef>
                  <a:spcPct val="0"/>
                </a:spcBef>
                <a:spcAft>
                  <a:spcPct val="35000"/>
                </a:spcAft>
                <a:buNone/>
                <a:defRPr b="1"/>
              </a:pPr>
              <a:r>
                <a:rPr lang="en-US" sz="2400" b="1" kern="1200" dirty="0"/>
                <a:t>Pre-existing bias</a:t>
              </a:r>
              <a:endParaRPr lang="en-US" sz="2400" kern="1200" dirty="0"/>
            </a:p>
          </p:txBody>
        </p:sp>
        <p:sp>
          <p:nvSpPr>
            <p:cNvPr id="9" name="Freeform: Shape 8">
              <a:extLst>
                <a:ext uri="{FF2B5EF4-FFF2-40B4-BE49-F238E27FC236}">
                  <a16:creationId xmlns:a16="http://schemas.microsoft.com/office/drawing/2014/main" id="{C803E5B8-CC51-BEBC-A46B-5CF177C23EF0}"/>
                </a:ext>
              </a:extLst>
            </p:cNvPr>
            <p:cNvSpPr/>
            <p:nvPr/>
          </p:nvSpPr>
          <p:spPr>
            <a:xfrm>
              <a:off x="766286" y="4106931"/>
              <a:ext cx="2375156" cy="1616912"/>
            </a:xfrm>
            <a:custGeom>
              <a:avLst/>
              <a:gdLst>
                <a:gd name="connsiteX0" fmla="*/ 0 w 2375156"/>
                <a:gd name="connsiteY0" fmla="*/ 0 h 1616912"/>
                <a:gd name="connsiteX1" fmla="*/ 2375156 w 2375156"/>
                <a:gd name="connsiteY1" fmla="*/ 0 h 1616912"/>
                <a:gd name="connsiteX2" fmla="*/ 2375156 w 2375156"/>
                <a:gd name="connsiteY2" fmla="*/ 1616912 h 1616912"/>
                <a:gd name="connsiteX3" fmla="*/ 0 w 2375156"/>
                <a:gd name="connsiteY3" fmla="*/ 1616912 h 1616912"/>
                <a:gd name="connsiteX4" fmla="*/ 0 w 2375156"/>
                <a:gd name="connsiteY4" fmla="*/ 0 h 161691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375156" h="1616912">
                  <a:moveTo>
                    <a:pt x="0" y="0"/>
                  </a:moveTo>
                  <a:lnTo>
                    <a:pt x="2375156" y="0"/>
                  </a:lnTo>
                  <a:lnTo>
                    <a:pt x="2375156" y="1616912"/>
                  </a:lnTo>
                  <a:lnTo>
                    <a:pt x="0" y="1616912"/>
                  </a:lnTo>
                  <a:lnTo>
                    <a:pt x="0" y="0"/>
                  </a:lnTo>
                  <a:close/>
                </a:path>
              </a:pathLst>
            </a:cu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spcFirstLastPara="0" vert="horz" wrap="square" lIns="0" tIns="0" rIns="0" bIns="0" numCol="1" spcCol="1270" anchor="t" anchorCtr="0">
              <a:noAutofit/>
            </a:bodyPr>
            <a:lstStyle/>
            <a:p>
              <a:pPr marL="0" lvl="0" indent="0" algn="l" defTabSz="622300">
                <a:lnSpc>
                  <a:spcPct val="100000"/>
                </a:lnSpc>
                <a:spcBef>
                  <a:spcPct val="0"/>
                </a:spcBef>
                <a:spcAft>
                  <a:spcPct val="35000"/>
                </a:spcAft>
                <a:buNone/>
              </a:pPr>
              <a:r>
                <a:rPr lang="en-US" sz="1400" kern="1200" dirty="0"/>
                <a:t>Social and institutional norms influence design and training data choices. </a:t>
              </a:r>
            </a:p>
            <a:p>
              <a:pPr marL="0" lvl="0" indent="0" algn="l" defTabSz="622300">
                <a:lnSpc>
                  <a:spcPct val="100000"/>
                </a:lnSpc>
                <a:spcBef>
                  <a:spcPct val="0"/>
                </a:spcBef>
                <a:spcAft>
                  <a:spcPct val="35000"/>
                </a:spcAft>
                <a:buNone/>
              </a:pPr>
              <a:r>
                <a:rPr lang="en-US" sz="1400" kern="1200" dirty="0"/>
                <a:t>Example: Evaluate job applicants for a job which is historically almost exclusively held by males.</a:t>
              </a:r>
            </a:p>
          </p:txBody>
        </p:sp>
      </p:grpSp>
      <p:grpSp>
        <p:nvGrpSpPr>
          <p:cNvPr id="18" name="Group 17">
            <a:extLst>
              <a:ext uri="{FF2B5EF4-FFF2-40B4-BE49-F238E27FC236}">
                <a16:creationId xmlns:a16="http://schemas.microsoft.com/office/drawing/2014/main" id="{CB4240C2-9450-FDCF-D810-C825FAAADA2E}"/>
              </a:ext>
            </a:extLst>
          </p:cNvPr>
          <p:cNvGrpSpPr/>
          <p:nvPr/>
        </p:nvGrpSpPr>
        <p:grpSpPr>
          <a:xfrm>
            <a:off x="3557095" y="2707026"/>
            <a:ext cx="2375156" cy="3016817"/>
            <a:chOff x="3557095" y="2707026"/>
            <a:chExt cx="2375156" cy="3016817"/>
          </a:xfrm>
        </p:grpSpPr>
        <p:sp>
          <p:nvSpPr>
            <p:cNvPr id="10" name="Rectangle 9" descr="Programmer">
              <a:extLst>
                <a:ext uri="{FF2B5EF4-FFF2-40B4-BE49-F238E27FC236}">
                  <a16:creationId xmlns:a16="http://schemas.microsoft.com/office/drawing/2014/main" id="{1023158F-73B1-558D-0B03-05BAF7412A04}"/>
                </a:ext>
              </a:extLst>
            </p:cNvPr>
            <p:cNvSpPr/>
            <p:nvPr/>
          </p:nvSpPr>
          <p:spPr>
            <a:xfrm>
              <a:off x="3557095" y="2707026"/>
              <a:ext cx="831304" cy="831304"/>
            </a:xfrm>
            <a:prstGeom prst="rect">
              <a:avLst/>
            </a:prstGeom>
            <a: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a:blipFill>
          </p:spPr>
          <p:style>
            <a:lnRef idx="3">
              <a:schemeClr val="lt1">
                <a:hueOff val="0"/>
                <a:satOff val="0"/>
                <a:lumOff val="0"/>
                <a:alphaOff val="0"/>
              </a:schemeClr>
            </a:lnRef>
            <a:fillRef idx="1">
              <a:scrgbClr r="0" g="0" b="0"/>
            </a:fillRef>
            <a:effectRef idx="1">
              <a:schemeClr val="accent2">
                <a:hueOff val="3238005"/>
                <a:satOff val="-9410"/>
                <a:lumOff val="-7648"/>
                <a:alphaOff val="0"/>
              </a:schemeClr>
            </a:effectRef>
            <a:fontRef idx="minor">
              <a:schemeClr val="lt1"/>
            </a:fontRef>
          </p:style>
          <p:txBody>
            <a:bodyPr/>
            <a:lstStyle/>
            <a:p>
              <a:endParaRPr lang="en-US"/>
            </a:p>
          </p:txBody>
        </p:sp>
        <p:sp>
          <p:nvSpPr>
            <p:cNvPr id="11" name="Freeform: Shape 10">
              <a:extLst>
                <a:ext uri="{FF2B5EF4-FFF2-40B4-BE49-F238E27FC236}">
                  <a16:creationId xmlns:a16="http://schemas.microsoft.com/office/drawing/2014/main" id="{5126F722-EEDC-D273-1B72-CAD535E52058}"/>
                </a:ext>
              </a:extLst>
            </p:cNvPr>
            <p:cNvSpPr/>
            <p:nvPr/>
          </p:nvSpPr>
          <p:spPr>
            <a:xfrm>
              <a:off x="3557095" y="3668054"/>
              <a:ext cx="2375156" cy="378540"/>
            </a:xfrm>
            <a:custGeom>
              <a:avLst/>
              <a:gdLst>
                <a:gd name="connsiteX0" fmla="*/ 0 w 2375156"/>
                <a:gd name="connsiteY0" fmla="*/ 0 h 378540"/>
                <a:gd name="connsiteX1" fmla="*/ 2375156 w 2375156"/>
                <a:gd name="connsiteY1" fmla="*/ 0 h 378540"/>
                <a:gd name="connsiteX2" fmla="*/ 2375156 w 2375156"/>
                <a:gd name="connsiteY2" fmla="*/ 378540 h 378540"/>
                <a:gd name="connsiteX3" fmla="*/ 0 w 2375156"/>
                <a:gd name="connsiteY3" fmla="*/ 378540 h 378540"/>
                <a:gd name="connsiteX4" fmla="*/ 0 w 2375156"/>
                <a:gd name="connsiteY4" fmla="*/ 0 h 37854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375156" h="378540">
                  <a:moveTo>
                    <a:pt x="0" y="0"/>
                  </a:moveTo>
                  <a:lnTo>
                    <a:pt x="2375156" y="0"/>
                  </a:lnTo>
                  <a:lnTo>
                    <a:pt x="2375156" y="378540"/>
                  </a:lnTo>
                  <a:lnTo>
                    <a:pt x="0" y="378540"/>
                  </a:lnTo>
                  <a:lnTo>
                    <a:pt x="0" y="0"/>
                  </a:lnTo>
                  <a:close/>
                </a:path>
              </a:pathLst>
            </a:cu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spcFirstLastPara="0" vert="horz" wrap="square" lIns="0" tIns="0" rIns="0" bIns="0" numCol="1" spcCol="1270" anchor="t" anchorCtr="0">
              <a:noAutofit/>
            </a:bodyPr>
            <a:lstStyle/>
            <a:p>
              <a:pPr marL="0" lvl="0" indent="0" algn="l" defTabSz="1066800">
                <a:lnSpc>
                  <a:spcPct val="100000"/>
                </a:lnSpc>
                <a:spcBef>
                  <a:spcPct val="0"/>
                </a:spcBef>
                <a:spcAft>
                  <a:spcPct val="35000"/>
                </a:spcAft>
                <a:buNone/>
                <a:defRPr b="1"/>
              </a:pPr>
              <a:r>
                <a:rPr lang="en-US" sz="2400" b="1" kern="1200" dirty="0"/>
                <a:t>Technical bias</a:t>
              </a:r>
              <a:endParaRPr lang="en-US" sz="2400" kern="1200" dirty="0"/>
            </a:p>
          </p:txBody>
        </p:sp>
        <p:sp>
          <p:nvSpPr>
            <p:cNvPr id="12" name="Freeform: Shape 11">
              <a:extLst>
                <a:ext uri="{FF2B5EF4-FFF2-40B4-BE49-F238E27FC236}">
                  <a16:creationId xmlns:a16="http://schemas.microsoft.com/office/drawing/2014/main" id="{86AEF462-92D4-F487-F7C2-681FFE8ECDD4}"/>
                </a:ext>
              </a:extLst>
            </p:cNvPr>
            <p:cNvSpPr/>
            <p:nvPr/>
          </p:nvSpPr>
          <p:spPr>
            <a:xfrm>
              <a:off x="3557095" y="4106931"/>
              <a:ext cx="2375156" cy="1616912"/>
            </a:xfrm>
            <a:custGeom>
              <a:avLst/>
              <a:gdLst>
                <a:gd name="connsiteX0" fmla="*/ 0 w 2375156"/>
                <a:gd name="connsiteY0" fmla="*/ 0 h 1616912"/>
                <a:gd name="connsiteX1" fmla="*/ 2375156 w 2375156"/>
                <a:gd name="connsiteY1" fmla="*/ 0 h 1616912"/>
                <a:gd name="connsiteX2" fmla="*/ 2375156 w 2375156"/>
                <a:gd name="connsiteY2" fmla="*/ 1616912 h 1616912"/>
                <a:gd name="connsiteX3" fmla="*/ 0 w 2375156"/>
                <a:gd name="connsiteY3" fmla="*/ 1616912 h 1616912"/>
                <a:gd name="connsiteX4" fmla="*/ 0 w 2375156"/>
                <a:gd name="connsiteY4" fmla="*/ 0 h 161691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375156" h="1616912">
                  <a:moveTo>
                    <a:pt x="0" y="0"/>
                  </a:moveTo>
                  <a:lnTo>
                    <a:pt x="2375156" y="0"/>
                  </a:lnTo>
                  <a:lnTo>
                    <a:pt x="2375156" y="1616912"/>
                  </a:lnTo>
                  <a:lnTo>
                    <a:pt x="0" y="1616912"/>
                  </a:lnTo>
                  <a:lnTo>
                    <a:pt x="0" y="0"/>
                  </a:lnTo>
                  <a:close/>
                </a:path>
              </a:pathLst>
            </a:cu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spcFirstLastPara="0" vert="horz" wrap="square" lIns="0" tIns="0" rIns="0" bIns="0" numCol="1" spcCol="1270" anchor="t" anchorCtr="0">
              <a:noAutofit/>
            </a:bodyPr>
            <a:lstStyle/>
            <a:p>
              <a:pPr marL="0" lvl="0" indent="0" algn="l" defTabSz="622300">
                <a:lnSpc>
                  <a:spcPct val="100000"/>
                </a:lnSpc>
                <a:spcBef>
                  <a:spcPct val="0"/>
                </a:spcBef>
                <a:spcAft>
                  <a:spcPct val="35000"/>
                </a:spcAft>
                <a:buNone/>
              </a:pPr>
              <a:r>
                <a:rPr lang="en-US" sz="1400" kern="1200" dirty="0"/>
                <a:t>Limitations of a program or computational power. </a:t>
              </a:r>
            </a:p>
            <a:p>
              <a:pPr marL="0" lvl="0" indent="0" algn="l" defTabSz="622300">
                <a:lnSpc>
                  <a:spcPct val="100000"/>
                </a:lnSpc>
                <a:spcBef>
                  <a:spcPct val="0"/>
                </a:spcBef>
                <a:spcAft>
                  <a:spcPct val="35000"/>
                </a:spcAft>
                <a:buNone/>
              </a:pPr>
              <a:endParaRPr lang="en-US" sz="1400" kern="1200" dirty="0"/>
            </a:p>
            <a:p>
              <a:pPr marL="0" lvl="0" indent="0" algn="l" defTabSz="622300">
                <a:lnSpc>
                  <a:spcPct val="100000"/>
                </a:lnSpc>
                <a:spcBef>
                  <a:spcPct val="0"/>
                </a:spcBef>
                <a:spcAft>
                  <a:spcPct val="35000"/>
                </a:spcAft>
                <a:buNone/>
              </a:pPr>
              <a:r>
                <a:rPr lang="en-US" sz="1400" kern="1200" dirty="0"/>
                <a:t>Example: Algorithm uses data that is easy to obtain but biased.</a:t>
              </a:r>
            </a:p>
          </p:txBody>
        </p:sp>
      </p:grpSp>
      <p:grpSp>
        <p:nvGrpSpPr>
          <p:cNvPr id="17" name="Group 16">
            <a:extLst>
              <a:ext uri="{FF2B5EF4-FFF2-40B4-BE49-F238E27FC236}">
                <a16:creationId xmlns:a16="http://schemas.microsoft.com/office/drawing/2014/main" id="{3C466272-864D-8B14-5ABD-28E5D165770A}"/>
              </a:ext>
            </a:extLst>
          </p:cNvPr>
          <p:cNvGrpSpPr/>
          <p:nvPr/>
        </p:nvGrpSpPr>
        <p:grpSpPr>
          <a:xfrm>
            <a:off x="6347903" y="2707026"/>
            <a:ext cx="2375156" cy="3016817"/>
            <a:chOff x="6347903" y="2707026"/>
            <a:chExt cx="2375156" cy="3016817"/>
          </a:xfrm>
        </p:grpSpPr>
        <p:sp>
          <p:nvSpPr>
            <p:cNvPr id="13" name="Rectangle 12" descr="Statistics">
              <a:extLst>
                <a:ext uri="{FF2B5EF4-FFF2-40B4-BE49-F238E27FC236}">
                  <a16:creationId xmlns:a16="http://schemas.microsoft.com/office/drawing/2014/main" id="{B1F00A2B-D22A-1F10-FE7D-8C2000D93EF9}"/>
                </a:ext>
              </a:extLst>
            </p:cNvPr>
            <p:cNvSpPr/>
            <p:nvPr/>
          </p:nvSpPr>
          <p:spPr>
            <a:xfrm>
              <a:off x="6347903" y="2707026"/>
              <a:ext cx="831304" cy="831304"/>
            </a:xfrm>
            <a:prstGeom prst="rect">
              <a:avLst/>
            </a:prstGeom>
            <a:blipFill>
              <a:blip>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p:spPr>
          <p:style>
            <a:lnRef idx="3">
              <a:schemeClr val="lt1">
                <a:hueOff val="0"/>
                <a:satOff val="0"/>
                <a:lumOff val="0"/>
                <a:alphaOff val="0"/>
              </a:schemeClr>
            </a:lnRef>
            <a:fillRef idx="1">
              <a:scrgbClr r="0" g="0" b="0"/>
            </a:fillRef>
            <a:effectRef idx="1">
              <a:schemeClr val="accent2">
                <a:hueOff val="6476011"/>
                <a:satOff val="-18820"/>
                <a:lumOff val="-15296"/>
                <a:alphaOff val="0"/>
              </a:schemeClr>
            </a:effectRef>
            <a:fontRef idx="minor">
              <a:schemeClr val="lt1"/>
            </a:fontRef>
          </p:style>
          <p:txBody>
            <a:bodyPr/>
            <a:lstStyle/>
            <a:p>
              <a:endParaRPr lang="en-US"/>
            </a:p>
          </p:txBody>
        </p:sp>
        <p:sp>
          <p:nvSpPr>
            <p:cNvPr id="14" name="Freeform: Shape 13">
              <a:extLst>
                <a:ext uri="{FF2B5EF4-FFF2-40B4-BE49-F238E27FC236}">
                  <a16:creationId xmlns:a16="http://schemas.microsoft.com/office/drawing/2014/main" id="{F33C24E2-4E3B-CF9C-DBAE-12F959A943A0}"/>
                </a:ext>
              </a:extLst>
            </p:cNvPr>
            <p:cNvSpPr/>
            <p:nvPr/>
          </p:nvSpPr>
          <p:spPr>
            <a:xfrm>
              <a:off x="6347903" y="3668054"/>
              <a:ext cx="2375156" cy="378540"/>
            </a:xfrm>
            <a:custGeom>
              <a:avLst/>
              <a:gdLst>
                <a:gd name="connsiteX0" fmla="*/ 0 w 2375156"/>
                <a:gd name="connsiteY0" fmla="*/ 0 h 378540"/>
                <a:gd name="connsiteX1" fmla="*/ 2375156 w 2375156"/>
                <a:gd name="connsiteY1" fmla="*/ 0 h 378540"/>
                <a:gd name="connsiteX2" fmla="*/ 2375156 w 2375156"/>
                <a:gd name="connsiteY2" fmla="*/ 378540 h 378540"/>
                <a:gd name="connsiteX3" fmla="*/ 0 w 2375156"/>
                <a:gd name="connsiteY3" fmla="*/ 378540 h 378540"/>
                <a:gd name="connsiteX4" fmla="*/ 0 w 2375156"/>
                <a:gd name="connsiteY4" fmla="*/ 0 h 37854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375156" h="378540">
                  <a:moveTo>
                    <a:pt x="0" y="0"/>
                  </a:moveTo>
                  <a:lnTo>
                    <a:pt x="2375156" y="0"/>
                  </a:lnTo>
                  <a:lnTo>
                    <a:pt x="2375156" y="378540"/>
                  </a:lnTo>
                  <a:lnTo>
                    <a:pt x="0" y="378540"/>
                  </a:lnTo>
                  <a:lnTo>
                    <a:pt x="0" y="0"/>
                  </a:lnTo>
                  <a:close/>
                </a:path>
              </a:pathLst>
            </a:cu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spcFirstLastPara="0" vert="horz" wrap="square" lIns="0" tIns="0" rIns="0" bIns="0" numCol="1" spcCol="1270" anchor="t" anchorCtr="0">
              <a:noAutofit/>
            </a:bodyPr>
            <a:lstStyle/>
            <a:p>
              <a:pPr marL="0" lvl="0" indent="0" algn="l" defTabSz="1066800">
                <a:lnSpc>
                  <a:spcPct val="100000"/>
                </a:lnSpc>
                <a:spcBef>
                  <a:spcPct val="0"/>
                </a:spcBef>
                <a:spcAft>
                  <a:spcPct val="35000"/>
                </a:spcAft>
                <a:buNone/>
                <a:defRPr b="1"/>
              </a:pPr>
              <a:r>
                <a:rPr lang="en-US" sz="2400" b="1" kern="1200" dirty="0"/>
                <a:t>Emergent bias</a:t>
              </a:r>
              <a:endParaRPr lang="en-US" sz="2400" kern="1200" dirty="0"/>
            </a:p>
          </p:txBody>
        </p:sp>
        <p:sp>
          <p:nvSpPr>
            <p:cNvPr id="15" name="Freeform: Shape 14">
              <a:extLst>
                <a:ext uri="{FF2B5EF4-FFF2-40B4-BE49-F238E27FC236}">
                  <a16:creationId xmlns:a16="http://schemas.microsoft.com/office/drawing/2014/main" id="{081F9B90-5392-C550-ACD4-52EA8C1609C4}"/>
                </a:ext>
              </a:extLst>
            </p:cNvPr>
            <p:cNvSpPr/>
            <p:nvPr/>
          </p:nvSpPr>
          <p:spPr>
            <a:xfrm>
              <a:off x="6347903" y="4106931"/>
              <a:ext cx="2375156" cy="1616912"/>
            </a:xfrm>
            <a:custGeom>
              <a:avLst/>
              <a:gdLst>
                <a:gd name="connsiteX0" fmla="*/ 0 w 2375156"/>
                <a:gd name="connsiteY0" fmla="*/ 0 h 1616912"/>
                <a:gd name="connsiteX1" fmla="*/ 2375156 w 2375156"/>
                <a:gd name="connsiteY1" fmla="*/ 0 h 1616912"/>
                <a:gd name="connsiteX2" fmla="*/ 2375156 w 2375156"/>
                <a:gd name="connsiteY2" fmla="*/ 1616912 h 1616912"/>
                <a:gd name="connsiteX3" fmla="*/ 0 w 2375156"/>
                <a:gd name="connsiteY3" fmla="*/ 1616912 h 1616912"/>
                <a:gd name="connsiteX4" fmla="*/ 0 w 2375156"/>
                <a:gd name="connsiteY4" fmla="*/ 0 h 161691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375156" h="1616912">
                  <a:moveTo>
                    <a:pt x="0" y="0"/>
                  </a:moveTo>
                  <a:lnTo>
                    <a:pt x="2375156" y="0"/>
                  </a:lnTo>
                  <a:lnTo>
                    <a:pt x="2375156" y="1616912"/>
                  </a:lnTo>
                  <a:lnTo>
                    <a:pt x="0" y="1616912"/>
                  </a:lnTo>
                  <a:lnTo>
                    <a:pt x="0" y="0"/>
                  </a:lnTo>
                  <a:close/>
                </a:path>
              </a:pathLst>
            </a:cu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spcFirstLastPara="0" vert="horz" wrap="square" lIns="0" tIns="0" rIns="0" bIns="0" numCol="1" spcCol="1270" anchor="t" anchorCtr="0">
              <a:noAutofit/>
            </a:bodyPr>
            <a:lstStyle/>
            <a:p>
              <a:pPr marL="0" lvl="0" indent="0" algn="l" defTabSz="622300">
                <a:lnSpc>
                  <a:spcPct val="100000"/>
                </a:lnSpc>
                <a:spcBef>
                  <a:spcPct val="0"/>
                </a:spcBef>
                <a:spcAft>
                  <a:spcPct val="35000"/>
                </a:spcAft>
                <a:buNone/>
              </a:pPr>
              <a:r>
                <a:rPr lang="en-US" sz="1400" kern="1200" dirty="0"/>
                <a:t>Use and reliance on algorithms across new or unanticipated contexts.</a:t>
              </a:r>
            </a:p>
            <a:p>
              <a:pPr marL="0" lvl="0" indent="0" algn="l" defTabSz="622300">
                <a:lnSpc>
                  <a:spcPct val="100000"/>
                </a:lnSpc>
                <a:spcBef>
                  <a:spcPct val="0"/>
                </a:spcBef>
                <a:spcAft>
                  <a:spcPct val="35000"/>
                </a:spcAft>
                <a:buNone/>
              </a:pPr>
              <a:r>
                <a:rPr lang="en-US" sz="1400" kern="1200" dirty="0"/>
                <a:t>Example: Use a large language model to support job candidate selection.</a:t>
              </a:r>
            </a:p>
          </p:txBody>
        </p:sp>
      </p:grpSp>
      <p:sp>
        <p:nvSpPr>
          <p:cNvPr id="4" name="TextBox 3">
            <a:extLst>
              <a:ext uri="{FF2B5EF4-FFF2-40B4-BE49-F238E27FC236}">
                <a16:creationId xmlns:a16="http://schemas.microsoft.com/office/drawing/2014/main" id="{D621329A-5150-2856-3EE8-D9C5FA93EC08}"/>
              </a:ext>
            </a:extLst>
          </p:cNvPr>
          <p:cNvSpPr txBox="1"/>
          <p:nvPr/>
        </p:nvSpPr>
        <p:spPr>
          <a:xfrm>
            <a:off x="695323" y="6098670"/>
            <a:ext cx="7753351" cy="369332"/>
          </a:xfrm>
          <a:prstGeom prst="rect">
            <a:avLst/>
          </a:prstGeom>
          <a:noFill/>
        </p:spPr>
        <p:txBody>
          <a:bodyPr wrap="square" rtlCol="0">
            <a:spAutoFit/>
          </a:bodyPr>
          <a:lstStyle/>
          <a:p>
            <a:r>
              <a:rPr lang="en-US" b="1" dirty="0"/>
              <a:t>We need a mitigation plan for this risk!</a:t>
            </a:r>
          </a:p>
        </p:txBody>
      </p:sp>
    </p:spTree>
    <p:extLst>
      <p:ext uri="{BB962C8B-B14F-4D97-AF65-F5344CB8AC3E}">
        <p14:creationId xmlns:p14="http://schemas.microsoft.com/office/powerpoint/2010/main" val="374826971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8"/>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7"/>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F76FFE9-6106-099C-4A59-121058D455DB}"/>
              </a:ext>
            </a:extLst>
          </p:cNvPr>
          <p:cNvSpPr>
            <a:spLocks noGrp="1"/>
          </p:cNvSpPr>
          <p:nvPr>
            <p:ph type="title"/>
          </p:nvPr>
        </p:nvSpPr>
        <p:spPr/>
        <p:txBody>
          <a:bodyPr anchor="ctr">
            <a:normAutofit/>
          </a:bodyPr>
          <a:lstStyle/>
          <a:p>
            <a:r>
              <a:rPr lang="en-US" sz="4700" dirty="0"/>
              <a:t>Types of AI Safety</a:t>
            </a:r>
          </a:p>
        </p:txBody>
      </p:sp>
      <p:sp>
        <p:nvSpPr>
          <p:cNvPr id="3" name="Content Placeholder 2">
            <a:extLst>
              <a:ext uri="{FF2B5EF4-FFF2-40B4-BE49-F238E27FC236}">
                <a16:creationId xmlns:a16="http://schemas.microsoft.com/office/drawing/2014/main" id="{684F66F8-536B-6DB4-2048-E5BBE78484C1}"/>
              </a:ext>
            </a:extLst>
          </p:cNvPr>
          <p:cNvSpPr>
            <a:spLocks noGrp="1"/>
          </p:cNvSpPr>
          <p:nvPr>
            <p:ph idx="1"/>
          </p:nvPr>
        </p:nvSpPr>
        <p:spPr>
          <a:xfrm>
            <a:off x="628650" y="1825625"/>
            <a:ext cx="7886700" cy="612775"/>
          </a:xfrm>
        </p:spPr>
        <p:txBody>
          <a:bodyPr>
            <a:normAutofit/>
          </a:bodyPr>
          <a:lstStyle/>
          <a:p>
            <a:pPr marL="0" indent="0" algn="ctr">
              <a:buNone/>
            </a:pPr>
            <a:r>
              <a:rPr lang="en-US" sz="2000" dirty="0"/>
              <a:t>“Prevent accidents, misuse, or other harmful consequences of AI.”</a:t>
            </a:r>
          </a:p>
          <a:p>
            <a:endParaRPr lang="en-US" sz="1900" dirty="0"/>
          </a:p>
        </p:txBody>
      </p:sp>
      <p:grpSp>
        <p:nvGrpSpPr>
          <p:cNvPr id="12" name="Group 11">
            <a:extLst>
              <a:ext uri="{FF2B5EF4-FFF2-40B4-BE49-F238E27FC236}">
                <a16:creationId xmlns:a16="http://schemas.microsoft.com/office/drawing/2014/main" id="{183A50F6-CF0C-ABE4-4309-E1E2A0272293}"/>
              </a:ext>
            </a:extLst>
          </p:cNvPr>
          <p:cNvGrpSpPr/>
          <p:nvPr/>
        </p:nvGrpSpPr>
        <p:grpSpPr>
          <a:xfrm>
            <a:off x="785553" y="2586771"/>
            <a:ext cx="2230294" cy="2364112"/>
            <a:chOff x="785553" y="2586771"/>
            <a:chExt cx="2230294" cy="2364112"/>
          </a:xfrm>
        </p:grpSpPr>
        <p:sp>
          <p:nvSpPr>
            <p:cNvPr id="6" name="Rectangle: Rounded Corners 5" descr="Clipboard Mixed with solid fill">
              <a:extLst>
                <a:ext uri="{FF2B5EF4-FFF2-40B4-BE49-F238E27FC236}">
                  <a16:creationId xmlns:a16="http://schemas.microsoft.com/office/drawing/2014/main" id="{FF9777CF-69D0-D1D0-88FC-1A47FF8C8DB6}"/>
                </a:ext>
              </a:extLst>
            </p:cNvPr>
            <p:cNvSpPr/>
            <p:nvPr/>
          </p:nvSpPr>
          <p:spPr>
            <a:xfrm>
              <a:off x="785553" y="2586771"/>
              <a:ext cx="2230294" cy="1536672"/>
            </a:xfrm>
            <a:prstGeom prst="roundRect">
              <a:avLst/>
            </a:prstGeom>
            <a:blipFill dpi="0" rotWithShape="1">
              <a:blip>
                <a:extLst>
                  <a:ext uri="{96DAC541-7B7A-43D3-8B79-37D633B846F1}">
                    <asvg:svgBlip xmlns:asvg="http://schemas.microsoft.com/office/drawing/2016/SVG/main" r:embed="rId3"/>
                  </a:ext>
                </a:extLst>
              </a:blip>
              <a:srcRect/>
              <a:stretch>
                <a:fillRect l="20000" r="20000"/>
              </a:stretch>
            </a:blipFill>
          </p:spPr>
          <p:style>
            <a:lnRef idx="2">
              <a:schemeClr val="lt1">
                <a:hueOff val="0"/>
                <a:satOff val="0"/>
                <a:lumOff val="0"/>
                <a:alphaOff val="0"/>
              </a:schemeClr>
            </a:lnRef>
            <a:fillRef idx="1">
              <a:scrgbClr r="0" g="0" b="0"/>
            </a:fillRef>
            <a:effectRef idx="0">
              <a:schemeClr val="accent2">
                <a:hueOff val="0"/>
                <a:satOff val="0"/>
                <a:lumOff val="0"/>
                <a:alphaOff val="0"/>
              </a:schemeClr>
            </a:effectRef>
            <a:fontRef idx="minor">
              <a:schemeClr val="lt1"/>
            </a:fontRef>
          </p:style>
          <p:txBody>
            <a:bodyPr/>
            <a:lstStyle/>
            <a:p>
              <a:endParaRPr lang="en-US"/>
            </a:p>
          </p:txBody>
        </p:sp>
        <p:sp>
          <p:nvSpPr>
            <p:cNvPr id="7" name="Freeform: Shape 6">
              <a:extLst>
                <a:ext uri="{FF2B5EF4-FFF2-40B4-BE49-F238E27FC236}">
                  <a16:creationId xmlns:a16="http://schemas.microsoft.com/office/drawing/2014/main" id="{CDE457A2-BEFA-0926-1BC6-BB7F7259DE58}"/>
                </a:ext>
              </a:extLst>
            </p:cNvPr>
            <p:cNvSpPr/>
            <p:nvPr/>
          </p:nvSpPr>
          <p:spPr>
            <a:xfrm>
              <a:off x="785553" y="4123444"/>
              <a:ext cx="2230294" cy="827439"/>
            </a:xfrm>
            <a:custGeom>
              <a:avLst/>
              <a:gdLst>
                <a:gd name="connsiteX0" fmla="*/ 0 w 2230294"/>
                <a:gd name="connsiteY0" fmla="*/ 0 h 827439"/>
                <a:gd name="connsiteX1" fmla="*/ 2230294 w 2230294"/>
                <a:gd name="connsiteY1" fmla="*/ 0 h 827439"/>
                <a:gd name="connsiteX2" fmla="*/ 2230294 w 2230294"/>
                <a:gd name="connsiteY2" fmla="*/ 827439 h 827439"/>
                <a:gd name="connsiteX3" fmla="*/ 0 w 2230294"/>
                <a:gd name="connsiteY3" fmla="*/ 827439 h 827439"/>
                <a:gd name="connsiteX4" fmla="*/ 0 w 2230294"/>
                <a:gd name="connsiteY4" fmla="*/ 0 h 82743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230294" h="827439">
                  <a:moveTo>
                    <a:pt x="0" y="0"/>
                  </a:moveTo>
                  <a:lnTo>
                    <a:pt x="2230294" y="0"/>
                  </a:lnTo>
                  <a:lnTo>
                    <a:pt x="2230294" y="827439"/>
                  </a:lnTo>
                  <a:lnTo>
                    <a:pt x="0" y="827439"/>
                  </a:lnTo>
                  <a:lnTo>
                    <a:pt x="0" y="0"/>
                  </a:lnTo>
                  <a:close/>
                </a:path>
              </a:pathLst>
            </a:cu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spcFirstLastPara="0" vert="horz" wrap="square" lIns="163576" tIns="163576" rIns="163576" bIns="0" numCol="1" spcCol="1270" anchor="t" anchorCtr="0">
              <a:noAutofit/>
            </a:bodyPr>
            <a:lstStyle/>
            <a:p>
              <a:pPr marL="0" lvl="0" indent="0" algn="ctr" defTabSz="1022350">
                <a:lnSpc>
                  <a:spcPct val="90000"/>
                </a:lnSpc>
                <a:spcBef>
                  <a:spcPct val="0"/>
                </a:spcBef>
                <a:spcAft>
                  <a:spcPct val="35000"/>
                </a:spcAft>
                <a:buNone/>
              </a:pPr>
              <a:r>
                <a:rPr lang="en-US" sz="2300" kern="1200" dirty="0"/>
                <a:t>AI Testing</a:t>
              </a:r>
            </a:p>
          </p:txBody>
        </p:sp>
      </p:grpSp>
      <p:grpSp>
        <p:nvGrpSpPr>
          <p:cNvPr id="14" name="Group 13">
            <a:extLst>
              <a:ext uri="{FF2B5EF4-FFF2-40B4-BE49-F238E27FC236}">
                <a16:creationId xmlns:a16="http://schemas.microsoft.com/office/drawing/2014/main" id="{A2D2AAA3-7904-2DEC-8A9A-1D00463C3A9C}"/>
              </a:ext>
            </a:extLst>
          </p:cNvPr>
          <p:cNvGrpSpPr/>
          <p:nvPr/>
        </p:nvGrpSpPr>
        <p:grpSpPr>
          <a:xfrm>
            <a:off x="3238970" y="2586771"/>
            <a:ext cx="2230294" cy="2364112"/>
            <a:chOff x="3238970" y="2586771"/>
            <a:chExt cx="2230294" cy="2364112"/>
          </a:xfrm>
        </p:grpSpPr>
        <p:sp>
          <p:nvSpPr>
            <p:cNvPr id="8" name="Rectangle: Rounded Corners 7" descr="Security camera with solid fill">
              <a:extLst>
                <a:ext uri="{FF2B5EF4-FFF2-40B4-BE49-F238E27FC236}">
                  <a16:creationId xmlns:a16="http://schemas.microsoft.com/office/drawing/2014/main" id="{C0925C64-5C59-569B-6565-94771A2CDCEF}"/>
                </a:ext>
              </a:extLst>
            </p:cNvPr>
            <p:cNvSpPr/>
            <p:nvPr/>
          </p:nvSpPr>
          <p:spPr>
            <a:xfrm>
              <a:off x="3238970" y="2586771"/>
              <a:ext cx="2230294" cy="1536672"/>
            </a:xfrm>
            <a:prstGeom prst="roundRect">
              <a:avLst/>
            </a:prstGeom>
            <a:blipFill dpi="0" rotWithShape="1">
              <a:blip>
                <a:extLst>
                  <a:ext uri="{96DAC541-7B7A-43D3-8B79-37D633B846F1}">
                    <asvg:svgBlip xmlns:asvg="http://schemas.microsoft.com/office/drawing/2016/SVG/main" r:embed="rId4"/>
                  </a:ext>
                </a:extLst>
              </a:blip>
              <a:srcRect/>
              <a:stretch>
                <a:fillRect l="20000" r="20000"/>
              </a:stretch>
            </a:blipFill>
          </p:spPr>
          <p:style>
            <a:lnRef idx="2">
              <a:schemeClr val="lt1">
                <a:hueOff val="0"/>
                <a:satOff val="0"/>
                <a:lumOff val="0"/>
                <a:alphaOff val="0"/>
              </a:schemeClr>
            </a:lnRef>
            <a:fillRef idx="1">
              <a:scrgbClr r="0" g="0" b="0"/>
            </a:fillRef>
            <a:effectRef idx="0">
              <a:schemeClr val="accent3">
                <a:hueOff val="0"/>
                <a:satOff val="0"/>
                <a:lumOff val="0"/>
                <a:alphaOff val="0"/>
              </a:schemeClr>
            </a:effectRef>
            <a:fontRef idx="minor">
              <a:schemeClr val="lt1"/>
            </a:fontRef>
          </p:style>
          <p:txBody>
            <a:bodyPr/>
            <a:lstStyle/>
            <a:p>
              <a:endParaRPr lang="en-US"/>
            </a:p>
          </p:txBody>
        </p:sp>
        <p:sp>
          <p:nvSpPr>
            <p:cNvPr id="9" name="Freeform: Shape 8">
              <a:extLst>
                <a:ext uri="{FF2B5EF4-FFF2-40B4-BE49-F238E27FC236}">
                  <a16:creationId xmlns:a16="http://schemas.microsoft.com/office/drawing/2014/main" id="{6749E1BE-A4A7-310F-B427-2D85ADF83A02}"/>
                </a:ext>
              </a:extLst>
            </p:cNvPr>
            <p:cNvSpPr/>
            <p:nvPr/>
          </p:nvSpPr>
          <p:spPr>
            <a:xfrm>
              <a:off x="3238970" y="4123444"/>
              <a:ext cx="2230294" cy="827439"/>
            </a:xfrm>
            <a:custGeom>
              <a:avLst/>
              <a:gdLst>
                <a:gd name="connsiteX0" fmla="*/ 0 w 2230294"/>
                <a:gd name="connsiteY0" fmla="*/ 0 h 827439"/>
                <a:gd name="connsiteX1" fmla="*/ 2230294 w 2230294"/>
                <a:gd name="connsiteY1" fmla="*/ 0 h 827439"/>
                <a:gd name="connsiteX2" fmla="*/ 2230294 w 2230294"/>
                <a:gd name="connsiteY2" fmla="*/ 827439 h 827439"/>
                <a:gd name="connsiteX3" fmla="*/ 0 w 2230294"/>
                <a:gd name="connsiteY3" fmla="*/ 827439 h 827439"/>
                <a:gd name="connsiteX4" fmla="*/ 0 w 2230294"/>
                <a:gd name="connsiteY4" fmla="*/ 0 h 82743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230294" h="827439">
                  <a:moveTo>
                    <a:pt x="0" y="0"/>
                  </a:moveTo>
                  <a:lnTo>
                    <a:pt x="2230294" y="0"/>
                  </a:lnTo>
                  <a:lnTo>
                    <a:pt x="2230294" y="827439"/>
                  </a:lnTo>
                  <a:lnTo>
                    <a:pt x="0" y="827439"/>
                  </a:lnTo>
                  <a:lnTo>
                    <a:pt x="0" y="0"/>
                  </a:lnTo>
                  <a:close/>
                </a:path>
              </a:pathLst>
            </a:cu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spcFirstLastPara="0" vert="horz" wrap="square" lIns="163576" tIns="163576" rIns="163576" bIns="0" numCol="1" spcCol="1270" anchor="t" anchorCtr="0">
              <a:noAutofit/>
            </a:bodyPr>
            <a:lstStyle/>
            <a:p>
              <a:pPr marL="0" lvl="0" indent="0" algn="ctr" defTabSz="1022350">
                <a:lnSpc>
                  <a:spcPct val="90000"/>
                </a:lnSpc>
                <a:spcBef>
                  <a:spcPct val="0"/>
                </a:spcBef>
                <a:spcAft>
                  <a:spcPct val="35000"/>
                </a:spcAft>
                <a:buNone/>
              </a:pPr>
              <a:r>
                <a:rPr lang="en-US" sz="2300" kern="1200"/>
                <a:t>Monitoring AI</a:t>
              </a:r>
              <a:endParaRPr lang="en-US" sz="2300" kern="1200" dirty="0"/>
            </a:p>
          </p:txBody>
        </p:sp>
      </p:grpSp>
      <p:grpSp>
        <p:nvGrpSpPr>
          <p:cNvPr id="13" name="Group 12">
            <a:extLst>
              <a:ext uri="{FF2B5EF4-FFF2-40B4-BE49-F238E27FC236}">
                <a16:creationId xmlns:a16="http://schemas.microsoft.com/office/drawing/2014/main" id="{AB952806-5878-3E7C-CCF5-3EB9321760AC}"/>
              </a:ext>
            </a:extLst>
          </p:cNvPr>
          <p:cNvGrpSpPr/>
          <p:nvPr/>
        </p:nvGrpSpPr>
        <p:grpSpPr>
          <a:xfrm>
            <a:off x="5692388" y="2586771"/>
            <a:ext cx="2230294" cy="2364112"/>
            <a:chOff x="5692388" y="2586771"/>
            <a:chExt cx="2230294" cy="2364112"/>
          </a:xfrm>
        </p:grpSpPr>
        <p:sp>
          <p:nvSpPr>
            <p:cNvPr id="10" name="Rectangle: Rounded Corners 9" descr="Robber with solid fill">
              <a:extLst>
                <a:ext uri="{FF2B5EF4-FFF2-40B4-BE49-F238E27FC236}">
                  <a16:creationId xmlns:a16="http://schemas.microsoft.com/office/drawing/2014/main" id="{298E3D03-B257-1FA6-45E8-19BCA3E9A37F}"/>
                </a:ext>
              </a:extLst>
            </p:cNvPr>
            <p:cNvSpPr/>
            <p:nvPr/>
          </p:nvSpPr>
          <p:spPr>
            <a:xfrm>
              <a:off x="5692388" y="2586771"/>
              <a:ext cx="2230294" cy="1536672"/>
            </a:xfrm>
            <a:prstGeom prst="roundRect">
              <a:avLst/>
            </a:prstGeom>
            <a:blipFill dpi="0" rotWithShape="1">
              <a:blip>
                <a:extLst>
                  <a:ext uri="{96DAC541-7B7A-43D3-8B79-37D633B846F1}">
                    <asvg:svgBlip xmlns:asvg="http://schemas.microsoft.com/office/drawing/2016/SVG/main" r:embed="rId5"/>
                  </a:ext>
                </a:extLst>
              </a:blip>
              <a:srcRect/>
              <a:stretch>
                <a:fillRect l="20000" r="20000"/>
              </a:stretch>
            </a:blipFill>
          </p:spPr>
          <p:style>
            <a:lnRef idx="2">
              <a:schemeClr val="lt1">
                <a:hueOff val="0"/>
                <a:satOff val="0"/>
                <a:lumOff val="0"/>
                <a:alphaOff val="0"/>
              </a:schemeClr>
            </a:lnRef>
            <a:fillRef idx="1">
              <a:scrgbClr r="0" g="0" b="0"/>
            </a:fillRef>
            <a:effectRef idx="0">
              <a:schemeClr val="accent4">
                <a:hueOff val="0"/>
                <a:satOff val="0"/>
                <a:lumOff val="0"/>
                <a:alphaOff val="0"/>
              </a:schemeClr>
            </a:effectRef>
            <a:fontRef idx="minor">
              <a:schemeClr val="lt1"/>
            </a:fontRef>
          </p:style>
          <p:txBody>
            <a:bodyPr/>
            <a:lstStyle/>
            <a:p>
              <a:endParaRPr lang="en-US"/>
            </a:p>
          </p:txBody>
        </p:sp>
        <p:sp>
          <p:nvSpPr>
            <p:cNvPr id="11" name="Freeform: Shape 10">
              <a:extLst>
                <a:ext uri="{FF2B5EF4-FFF2-40B4-BE49-F238E27FC236}">
                  <a16:creationId xmlns:a16="http://schemas.microsoft.com/office/drawing/2014/main" id="{E417F0D5-F782-7E03-7143-86E915B7F9FB}"/>
                </a:ext>
              </a:extLst>
            </p:cNvPr>
            <p:cNvSpPr/>
            <p:nvPr/>
          </p:nvSpPr>
          <p:spPr>
            <a:xfrm>
              <a:off x="5692388" y="4123444"/>
              <a:ext cx="2230294" cy="827439"/>
            </a:xfrm>
            <a:custGeom>
              <a:avLst/>
              <a:gdLst>
                <a:gd name="connsiteX0" fmla="*/ 0 w 2230294"/>
                <a:gd name="connsiteY0" fmla="*/ 0 h 827439"/>
                <a:gd name="connsiteX1" fmla="*/ 2230294 w 2230294"/>
                <a:gd name="connsiteY1" fmla="*/ 0 h 827439"/>
                <a:gd name="connsiteX2" fmla="*/ 2230294 w 2230294"/>
                <a:gd name="connsiteY2" fmla="*/ 827439 h 827439"/>
                <a:gd name="connsiteX3" fmla="*/ 0 w 2230294"/>
                <a:gd name="connsiteY3" fmla="*/ 827439 h 827439"/>
                <a:gd name="connsiteX4" fmla="*/ 0 w 2230294"/>
                <a:gd name="connsiteY4" fmla="*/ 0 h 82743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230294" h="827439">
                  <a:moveTo>
                    <a:pt x="0" y="0"/>
                  </a:moveTo>
                  <a:lnTo>
                    <a:pt x="2230294" y="0"/>
                  </a:lnTo>
                  <a:lnTo>
                    <a:pt x="2230294" y="827439"/>
                  </a:lnTo>
                  <a:lnTo>
                    <a:pt x="0" y="827439"/>
                  </a:lnTo>
                  <a:lnTo>
                    <a:pt x="0" y="0"/>
                  </a:lnTo>
                  <a:close/>
                </a:path>
              </a:pathLst>
            </a:custGeom>
          </p:spPr>
          <p:style>
            <a:lnRef idx="0">
              <a:schemeClr val="dk1">
                <a:alpha val="0"/>
                <a:hueOff val="0"/>
                <a:satOff val="0"/>
                <a:lumOff val="0"/>
                <a:alphaOff val="0"/>
              </a:schemeClr>
            </a:lnRef>
            <a:fillRef idx="0">
              <a:schemeClr val="lt1">
                <a:alpha val="0"/>
                <a:hueOff val="0"/>
                <a:satOff val="0"/>
                <a:lumOff val="0"/>
                <a:alphaOff val="0"/>
              </a:schemeClr>
            </a:fillRef>
            <a:effectRef idx="0">
              <a:schemeClr val="lt1">
                <a:alpha val="0"/>
                <a:hueOff val="0"/>
                <a:satOff val="0"/>
                <a:lumOff val="0"/>
                <a:alphaOff val="0"/>
              </a:schemeClr>
            </a:effectRef>
            <a:fontRef idx="minor">
              <a:schemeClr val="tx1">
                <a:hueOff val="0"/>
                <a:satOff val="0"/>
                <a:lumOff val="0"/>
                <a:alphaOff val="0"/>
              </a:schemeClr>
            </a:fontRef>
          </p:style>
          <p:txBody>
            <a:bodyPr spcFirstLastPara="0" vert="horz" wrap="square" lIns="163576" tIns="163576" rIns="163576" bIns="0" numCol="1" spcCol="1270" anchor="t" anchorCtr="0">
              <a:noAutofit/>
            </a:bodyPr>
            <a:lstStyle/>
            <a:p>
              <a:pPr marL="0" lvl="0" indent="0" algn="ctr" defTabSz="1022350">
                <a:lnSpc>
                  <a:spcPct val="90000"/>
                </a:lnSpc>
                <a:spcBef>
                  <a:spcPct val="0"/>
                </a:spcBef>
                <a:spcAft>
                  <a:spcPct val="35000"/>
                </a:spcAft>
                <a:buNone/>
              </a:pPr>
              <a:r>
                <a:rPr lang="en-US" sz="2300" kern="1200" dirty="0"/>
                <a:t>Adversarial robustness</a:t>
              </a:r>
            </a:p>
          </p:txBody>
        </p:sp>
      </p:grpSp>
      <p:sp>
        <p:nvSpPr>
          <p:cNvPr id="61" name="Content Placeholder 2">
            <a:extLst>
              <a:ext uri="{FF2B5EF4-FFF2-40B4-BE49-F238E27FC236}">
                <a16:creationId xmlns:a16="http://schemas.microsoft.com/office/drawing/2014/main" id="{6E06575D-D99E-9B39-CE22-93223F05A9ED}"/>
              </a:ext>
            </a:extLst>
          </p:cNvPr>
          <p:cNvSpPr txBox="1">
            <a:spLocks/>
          </p:cNvSpPr>
          <p:nvPr/>
        </p:nvSpPr>
        <p:spPr>
          <a:xfrm>
            <a:off x="785553" y="4989472"/>
            <a:ext cx="3329247" cy="1503402"/>
          </a:xfrm>
          <a:prstGeom prst="rect">
            <a:avLst/>
          </a:prstGeom>
        </p:spPr>
        <p:txBody>
          <a:bodyPr vert="horz" lIns="91440" tIns="45720" rIns="91440" bIns="45720" rtlCol="0">
            <a:normAutofit/>
          </a:bodyPr>
          <a:lst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tx1"/>
                </a:solidFill>
                <a:latin typeface="+mn-lt"/>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a:lstStyle>
          <a:p>
            <a:pPr marL="0" indent="0">
              <a:buFont typeface="Arial" panose="020B0604020202020204" pitchFamily="34" charset="0"/>
              <a:buNone/>
            </a:pPr>
            <a:r>
              <a:rPr lang="en-US" sz="2000" dirty="0"/>
              <a:t>How should this be ensured?</a:t>
            </a:r>
          </a:p>
          <a:p>
            <a:pPr lvl="1"/>
            <a:r>
              <a:rPr lang="en-US" sz="1700" dirty="0"/>
              <a:t>Corporate self-regulation</a:t>
            </a:r>
          </a:p>
          <a:p>
            <a:pPr lvl="1"/>
            <a:r>
              <a:rPr lang="en-US" sz="1700" dirty="0"/>
              <a:t>Private watchdogs</a:t>
            </a:r>
          </a:p>
          <a:p>
            <a:pPr lvl="1"/>
            <a:r>
              <a:rPr lang="en-US" sz="1700" dirty="0"/>
              <a:t>Government action</a:t>
            </a:r>
          </a:p>
          <a:p>
            <a:pPr lvl="1"/>
            <a:r>
              <a:rPr lang="en-US" sz="1700" dirty="0"/>
              <a:t>International treaties</a:t>
            </a:r>
            <a:endParaRPr lang="en-US" sz="2000" dirty="0"/>
          </a:p>
          <a:p>
            <a:endParaRPr lang="en-US" sz="1900" dirty="0"/>
          </a:p>
        </p:txBody>
      </p:sp>
      <p:sp>
        <p:nvSpPr>
          <p:cNvPr id="5" name="TextBox 4">
            <a:extLst>
              <a:ext uri="{FF2B5EF4-FFF2-40B4-BE49-F238E27FC236}">
                <a16:creationId xmlns:a16="http://schemas.microsoft.com/office/drawing/2014/main" id="{464C999A-A9DE-BDB3-F5A8-940348634F86}"/>
              </a:ext>
            </a:extLst>
          </p:cNvPr>
          <p:cNvSpPr txBox="1"/>
          <p:nvPr/>
        </p:nvSpPr>
        <p:spPr>
          <a:xfrm>
            <a:off x="4919056" y="5279508"/>
            <a:ext cx="3439391" cy="923330"/>
          </a:xfrm>
          <a:prstGeom prst="rect">
            <a:avLst/>
          </a:prstGeom>
        </p:spPr>
        <p:style>
          <a:lnRef idx="3">
            <a:schemeClr val="lt1"/>
          </a:lnRef>
          <a:fillRef idx="1">
            <a:schemeClr val="accent2"/>
          </a:fillRef>
          <a:effectRef idx="1">
            <a:schemeClr val="accent2"/>
          </a:effectRef>
          <a:fontRef idx="minor">
            <a:schemeClr val="lt1"/>
          </a:fontRef>
        </p:style>
        <p:txBody>
          <a:bodyPr wrap="square" rtlCol="0">
            <a:spAutoFit/>
          </a:bodyPr>
          <a:lstStyle/>
          <a:p>
            <a:pPr marL="0" indent="0">
              <a:buFont typeface="Arial" panose="020B0604020202020204" pitchFamily="34" charset="0"/>
              <a:buNone/>
            </a:pPr>
            <a:r>
              <a:rPr lang="en-US" dirty="0"/>
              <a:t>Is it reasonable to assume that a superintelligent AI can get around being tested and monitored?</a:t>
            </a:r>
          </a:p>
        </p:txBody>
      </p:sp>
    </p:spTree>
    <p:extLst>
      <p:ext uri="{BB962C8B-B14F-4D97-AF65-F5344CB8AC3E}">
        <p14:creationId xmlns:p14="http://schemas.microsoft.com/office/powerpoint/2010/main" val="215379297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4"/>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3"/>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61"/>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1" grpId="0"/>
      <p:bldP spid="5" grpId="0" animBg="1"/>
    </p:bldLst>
  </p:timing>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F76FFE9-6106-099C-4A59-121058D455DB}"/>
              </a:ext>
            </a:extLst>
          </p:cNvPr>
          <p:cNvSpPr>
            <a:spLocks noGrp="1"/>
          </p:cNvSpPr>
          <p:nvPr>
            <p:ph type="title"/>
          </p:nvPr>
        </p:nvSpPr>
        <p:spPr>
          <a:xfrm>
            <a:off x="410261" y="212922"/>
            <a:ext cx="5234940" cy="970031"/>
          </a:xfrm>
        </p:spPr>
        <p:txBody>
          <a:bodyPr anchor="ctr">
            <a:normAutofit/>
          </a:bodyPr>
          <a:lstStyle/>
          <a:p>
            <a:r>
              <a:rPr lang="en-US" sz="4000" dirty="0"/>
              <a:t>AI Safety vs Optimizers</a:t>
            </a:r>
          </a:p>
        </p:txBody>
      </p:sp>
      <p:sp>
        <p:nvSpPr>
          <p:cNvPr id="3" name="Content Placeholder 2">
            <a:extLst>
              <a:ext uri="{FF2B5EF4-FFF2-40B4-BE49-F238E27FC236}">
                <a16:creationId xmlns:a16="http://schemas.microsoft.com/office/drawing/2014/main" id="{684F66F8-536B-6DB4-2048-E5BBE78484C1}"/>
              </a:ext>
            </a:extLst>
          </p:cNvPr>
          <p:cNvSpPr>
            <a:spLocks noGrp="1"/>
          </p:cNvSpPr>
          <p:nvPr>
            <p:ph idx="1"/>
          </p:nvPr>
        </p:nvSpPr>
        <p:spPr>
          <a:xfrm>
            <a:off x="452461" y="1109327"/>
            <a:ext cx="4531893" cy="2047316"/>
          </a:xfrm>
        </p:spPr>
        <p:txBody>
          <a:bodyPr>
            <a:normAutofit fontScale="47500" lnSpcReduction="20000"/>
          </a:bodyPr>
          <a:lstStyle/>
          <a:p>
            <a:pPr marL="0" indent="0">
              <a:buNone/>
            </a:pPr>
            <a:r>
              <a:rPr lang="en-US" dirty="0"/>
              <a:t>Intelligent Agents are “optimizers!” </a:t>
            </a:r>
          </a:p>
          <a:p>
            <a:r>
              <a:rPr lang="en-US" b="1" dirty="0"/>
              <a:t>Goal/reward alignment</a:t>
            </a:r>
            <a:r>
              <a:rPr lang="en-US" dirty="0"/>
              <a:t>: How do we specify a robust objective function? Whose objectives are used?</a:t>
            </a:r>
          </a:p>
          <a:p>
            <a:r>
              <a:rPr lang="en-US" b="1" dirty="0"/>
              <a:t>Reward hacking:  </a:t>
            </a:r>
            <a:r>
              <a:rPr lang="en-US" dirty="0"/>
              <a:t>The AI learns to exploit unintended side effects to get a high “score” without solving the objective. AI needs to follow social norms.</a:t>
            </a:r>
          </a:p>
          <a:p>
            <a:r>
              <a:rPr lang="en-US" b="1" dirty="0"/>
              <a:t>Instrumental convergence</a:t>
            </a:r>
            <a:r>
              <a:rPr lang="en-US" dirty="0"/>
              <a:t>: All intelligent agents will pursue</a:t>
            </a:r>
            <a:r>
              <a:rPr lang="en-US" b="1" dirty="0"/>
              <a:t> </a:t>
            </a:r>
            <a:r>
              <a:rPr lang="en-US" dirty="0"/>
              <a:t>common subgoals like the need for more power to get better at reaching its objectives. How will this need be balanced with human’s needs?</a:t>
            </a:r>
          </a:p>
        </p:txBody>
      </p:sp>
      <p:pic>
        <p:nvPicPr>
          <p:cNvPr id="1026" name="Picture 2">
            <a:extLst>
              <a:ext uri="{FF2B5EF4-FFF2-40B4-BE49-F238E27FC236}">
                <a16:creationId xmlns:a16="http://schemas.microsoft.com/office/drawing/2014/main" id="{4F4F0D65-13DB-45F0-EEA1-6EED9D807C62}"/>
              </a:ext>
              <a:ext uri="{C183D7F6-B498-43B3-948B-1728B52AA6E4}">
                <adec:decorative xmlns:adec="http://schemas.microsoft.com/office/drawing/2017/decorative" val="1"/>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32268" r="31129"/>
          <a:stretch/>
        </p:blipFill>
        <p:spPr bwMode="auto">
          <a:xfrm>
            <a:off x="5038495" y="10"/>
            <a:ext cx="4482544" cy="6857990"/>
          </a:xfrm>
          <a:custGeom>
            <a:avLst/>
            <a:gdLst/>
            <a:ahLst/>
            <a:cxnLst/>
            <a:rect l="l" t="t" r="r" b="b"/>
            <a:pathLst>
              <a:path w="6878775" h="6858000">
                <a:moveTo>
                  <a:pt x="1102973" y="0"/>
                </a:moveTo>
                <a:lnTo>
                  <a:pt x="1160688" y="0"/>
                </a:lnTo>
                <a:lnTo>
                  <a:pt x="983189" y="331786"/>
                </a:lnTo>
                <a:cubicBezTo>
                  <a:pt x="914866" y="469145"/>
                  <a:pt x="850355" y="608712"/>
                  <a:pt x="789261" y="750263"/>
                </a:cubicBezTo>
                <a:cubicBezTo>
                  <a:pt x="774307" y="784928"/>
                  <a:pt x="759992" y="819849"/>
                  <a:pt x="745295" y="854514"/>
                </a:cubicBezTo>
                <a:cubicBezTo>
                  <a:pt x="756682" y="845393"/>
                  <a:pt x="765489" y="833492"/>
                  <a:pt x="770857" y="819975"/>
                </a:cubicBezTo>
                <a:cubicBezTo>
                  <a:pt x="879943" y="589569"/>
                  <a:pt x="999605" y="365513"/>
                  <a:pt x="1131329" y="148742"/>
                </a:cubicBezTo>
                <a:lnTo>
                  <a:pt x="1227589" y="0"/>
                </a:lnTo>
                <a:lnTo>
                  <a:pt x="6878775" y="0"/>
                </a:lnTo>
                <a:lnTo>
                  <a:pt x="6878775" y="6858000"/>
                </a:lnTo>
                <a:lnTo>
                  <a:pt x="713521" y="6858000"/>
                </a:lnTo>
                <a:lnTo>
                  <a:pt x="625642" y="6670527"/>
                </a:lnTo>
                <a:cubicBezTo>
                  <a:pt x="507232" y="6398531"/>
                  <a:pt x="403083" y="6118381"/>
                  <a:pt x="312785" y="5830359"/>
                </a:cubicBezTo>
                <a:cubicBezTo>
                  <a:pt x="278149" y="5719759"/>
                  <a:pt x="248879" y="5607635"/>
                  <a:pt x="212198" y="5480401"/>
                </a:cubicBezTo>
                <a:cubicBezTo>
                  <a:pt x="212208" y="5491601"/>
                  <a:pt x="212803" y="5502788"/>
                  <a:pt x="213988" y="5513923"/>
                </a:cubicBezTo>
                <a:cubicBezTo>
                  <a:pt x="264089" y="5723695"/>
                  <a:pt x="307290" y="5935370"/>
                  <a:pt x="365826" y="6142729"/>
                </a:cubicBezTo>
                <a:cubicBezTo>
                  <a:pt x="433152" y="6380817"/>
                  <a:pt x="510068" y="6614016"/>
                  <a:pt x="597975" y="6841549"/>
                </a:cubicBezTo>
                <a:lnTo>
                  <a:pt x="604824" y="6858000"/>
                </a:lnTo>
                <a:lnTo>
                  <a:pt x="552056" y="6858000"/>
                </a:lnTo>
                <a:lnTo>
                  <a:pt x="539576" y="6828295"/>
                </a:lnTo>
                <a:cubicBezTo>
                  <a:pt x="380597" y="6414594"/>
                  <a:pt x="260223" y="5988893"/>
                  <a:pt x="171555" y="5552906"/>
                </a:cubicBezTo>
                <a:cubicBezTo>
                  <a:pt x="91163" y="5157998"/>
                  <a:pt x="43746" y="4758899"/>
                  <a:pt x="12305" y="4357388"/>
                </a:cubicBezTo>
                <a:cubicBezTo>
                  <a:pt x="-14281" y="4013908"/>
                  <a:pt x="4507" y="3672965"/>
                  <a:pt x="46684" y="3331516"/>
                </a:cubicBezTo>
                <a:cubicBezTo>
                  <a:pt x="127203" y="2664286"/>
                  <a:pt x="277819" y="2007265"/>
                  <a:pt x="496065" y="1371196"/>
                </a:cubicBezTo>
                <a:cubicBezTo>
                  <a:pt x="636273" y="966066"/>
                  <a:pt x="800445" y="573253"/>
                  <a:pt x="995723" y="196614"/>
                </a:cubicBezTo>
                <a:close/>
              </a:path>
            </a:pathLst>
          </a:custGeom>
          <a:noFill/>
          <a:extLst>
            <a:ext uri="{909E8E84-426E-40DD-AFC4-6F175D3DCCD1}">
              <a14:hiddenFill xmlns:a14="http://schemas.microsoft.com/office/drawing/2010/main">
                <a:solidFill>
                  <a:srgbClr val="FFFFFF"/>
                </a:solidFill>
              </a14:hiddenFill>
            </a:ext>
          </a:extLst>
        </p:spPr>
      </p:pic>
      <p:sp>
        <p:nvSpPr>
          <p:cNvPr id="4" name="TextBox 3">
            <a:extLst>
              <a:ext uri="{FF2B5EF4-FFF2-40B4-BE49-F238E27FC236}">
                <a16:creationId xmlns:a16="http://schemas.microsoft.com/office/drawing/2014/main" id="{76467FEC-2B8B-FAEB-B8C4-86F695AB9DAE}"/>
              </a:ext>
              <a:ext uri="{C183D7F6-B498-43B3-948B-1728B52AA6E4}">
                <adec:decorative xmlns:adec="http://schemas.microsoft.com/office/drawing/2017/decorative" val="1"/>
              </a:ext>
            </a:extLst>
          </p:cNvPr>
          <p:cNvSpPr txBox="1"/>
          <p:nvPr/>
        </p:nvSpPr>
        <p:spPr>
          <a:xfrm>
            <a:off x="5486400" y="6581001"/>
            <a:ext cx="3790653" cy="276999"/>
          </a:xfrm>
          <a:prstGeom prst="rect">
            <a:avLst/>
          </a:prstGeom>
          <a:noFill/>
        </p:spPr>
        <p:txBody>
          <a:bodyPr wrap="none" rtlCol="0">
            <a:spAutoFit/>
          </a:bodyPr>
          <a:lstStyle/>
          <a:p>
            <a:r>
              <a:rPr lang="en-US" sz="1200" dirty="0">
                <a:solidFill>
                  <a:schemeClr val="bg1"/>
                </a:solidFill>
              </a:rPr>
              <a:t>Credit: Terminator 3: Rise of the Machines. Warner Bros.</a:t>
            </a:r>
          </a:p>
        </p:txBody>
      </p:sp>
      <p:grpSp>
        <p:nvGrpSpPr>
          <p:cNvPr id="5" name="Group 4">
            <a:extLst>
              <a:ext uri="{FF2B5EF4-FFF2-40B4-BE49-F238E27FC236}">
                <a16:creationId xmlns:a16="http://schemas.microsoft.com/office/drawing/2014/main" id="{593AD3FD-5A6F-6732-7C91-B1204BC0D035}"/>
              </a:ext>
              <a:ext uri="{C183D7F6-B498-43B3-948B-1728B52AA6E4}">
                <adec:decorative xmlns:adec="http://schemas.microsoft.com/office/drawing/2017/decorative" val="1"/>
              </a:ext>
            </a:extLst>
          </p:cNvPr>
          <p:cNvGrpSpPr/>
          <p:nvPr/>
        </p:nvGrpSpPr>
        <p:grpSpPr>
          <a:xfrm>
            <a:off x="861286" y="3261510"/>
            <a:ext cx="3978073" cy="3108441"/>
            <a:chOff x="982142" y="615149"/>
            <a:chExt cx="7733476" cy="6102683"/>
          </a:xfrm>
        </p:grpSpPr>
        <p:sp>
          <p:nvSpPr>
            <p:cNvPr id="6" name="Rectangle 5">
              <a:extLst>
                <a:ext uri="{FF2B5EF4-FFF2-40B4-BE49-F238E27FC236}">
                  <a16:creationId xmlns:a16="http://schemas.microsoft.com/office/drawing/2014/main" id="{C550D55D-9F32-D75C-433F-6FD2CCBE6AC8}"/>
                </a:ext>
              </a:extLst>
            </p:cNvPr>
            <p:cNvSpPr/>
            <p:nvPr/>
          </p:nvSpPr>
          <p:spPr>
            <a:xfrm>
              <a:off x="2895598" y="1524000"/>
              <a:ext cx="2617045" cy="1828800"/>
            </a:xfrm>
            <a:prstGeom prst="rect">
              <a:avLst/>
            </a:prstGeom>
          </p:spPr>
          <p:style>
            <a:lnRef idx="1">
              <a:schemeClr val="dk1"/>
            </a:lnRef>
            <a:fillRef idx="3">
              <a:schemeClr val="dk1"/>
            </a:fillRef>
            <a:effectRef idx="2">
              <a:schemeClr val="dk1"/>
            </a:effectRef>
            <a:fontRef idx="minor">
              <a:schemeClr val="lt1"/>
            </a:fontRef>
          </p:style>
          <p:txBody>
            <a:bodyPr rtlCol="0" anchor="ctr"/>
            <a:lstStyle/>
            <a:p>
              <a:pPr algn="ctr"/>
              <a:r>
                <a:rPr lang="en-US" b="1" dirty="0"/>
                <a:t>Intelligent</a:t>
              </a:r>
              <a:r>
                <a:rPr lang="en-US" dirty="0"/>
                <a:t> </a:t>
              </a:r>
              <a:r>
                <a:rPr lang="en-US" b="1" dirty="0"/>
                <a:t>Agent</a:t>
              </a:r>
              <a:endParaRPr lang="en-US" sz="500" b="1" dirty="0"/>
            </a:p>
          </p:txBody>
        </p:sp>
        <p:pic>
          <p:nvPicPr>
            <p:cNvPr id="7" name="Graphic 6" descr="Group with solid fill">
              <a:extLst>
                <a:ext uri="{FF2B5EF4-FFF2-40B4-BE49-F238E27FC236}">
                  <a16:creationId xmlns:a16="http://schemas.microsoft.com/office/drawing/2014/main" id="{5389ADA1-C740-215D-A420-2283491FF963}"/>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2534484" y="5239409"/>
              <a:ext cx="1313791" cy="1313791"/>
            </a:xfrm>
            <a:prstGeom prst="rect">
              <a:avLst/>
            </a:prstGeom>
          </p:spPr>
        </p:pic>
        <p:pic>
          <p:nvPicPr>
            <p:cNvPr id="8" name="Graphic 7" descr="Woman Shrugging with solid fill">
              <a:extLst>
                <a:ext uri="{FF2B5EF4-FFF2-40B4-BE49-F238E27FC236}">
                  <a16:creationId xmlns:a16="http://schemas.microsoft.com/office/drawing/2014/main" id="{86D582CC-4605-7113-9E4C-175A7E699280}"/>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5"/>
                </a:ext>
              </a:extLst>
            </a:blip>
            <a:stretch>
              <a:fillRect/>
            </a:stretch>
          </p:blipFill>
          <p:spPr>
            <a:xfrm>
              <a:off x="6096000" y="1344097"/>
              <a:ext cx="914400" cy="914400"/>
            </a:xfrm>
            <a:prstGeom prst="rect">
              <a:avLst/>
            </a:prstGeom>
          </p:spPr>
        </p:pic>
        <p:sp>
          <p:nvSpPr>
            <p:cNvPr id="9" name="Arrow: Right 8">
              <a:extLst>
                <a:ext uri="{FF2B5EF4-FFF2-40B4-BE49-F238E27FC236}">
                  <a16:creationId xmlns:a16="http://schemas.microsoft.com/office/drawing/2014/main" id="{281FB642-A55C-67D8-C7D9-7F44D049FB3D}"/>
                </a:ext>
              </a:extLst>
            </p:cNvPr>
            <p:cNvSpPr/>
            <p:nvPr/>
          </p:nvSpPr>
          <p:spPr>
            <a:xfrm rot="1606142">
              <a:off x="5122675" y="2638809"/>
              <a:ext cx="989109" cy="487499"/>
            </a:xfrm>
            <a:prstGeom prst="rightArrow">
              <a:avLst/>
            </a:prstGeom>
            <a:solidFill>
              <a:schemeClr val="accent6"/>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lang="en-US" sz="1000"/>
            </a:p>
          </p:txBody>
        </p:sp>
        <p:sp>
          <p:nvSpPr>
            <p:cNvPr id="10" name="Arrow: Right 9">
              <a:extLst>
                <a:ext uri="{FF2B5EF4-FFF2-40B4-BE49-F238E27FC236}">
                  <a16:creationId xmlns:a16="http://schemas.microsoft.com/office/drawing/2014/main" id="{A4CA3A75-9214-7EE3-BD2C-E829EE0579DE}"/>
                </a:ext>
              </a:extLst>
            </p:cNvPr>
            <p:cNvSpPr/>
            <p:nvPr/>
          </p:nvSpPr>
          <p:spPr>
            <a:xfrm rot="10060878">
              <a:off x="5210594" y="1654724"/>
              <a:ext cx="941037" cy="470488"/>
            </a:xfrm>
            <a:prstGeom prst="rightArrow">
              <a:avLst/>
            </a:prstGeom>
            <a:solidFill>
              <a:schemeClr val="accent6"/>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lang="en-US" sz="1000"/>
            </a:p>
          </p:txBody>
        </p:sp>
        <p:sp>
          <p:nvSpPr>
            <p:cNvPr id="11" name="TextBox 10">
              <a:extLst>
                <a:ext uri="{FF2B5EF4-FFF2-40B4-BE49-F238E27FC236}">
                  <a16:creationId xmlns:a16="http://schemas.microsoft.com/office/drawing/2014/main" id="{6B4CE341-C122-42D6-80D0-CEB1451506A8}"/>
                </a:ext>
              </a:extLst>
            </p:cNvPr>
            <p:cNvSpPr txBox="1"/>
            <p:nvPr/>
          </p:nvSpPr>
          <p:spPr>
            <a:xfrm>
              <a:off x="6151761" y="2146045"/>
              <a:ext cx="851367" cy="498504"/>
            </a:xfrm>
            <a:prstGeom prst="rect">
              <a:avLst/>
            </a:prstGeom>
            <a:noFill/>
          </p:spPr>
          <p:txBody>
            <a:bodyPr wrap="none" rtlCol="0">
              <a:spAutoFit/>
            </a:bodyPr>
            <a:lstStyle/>
            <a:p>
              <a:r>
                <a:rPr lang="en-US" sz="1000" dirty="0">
                  <a:solidFill>
                    <a:schemeClr val="accent6"/>
                  </a:solidFill>
                </a:rPr>
                <a:t>User</a:t>
              </a:r>
            </a:p>
          </p:txBody>
        </p:sp>
        <p:sp>
          <p:nvSpPr>
            <p:cNvPr id="12" name="Thought Bubble: Cloud 11">
              <a:extLst>
                <a:ext uri="{FF2B5EF4-FFF2-40B4-BE49-F238E27FC236}">
                  <a16:creationId xmlns:a16="http://schemas.microsoft.com/office/drawing/2014/main" id="{ECB88D9B-06B8-AEE4-5446-A34AE175FF13}"/>
                </a:ext>
              </a:extLst>
            </p:cNvPr>
            <p:cNvSpPr/>
            <p:nvPr/>
          </p:nvSpPr>
          <p:spPr>
            <a:xfrm>
              <a:off x="982142" y="4771877"/>
              <a:ext cx="1922354" cy="685791"/>
            </a:xfrm>
            <a:prstGeom prst="cloudCallout">
              <a:avLst>
                <a:gd name="adj1" fmla="val 38185"/>
                <a:gd name="adj2" fmla="val 64934"/>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sz="1400" b="1" dirty="0"/>
                <a:t>Goals</a:t>
              </a:r>
            </a:p>
          </p:txBody>
        </p:sp>
        <p:sp>
          <p:nvSpPr>
            <p:cNvPr id="13" name="Arrow: Right 12">
              <a:extLst>
                <a:ext uri="{FF2B5EF4-FFF2-40B4-BE49-F238E27FC236}">
                  <a16:creationId xmlns:a16="http://schemas.microsoft.com/office/drawing/2014/main" id="{665C4A83-53D1-A166-C215-B418750632E5}"/>
                </a:ext>
              </a:extLst>
            </p:cNvPr>
            <p:cNvSpPr/>
            <p:nvPr/>
          </p:nvSpPr>
          <p:spPr>
            <a:xfrm rot="17007124">
              <a:off x="2542930" y="4154810"/>
              <a:ext cx="1897008" cy="562038"/>
            </a:xfrm>
            <a:prstGeom prst="rightArrow">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en-US" sz="1000"/>
            </a:p>
          </p:txBody>
        </p:sp>
        <p:sp>
          <p:nvSpPr>
            <p:cNvPr id="15" name="Arrow: Right 14">
              <a:extLst>
                <a:ext uri="{FF2B5EF4-FFF2-40B4-BE49-F238E27FC236}">
                  <a16:creationId xmlns:a16="http://schemas.microsoft.com/office/drawing/2014/main" id="{9DD3CB4A-9A77-6873-649A-AE9D009B1C74}"/>
                </a:ext>
              </a:extLst>
            </p:cNvPr>
            <p:cNvSpPr/>
            <p:nvPr/>
          </p:nvSpPr>
          <p:spPr>
            <a:xfrm rot="14238213">
              <a:off x="3682967" y="3999328"/>
              <a:ext cx="1840786" cy="585176"/>
            </a:xfrm>
            <a:prstGeom prst="rightArrow">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en-US" sz="1000" dirty="0"/>
            </a:p>
          </p:txBody>
        </p:sp>
        <p:sp>
          <p:nvSpPr>
            <p:cNvPr id="16" name="Arrow: Right 15">
              <a:extLst>
                <a:ext uri="{FF2B5EF4-FFF2-40B4-BE49-F238E27FC236}">
                  <a16:creationId xmlns:a16="http://schemas.microsoft.com/office/drawing/2014/main" id="{C6FEB165-0BEA-1E73-3397-68E13FB8582F}"/>
                </a:ext>
              </a:extLst>
            </p:cNvPr>
            <p:cNvSpPr/>
            <p:nvPr/>
          </p:nvSpPr>
          <p:spPr>
            <a:xfrm>
              <a:off x="3848274" y="5705967"/>
              <a:ext cx="725217" cy="380609"/>
            </a:xfrm>
            <a:prstGeom prst="rightArrow">
              <a:avLst/>
            </a:prstGeom>
          </p:spPr>
          <p:style>
            <a:lnRef idx="3">
              <a:schemeClr val="lt1"/>
            </a:lnRef>
            <a:fillRef idx="1">
              <a:schemeClr val="accent2"/>
            </a:fillRef>
            <a:effectRef idx="1">
              <a:schemeClr val="accent2"/>
            </a:effectRef>
            <a:fontRef idx="minor">
              <a:schemeClr val="lt1"/>
            </a:fontRef>
          </p:style>
          <p:txBody>
            <a:bodyPr rtlCol="0" anchor="ctr"/>
            <a:lstStyle/>
            <a:p>
              <a:pPr algn="ctr"/>
              <a:endParaRPr lang="en-US" sz="1000"/>
            </a:p>
          </p:txBody>
        </p:sp>
        <p:sp>
          <p:nvSpPr>
            <p:cNvPr id="17" name="TextBox 16">
              <a:extLst>
                <a:ext uri="{FF2B5EF4-FFF2-40B4-BE49-F238E27FC236}">
                  <a16:creationId xmlns:a16="http://schemas.microsoft.com/office/drawing/2014/main" id="{6EF93A49-024A-3F04-1071-78B79FEC0F2D}"/>
                </a:ext>
              </a:extLst>
            </p:cNvPr>
            <p:cNvSpPr txBox="1"/>
            <p:nvPr/>
          </p:nvSpPr>
          <p:spPr>
            <a:xfrm>
              <a:off x="3758318" y="5372658"/>
              <a:ext cx="982252" cy="498504"/>
            </a:xfrm>
            <a:prstGeom prst="rect">
              <a:avLst/>
            </a:prstGeom>
            <a:noFill/>
          </p:spPr>
          <p:txBody>
            <a:bodyPr wrap="none" rtlCol="0">
              <a:spAutoFit/>
            </a:bodyPr>
            <a:lstStyle/>
            <a:p>
              <a:r>
                <a:rPr lang="en-US" sz="1000" dirty="0">
                  <a:solidFill>
                    <a:schemeClr val="accent2"/>
                  </a:solidFill>
                </a:rPr>
                <a:t>select</a:t>
              </a:r>
            </a:p>
          </p:txBody>
        </p:sp>
        <p:sp>
          <p:nvSpPr>
            <p:cNvPr id="18" name="TextBox 17">
              <a:extLst>
                <a:ext uri="{FF2B5EF4-FFF2-40B4-BE49-F238E27FC236}">
                  <a16:creationId xmlns:a16="http://schemas.microsoft.com/office/drawing/2014/main" id="{5760F0DF-320F-F25C-8687-ABFD7EE1EA03}"/>
                </a:ext>
              </a:extLst>
            </p:cNvPr>
            <p:cNvSpPr txBox="1"/>
            <p:nvPr/>
          </p:nvSpPr>
          <p:spPr>
            <a:xfrm rot="3553702">
              <a:off x="4555472" y="3918896"/>
              <a:ext cx="866085" cy="493619"/>
            </a:xfrm>
            <a:prstGeom prst="rect">
              <a:avLst/>
            </a:prstGeom>
            <a:noFill/>
          </p:spPr>
          <p:txBody>
            <a:bodyPr wrap="square" rtlCol="0">
              <a:spAutoFit/>
            </a:bodyPr>
            <a:lstStyle/>
            <a:p>
              <a:r>
                <a:rPr lang="en-US" sz="1000" dirty="0">
                  <a:solidFill>
                    <a:schemeClr val="accent2"/>
                  </a:solidFill>
                </a:rPr>
                <a:t>train</a:t>
              </a:r>
            </a:p>
          </p:txBody>
        </p:sp>
        <p:sp>
          <p:nvSpPr>
            <p:cNvPr id="19" name="Scroll: Vertical 18">
              <a:extLst>
                <a:ext uri="{FF2B5EF4-FFF2-40B4-BE49-F238E27FC236}">
                  <a16:creationId xmlns:a16="http://schemas.microsoft.com/office/drawing/2014/main" id="{58ABD6A5-148D-9B36-C6B0-577BFD2134DA}"/>
                </a:ext>
              </a:extLst>
            </p:cNvPr>
            <p:cNvSpPr/>
            <p:nvPr/>
          </p:nvSpPr>
          <p:spPr>
            <a:xfrm>
              <a:off x="1511734" y="990599"/>
              <a:ext cx="1864715" cy="1478224"/>
            </a:xfrm>
            <a:prstGeom prst="verticalScroll">
              <a:avLst/>
            </a:prstGeom>
          </p:spPr>
          <p:style>
            <a:lnRef idx="1">
              <a:schemeClr val="dk1"/>
            </a:lnRef>
            <a:fillRef idx="2">
              <a:schemeClr val="dk1"/>
            </a:fillRef>
            <a:effectRef idx="1">
              <a:schemeClr val="dk1"/>
            </a:effectRef>
            <a:fontRef idx="minor">
              <a:schemeClr val="dk1"/>
            </a:fontRef>
          </p:style>
          <p:txBody>
            <a:bodyPr rtlCol="0" anchor="ctr"/>
            <a:lstStyle/>
            <a:p>
              <a:pPr algn="ctr"/>
              <a:r>
                <a:rPr lang="en-US" sz="1050" dirty="0">
                  <a:solidFill>
                    <a:schemeClr val="bg1"/>
                  </a:solidFill>
                </a:rPr>
                <a:t>Objectives and</a:t>
              </a:r>
              <a:br>
                <a:rPr lang="en-US" sz="1050" dirty="0">
                  <a:solidFill>
                    <a:schemeClr val="bg1"/>
                  </a:solidFill>
                </a:rPr>
              </a:br>
              <a:r>
                <a:rPr lang="en-US" sz="1050" dirty="0">
                  <a:solidFill>
                    <a:schemeClr val="bg1"/>
                  </a:solidFill>
                </a:rPr>
                <a:t>Rules</a:t>
              </a:r>
            </a:p>
          </p:txBody>
        </p:sp>
        <p:sp>
          <p:nvSpPr>
            <p:cNvPr id="20" name="TextBox 19">
              <a:extLst>
                <a:ext uri="{FF2B5EF4-FFF2-40B4-BE49-F238E27FC236}">
                  <a16:creationId xmlns:a16="http://schemas.microsoft.com/office/drawing/2014/main" id="{3EC60E39-63F9-3415-A4FC-05E16ECFEA0C}"/>
                </a:ext>
              </a:extLst>
            </p:cNvPr>
            <p:cNvSpPr txBox="1"/>
            <p:nvPr/>
          </p:nvSpPr>
          <p:spPr>
            <a:xfrm>
              <a:off x="1713590" y="6234436"/>
              <a:ext cx="2490530" cy="483396"/>
            </a:xfrm>
            <a:prstGeom prst="rect">
              <a:avLst/>
            </a:prstGeom>
            <a:noFill/>
          </p:spPr>
          <p:txBody>
            <a:bodyPr wrap="none" rtlCol="0">
              <a:spAutoFit/>
            </a:bodyPr>
            <a:lstStyle/>
            <a:p>
              <a:r>
                <a:rPr lang="en-US" sz="1000" dirty="0">
                  <a:solidFill>
                    <a:schemeClr val="accent2"/>
                  </a:solidFill>
                </a:rPr>
                <a:t>Developers / Owners</a:t>
              </a:r>
            </a:p>
          </p:txBody>
        </p:sp>
        <p:sp>
          <p:nvSpPr>
            <p:cNvPr id="21" name="Thought Bubble: Cloud 20">
              <a:extLst>
                <a:ext uri="{FF2B5EF4-FFF2-40B4-BE49-F238E27FC236}">
                  <a16:creationId xmlns:a16="http://schemas.microsoft.com/office/drawing/2014/main" id="{12AB4813-7874-5DF2-0105-8AE8073AFD28}"/>
                </a:ext>
              </a:extLst>
            </p:cNvPr>
            <p:cNvSpPr/>
            <p:nvPr/>
          </p:nvSpPr>
          <p:spPr>
            <a:xfrm>
              <a:off x="6780486" y="615149"/>
              <a:ext cx="1935132" cy="685791"/>
            </a:xfrm>
            <a:prstGeom prst="cloudCallout">
              <a:avLst>
                <a:gd name="adj1" fmla="val -53096"/>
                <a:gd name="adj2" fmla="val 65948"/>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r>
                <a:rPr lang="en-US" sz="1400" b="1" dirty="0"/>
                <a:t>Goals</a:t>
              </a:r>
            </a:p>
          </p:txBody>
        </p:sp>
      </p:grpSp>
      <p:sp>
        <p:nvSpPr>
          <p:cNvPr id="26" name="Explosion: 14 Points 25">
            <a:extLst>
              <a:ext uri="{FF2B5EF4-FFF2-40B4-BE49-F238E27FC236}">
                <a16:creationId xmlns:a16="http://schemas.microsoft.com/office/drawing/2014/main" id="{407FDD98-5879-C1FA-9418-4CEB791392FA}"/>
              </a:ext>
              <a:ext uri="{C183D7F6-B498-43B3-948B-1728B52AA6E4}">
                <adec:decorative xmlns:adec="http://schemas.microsoft.com/office/drawing/2017/decorative" val="1"/>
              </a:ext>
            </a:extLst>
          </p:cNvPr>
          <p:cNvSpPr/>
          <p:nvPr/>
        </p:nvSpPr>
        <p:spPr>
          <a:xfrm>
            <a:off x="3189426" y="4436119"/>
            <a:ext cx="1522857" cy="728938"/>
          </a:xfrm>
          <a:prstGeom prst="irregularSeal2">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r>
              <a:rPr lang="en-US" sz="1400" dirty="0"/>
              <a:t>Action</a:t>
            </a:r>
          </a:p>
        </p:txBody>
      </p:sp>
      <p:sp>
        <p:nvSpPr>
          <p:cNvPr id="34" name="TextBox 33">
            <a:extLst>
              <a:ext uri="{FF2B5EF4-FFF2-40B4-BE49-F238E27FC236}">
                <a16:creationId xmlns:a16="http://schemas.microsoft.com/office/drawing/2014/main" id="{FEEFA7D2-4980-A89D-7113-860B5CE87DBF}"/>
              </a:ext>
              <a:ext uri="{C183D7F6-B498-43B3-948B-1728B52AA6E4}">
                <adec:decorative xmlns:adec="http://schemas.microsoft.com/office/drawing/2017/decorative" val="1"/>
              </a:ext>
            </a:extLst>
          </p:cNvPr>
          <p:cNvSpPr txBox="1"/>
          <p:nvPr/>
        </p:nvSpPr>
        <p:spPr>
          <a:xfrm rot="17090661">
            <a:off x="1650860" y="5055104"/>
            <a:ext cx="629536" cy="246221"/>
          </a:xfrm>
          <a:prstGeom prst="rect">
            <a:avLst/>
          </a:prstGeom>
          <a:noFill/>
        </p:spPr>
        <p:txBody>
          <a:bodyPr wrap="square" rtlCol="0">
            <a:spAutoFit/>
          </a:bodyPr>
          <a:lstStyle/>
          <a:p>
            <a:r>
              <a:rPr lang="en-US" sz="1000" dirty="0">
                <a:solidFill>
                  <a:schemeClr val="accent2"/>
                </a:solidFill>
              </a:rPr>
              <a:t>program</a:t>
            </a:r>
          </a:p>
        </p:txBody>
      </p:sp>
      <p:sp>
        <p:nvSpPr>
          <p:cNvPr id="22" name="Rectangle 21" descr="A diagram showing how the AI's owner selects the data to train the AI and program's the AI's Objectives and rules. The user employs the agent.">
            <a:extLst>
              <a:ext uri="{FF2B5EF4-FFF2-40B4-BE49-F238E27FC236}">
                <a16:creationId xmlns:a16="http://schemas.microsoft.com/office/drawing/2014/main" id="{70091104-142C-9CA5-2617-EF35430AF080}"/>
              </a:ext>
              <a:ext uri="{C183D7F6-B498-43B3-948B-1728B52AA6E4}">
                <adec:decorative xmlns:adec="http://schemas.microsoft.com/office/drawing/2017/decorative" val="0"/>
              </a:ext>
            </a:extLst>
          </p:cNvPr>
          <p:cNvSpPr/>
          <p:nvPr/>
        </p:nvSpPr>
        <p:spPr>
          <a:xfrm>
            <a:off x="470456" y="3124200"/>
            <a:ext cx="4482544" cy="3304401"/>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2400"/>
          </a:p>
        </p:txBody>
      </p:sp>
      <p:sp>
        <p:nvSpPr>
          <p:cNvPr id="27" name="Flowchart: Magnetic Disk 26">
            <a:extLst>
              <a:ext uri="{FF2B5EF4-FFF2-40B4-BE49-F238E27FC236}">
                <a16:creationId xmlns:a16="http://schemas.microsoft.com/office/drawing/2014/main" id="{328C1C3B-9ED6-FCD5-4BC3-F397DC21D609}"/>
              </a:ext>
            </a:extLst>
          </p:cNvPr>
          <p:cNvSpPr/>
          <p:nvPr/>
        </p:nvSpPr>
        <p:spPr>
          <a:xfrm>
            <a:off x="2802850" y="5630584"/>
            <a:ext cx="705126" cy="629798"/>
          </a:xfrm>
          <a:prstGeom prst="flowChartMagneticDisk">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r>
              <a:rPr lang="en-US" dirty="0"/>
              <a:t>Data</a:t>
            </a:r>
          </a:p>
        </p:txBody>
      </p:sp>
      <p:sp>
        <p:nvSpPr>
          <p:cNvPr id="28" name="Cloud 27" descr="Reward hacking is possible if the objectives are not perfectly specified and have loopholes that can be exploited.">
            <a:extLst>
              <a:ext uri="{FF2B5EF4-FFF2-40B4-BE49-F238E27FC236}">
                <a16:creationId xmlns:a16="http://schemas.microsoft.com/office/drawing/2014/main" id="{29B2F128-C03D-94A3-871C-E6E37259A20B}"/>
              </a:ext>
              <a:ext uri="{C183D7F6-B498-43B3-948B-1728B52AA6E4}">
                <adec:decorative xmlns:adec="http://schemas.microsoft.com/office/drawing/2017/decorative" val="0"/>
              </a:ext>
            </a:extLst>
          </p:cNvPr>
          <p:cNvSpPr/>
          <p:nvPr/>
        </p:nvSpPr>
        <p:spPr>
          <a:xfrm>
            <a:off x="490030" y="3772346"/>
            <a:ext cx="925683" cy="449928"/>
          </a:xfrm>
          <a:prstGeom prst="cloud">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00" b="1" dirty="0"/>
              <a:t>Reward hacking</a:t>
            </a:r>
          </a:p>
        </p:txBody>
      </p:sp>
      <p:sp>
        <p:nvSpPr>
          <p:cNvPr id="29" name="Cloud 28" descr="Instrumental convergence affects the AI agent's objectives and rules.">
            <a:extLst>
              <a:ext uri="{FF2B5EF4-FFF2-40B4-BE49-F238E27FC236}">
                <a16:creationId xmlns:a16="http://schemas.microsoft.com/office/drawing/2014/main" id="{9F8D2FCC-C082-D3CC-E229-A56B5860C260}"/>
              </a:ext>
              <a:ext uri="{C183D7F6-B498-43B3-948B-1728B52AA6E4}">
                <adec:decorative xmlns:adec="http://schemas.microsoft.com/office/drawing/2017/decorative" val="0"/>
              </a:ext>
            </a:extLst>
          </p:cNvPr>
          <p:cNvSpPr/>
          <p:nvPr/>
        </p:nvSpPr>
        <p:spPr>
          <a:xfrm>
            <a:off x="533400" y="3200400"/>
            <a:ext cx="1346198" cy="386909"/>
          </a:xfrm>
          <a:prstGeom prst="cloud">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00" b="1" dirty="0"/>
              <a:t>Instrumental convergence</a:t>
            </a:r>
          </a:p>
        </p:txBody>
      </p:sp>
      <p:grpSp>
        <p:nvGrpSpPr>
          <p:cNvPr id="35" name="Group 34" descr="Arrows showing the needed allignment between the AI owner's goals, the objectives of the AI agent and the user's goals.">
            <a:extLst>
              <a:ext uri="{FF2B5EF4-FFF2-40B4-BE49-F238E27FC236}">
                <a16:creationId xmlns:a16="http://schemas.microsoft.com/office/drawing/2014/main" id="{3139914C-40D2-A1FB-CB0D-2D58B145CCC8}"/>
              </a:ext>
            </a:extLst>
          </p:cNvPr>
          <p:cNvGrpSpPr/>
          <p:nvPr/>
        </p:nvGrpSpPr>
        <p:grpSpPr>
          <a:xfrm>
            <a:off x="1049487" y="3257427"/>
            <a:ext cx="3857535" cy="2188084"/>
            <a:chOff x="1049487" y="3257427"/>
            <a:chExt cx="3857535" cy="2188084"/>
          </a:xfrm>
        </p:grpSpPr>
        <p:cxnSp>
          <p:nvCxnSpPr>
            <p:cNvPr id="24" name="Straight Connector 23">
              <a:extLst>
                <a:ext uri="{FF2B5EF4-FFF2-40B4-BE49-F238E27FC236}">
                  <a16:creationId xmlns:a16="http://schemas.microsoft.com/office/drawing/2014/main" id="{94566AF4-60EB-F8EF-3B84-66C3F67BCC40}"/>
                </a:ext>
                <a:ext uri="{C183D7F6-B498-43B3-948B-1728B52AA6E4}">
                  <adec:decorative xmlns:adec="http://schemas.microsoft.com/office/drawing/2017/decorative" val="1"/>
                </a:ext>
              </a:extLst>
            </p:cNvPr>
            <p:cNvCxnSpPr>
              <a:cxnSpLocks/>
            </p:cNvCxnSpPr>
            <p:nvPr/>
          </p:nvCxnSpPr>
          <p:spPr>
            <a:xfrm flipV="1">
              <a:off x="1272944" y="4216821"/>
              <a:ext cx="153113" cy="1228690"/>
            </a:xfrm>
            <a:prstGeom prst="line">
              <a:avLst/>
            </a:prstGeom>
            <a:ln>
              <a:headEnd type="arrow" w="med" len="med"/>
              <a:tailEnd type="arrow" w="med" len="med"/>
            </a:ln>
          </p:spPr>
          <p:style>
            <a:lnRef idx="3">
              <a:schemeClr val="accent1"/>
            </a:lnRef>
            <a:fillRef idx="0">
              <a:schemeClr val="accent1"/>
            </a:fillRef>
            <a:effectRef idx="2">
              <a:schemeClr val="accent1"/>
            </a:effectRef>
            <a:fontRef idx="minor">
              <a:schemeClr val="tx1"/>
            </a:fontRef>
          </p:style>
        </p:cxnSp>
        <p:cxnSp>
          <p:nvCxnSpPr>
            <p:cNvPr id="25" name="Straight Connector 24">
              <a:extLst>
                <a:ext uri="{FF2B5EF4-FFF2-40B4-BE49-F238E27FC236}">
                  <a16:creationId xmlns:a16="http://schemas.microsoft.com/office/drawing/2014/main" id="{0B05EC02-0490-D691-CA0E-7067963BE1AB}"/>
                </a:ext>
                <a:ext uri="{C183D7F6-B498-43B3-948B-1728B52AA6E4}">
                  <adec:decorative xmlns:adec="http://schemas.microsoft.com/office/drawing/2017/decorative" val="1"/>
                </a:ext>
              </a:extLst>
            </p:cNvPr>
            <p:cNvCxnSpPr>
              <a:cxnSpLocks/>
              <a:endCxn id="21" idx="0"/>
            </p:cNvCxnSpPr>
            <p:nvPr/>
          </p:nvCxnSpPr>
          <p:spPr>
            <a:xfrm flipV="1">
              <a:off x="1997710" y="3436166"/>
              <a:ext cx="1849312" cy="199044"/>
            </a:xfrm>
            <a:prstGeom prst="line">
              <a:avLst/>
            </a:prstGeom>
            <a:ln>
              <a:headEnd type="arrow" w="med" len="med"/>
              <a:tailEnd type="arrow" w="med" len="med"/>
            </a:ln>
          </p:spPr>
          <p:style>
            <a:lnRef idx="3">
              <a:schemeClr val="accent1"/>
            </a:lnRef>
            <a:fillRef idx="0">
              <a:schemeClr val="accent1"/>
            </a:fillRef>
            <a:effectRef idx="2">
              <a:schemeClr val="accent1"/>
            </a:effectRef>
            <a:fontRef idx="minor">
              <a:schemeClr val="tx1"/>
            </a:fontRef>
          </p:style>
        </p:cxnSp>
        <p:sp>
          <p:nvSpPr>
            <p:cNvPr id="31" name="TextBox 30">
              <a:extLst>
                <a:ext uri="{FF2B5EF4-FFF2-40B4-BE49-F238E27FC236}">
                  <a16:creationId xmlns:a16="http://schemas.microsoft.com/office/drawing/2014/main" id="{7F04D843-9E70-9738-DF18-C678715897D3}"/>
                </a:ext>
                <a:ext uri="{C183D7F6-B498-43B3-948B-1728B52AA6E4}">
                  <adec:decorative xmlns:adec="http://schemas.microsoft.com/office/drawing/2017/decorative" val="1"/>
                </a:ext>
              </a:extLst>
            </p:cNvPr>
            <p:cNvSpPr txBox="1"/>
            <p:nvPr/>
          </p:nvSpPr>
          <p:spPr>
            <a:xfrm rot="16652417">
              <a:off x="702472" y="4635927"/>
              <a:ext cx="971029" cy="276999"/>
            </a:xfrm>
            <a:prstGeom prst="rect">
              <a:avLst/>
            </a:prstGeom>
            <a:noFill/>
          </p:spPr>
          <p:txBody>
            <a:bodyPr wrap="square" rtlCol="0">
              <a:spAutoFit/>
            </a:bodyPr>
            <a:lstStyle/>
            <a:p>
              <a:r>
                <a:rPr lang="en-US" sz="1200" dirty="0">
                  <a:solidFill>
                    <a:schemeClr val="accent1"/>
                  </a:solidFill>
                </a:rPr>
                <a:t>Alignment?</a:t>
              </a:r>
            </a:p>
          </p:txBody>
        </p:sp>
        <p:sp>
          <p:nvSpPr>
            <p:cNvPr id="32" name="TextBox 31">
              <a:extLst>
                <a:ext uri="{FF2B5EF4-FFF2-40B4-BE49-F238E27FC236}">
                  <a16:creationId xmlns:a16="http://schemas.microsoft.com/office/drawing/2014/main" id="{F9B57C0F-D4EC-297D-B837-A6C1BA97C563}"/>
                </a:ext>
                <a:ext uri="{C183D7F6-B498-43B3-948B-1728B52AA6E4}">
                  <adec:decorative xmlns:adec="http://schemas.microsoft.com/office/drawing/2017/decorative" val="1"/>
                </a:ext>
              </a:extLst>
            </p:cNvPr>
            <p:cNvSpPr txBox="1"/>
            <p:nvPr/>
          </p:nvSpPr>
          <p:spPr>
            <a:xfrm rot="21224789">
              <a:off x="2297919" y="3257427"/>
              <a:ext cx="971029" cy="276999"/>
            </a:xfrm>
            <a:prstGeom prst="rect">
              <a:avLst/>
            </a:prstGeom>
            <a:noFill/>
          </p:spPr>
          <p:txBody>
            <a:bodyPr wrap="square" rtlCol="0">
              <a:spAutoFit/>
            </a:bodyPr>
            <a:lstStyle/>
            <a:p>
              <a:r>
                <a:rPr lang="en-US" sz="1200" dirty="0">
                  <a:solidFill>
                    <a:schemeClr val="accent1"/>
                  </a:solidFill>
                </a:rPr>
                <a:t>Alignment?</a:t>
              </a:r>
            </a:p>
          </p:txBody>
        </p:sp>
        <p:sp>
          <p:nvSpPr>
            <p:cNvPr id="30" name="Explosion: 14 Points 29">
              <a:extLst>
                <a:ext uri="{FF2B5EF4-FFF2-40B4-BE49-F238E27FC236}">
                  <a16:creationId xmlns:a16="http://schemas.microsoft.com/office/drawing/2014/main" id="{9223B8BD-19FE-2366-2FC5-51E643C62D90}"/>
                </a:ext>
              </a:extLst>
            </p:cNvPr>
            <p:cNvSpPr/>
            <p:nvPr/>
          </p:nvSpPr>
          <p:spPr>
            <a:xfrm>
              <a:off x="3828855" y="4256842"/>
              <a:ext cx="1078167" cy="495579"/>
            </a:xfrm>
            <a:prstGeom prst="irregularSeal2">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900" b="1" dirty="0"/>
                <a:t>Side effect</a:t>
              </a:r>
            </a:p>
          </p:txBody>
        </p:sp>
      </p:grpSp>
    </p:spTree>
    <p:extLst>
      <p:ext uri="{BB962C8B-B14F-4D97-AF65-F5344CB8AC3E}">
        <p14:creationId xmlns:p14="http://schemas.microsoft.com/office/powerpoint/2010/main" val="426744119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5"/>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28"/>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2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28" grpId="0" animBg="1"/>
      <p:bldP spid="29" grpId="0" animBg="1"/>
    </p:bldLst>
  </p:timing>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9C6675C-B611-E4FB-5BE5-1E925D5E05BC}"/>
              </a:ext>
            </a:extLst>
          </p:cNvPr>
          <p:cNvSpPr>
            <a:spLocks noGrp="1"/>
          </p:cNvSpPr>
          <p:nvPr>
            <p:ph type="title"/>
          </p:nvPr>
        </p:nvSpPr>
        <p:spPr>
          <a:xfrm>
            <a:off x="628649" y="365126"/>
            <a:ext cx="3856567" cy="1325563"/>
          </a:xfrm>
        </p:spPr>
        <p:txBody>
          <a:bodyPr>
            <a:normAutofit fontScale="90000"/>
          </a:bodyPr>
          <a:lstStyle/>
          <a:p>
            <a:r>
              <a:rPr lang="en-US" dirty="0"/>
              <a:t>Risks of Cognitive Offloading</a:t>
            </a:r>
          </a:p>
        </p:txBody>
      </p:sp>
      <p:sp>
        <p:nvSpPr>
          <p:cNvPr id="3" name="Content Placeholder 2">
            <a:extLst>
              <a:ext uri="{FF2B5EF4-FFF2-40B4-BE49-F238E27FC236}">
                <a16:creationId xmlns:a16="http://schemas.microsoft.com/office/drawing/2014/main" id="{1080680C-BB31-FF7A-11A1-08357D1CB743}"/>
              </a:ext>
            </a:extLst>
          </p:cNvPr>
          <p:cNvSpPr>
            <a:spLocks noGrp="1"/>
          </p:cNvSpPr>
          <p:nvPr>
            <p:ph idx="1"/>
          </p:nvPr>
        </p:nvSpPr>
        <p:spPr>
          <a:xfrm>
            <a:off x="628650" y="2642321"/>
            <a:ext cx="7886700" cy="4054474"/>
          </a:xfrm>
        </p:spPr>
        <p:txBody>
          <a:bodyPr>
            <a:normAutofit fontScale="70000" lnSpcReduction="20000"/>
          </a:bodyPr>
          <a:lstStyle/>
          <a:p>
            <a:pPr marL="0" indent="0">
              <a:lnSpc>
                <a:spcPct val="120000"/>
              </a:lnSpc>
              <a:buNone/>
            </a:pPr>
            <a:r>
              <a:rPr lang="en-US" dirty="0"/>
              <a:t>Overuse of Generative AI for </a:t>
            </a:r>
            <a:r>
              <a:rPr lang="en-US" b="1" dirty="0"/>
              <a:t>cognitive offloading</a:t>
            </a:r>
            <a:r>
              <a:rPr lang="en-US" dirty="0"/>
              <a:t> erodes fundamental critical thinking, problem-solving, and domain-specific expertise. </a:t>
            </a:r>
          </a:p>
          <a:p>
            <a:pPr marL="0" indent="0">
              <a:lnSpc>
                <a:spcPct val="120000"/>
              </a:lnSpc>
              <a:buNone/>
            </a:pPr>
            <a:r>
              <a:rPr lang="en-US" dirty="0"/>
              <a:t>It poses potential risks to humans:</a:t>
            </a:r>
          </a:p>
          <a:p>
            <a:pPr lvl="1">
              <a:lnSpc>
                <a:spcPct val="120000"/>
              </a:lnSpc>
            </a:pPr>
            <a:r>
              <a:rPr lang="en-US" b="1" dirty="0"/>
              <a:t>Deskilling</a:t>
            </a:r>
            <a:r>
              <a:rPr lang="en-US" dirty="0"/>
              <a:t>: Asking (current) AI for decisions leads to lower-quality decisions and erosion of skills.</a:t>
            </a:r>
          </a:p>
          <a:p>
            <a:pPr lvl="1">
              <a:lnSpc>
                <a:spcPct val="120000"/>
              </a:lnSpc>
            </a:pPr>
            <a:r>
              <a:rPr lang="en-US" b="1" dirty="0"/>
              <a:t>Never-skilling</a:t>
            </a:r>
            <a:r>
              <a:rPr lang="en-US" dirty="0"/>
              <a:t>: Students use AI to by-pass learning how to research, build an argument, or develop deep subject knowledge.</a:t>
            </a:r>
          </a:p>
          <a:p>
            <a:pPr lvl="1">
              <a:lnSpc>
                <a:spcPct val="120000"/>
              </a:lnSpc>
            </a:pPr>
            <a:endParaRPr lang="en-US" dirty="0"/>
          </a:p>
          <a:p>
            <a:pPr marL="0" indent="0">
              <a:lnSpc>
                <a:spcPct val="120000"/>
              </a:lnSpc>
              <a:buNone/>
            </a:pPr>
            <a:r>
              <a:rPr lang="en-US" b="1" dirty="0"/>
              <a:t>Directed Co-creation*: </a:t>
            </a:r>
            <a:r>
              <a:rPr lang="en-US" dirty="0"/>
              <a:t>Using AI selectively as a tool where the human structures and controls the interaction with AI can lead to </a:t>
            </a:r>
            <a:r>
              <a:rPr lang="en-US" b="1" dirty="0"/>
              <a:t>upskilling</a:t>
            </a:r>
            <a:r>
              <a:rPr lang="en-US" dirty="0"/>
              <a:t>!</a:t>
            </a:r>
            <a:br>
              <a:rPr lang="en-US" dirty="0"/>
            </a:br>
            <a:endParaRPr lang="en-US" dirty="0"/>
          </a:p>
          <a:p>
            <a:pPr marL="0" indent="0">
              <a:buNone/>
            </a:pPr>
            <a:r>
              <a:rPr lang="en-US" sz="1600" dirty="0"/>
              <a:t>* Randazzo et al, </a:t>
            </a:r>
            <a:r>
              <a:rPr lang="en-US" sz="1600" dirty="0">
                <a:hlinkClick r:id="rId2"/>
              </a:rPr>
              <a:t>Cyborgs, Centaurs and Self-</a:t>
            </a:r>
            <a:r>
              <a:rPr lang="en-US" sz="1600" dirty="0" err="1">
                <a:hlinkClick r:id="rId2"/>
              </a:rPr>
              <a:t>Automators</a:t>
            </a:r>
            <a:r>
              <a:rPr lang="en-US" sz="1600" dirty="0">
                <a:hlinkClick r:id="rId2"/>
              </a:rPr>
              <a:t>: The Three Modes of Human-GenAI Knowledge Work and Their Implications for Skilling and the Future of Expertise</a:t>
            </a:r>
            <a:r>
              <a:rPr lang="en-US" sz="1600" dirty="0"/>
              <a:t>. The Wharton School Research Paper, Harvard Business School Working Paper No. 26-036</a:t>
            </a:r>
          </a:p>
        </p:txBody>
      </p:sp>
      <p:grpSp>
        <p:nvGrpSpPr>
          <p:cNvPr id="6" name="Group 5">
            <a:extLst>
              <a:ext uri="{FF2B5EF4-FFF2-40B4-BE49-F238E27FC236}">
                <a16:creationId xmlns:a16="http://schemas.microsoft.com/office/drawing/2014/main" id="{51B081DA-9A12-2D38-2815-13B860EB6A92}"/>
              </a:ext>
            </a:extLst>
          </p:cNvPr>
          <p:cNvGrpSpPr/>
          <p:nvPr/>
        </p:nvGrpSpPr>
        <p:grpSpPr>
          <a:xfrm>
            <a:off x="4485217" y="141995"/>
            <a:ext cx="4734983" cy="2266950"/>
            <a:chOff x="4485217" y="141995"/>
            <a:chExt cx="4734983" cy="2266950"/>
          </a:xfrm>
        </p:grpSpPr>
        <p:pic>
          <p:nvPicPr>
            <p:cNvPr id="5" name="Picture 4">
              <a:extLst>
                <a:ext uri="{FF2B5EF4-FFF2-40B4-BE49-F238E27FC236}">
                  <a16:creationId xmlns:a16="http://schemas.microsoft.com/office/drawing/2014/main" id="{228F55A0-5B1F-67D9-9DA9-B2FC8B542099}"/>
                </a:ext>
              </a:extLst>
            </p:cNvPr>
            <p:cNvPicPr>
              <a:picLocks noChangeAspect="1"/>
            </p:cNvPicPr>
            <p:nvPr/>
          </p:nvPicPr>
          <p:blipFill>
            <a:blip r:embed="rId3"/>
            <a:stretch>
              <a:fillRect/>
            </a:stretch>
          </p:blipFill>
          <p:spPr>
            <a:xfrm>
              <a:off x="4485217" y="141995"/>
              <a:ext cx="4030133" cy="2266950"/>
            </a:xfrm>
            <a:prstGeom prst="rect">
              <a:avLst/>
            </a:prstGeom>
            <a:ln>
              <a:noFill/>
            </a:ln>
            <a:effectLst>
              <a:softEdge rad="112500"/>
            </a:effectLst>
          </p:spPr>
        </p:pic>
        <p:sp>
          <p:nvSpPr>
            <p:cNvPr id="4" name="TextBox 3">
              <a:extLst>
                <a:ext uri="{FF2B5EF4-FFF2-40B4-BE49-F238E27FC236}">
                  <a16:creationId xmlns:a16="http://schemas.microsoft.com/office/drawing/2014/main" id="{5BB8E86C-9A97-A864-5253-B4EE956DF42D}"/>
                </a:ext>
              </a:extLst>
            </p:cNvPr>
            <p:cNvSpPr txBox="1"/>
            <p:nvPr/>
          </p:nvSpPr>
          <p:spPr>
            <a:xfrm>
              <a:off x="6934200" y="2057400"/>
              <a:ext cx="2286000" cy="261610"/>
            </a:xfrm>
            <a:prstGeom prst="rect">
              <a:avLst/>
            </a:prstGeom>
            <a:noFill/>
          </p:spPr>
          <p:txBody>
            <a:bodyPr wrap="square" rtlCol="0">
              <a:spAutoFit/>
            </a:bodyPr>
            <a:lstStyle/>
            <a:p>
              <a:r>
                <a:rPr lang="en-US" sz="1100" b="1" dirty="0">
                  <a:solidFill>
                    <a:schemeClr val="bg1"/>
                  </a:solidFill>
                </a:rPr>
                <a:t>Ian Handley/ChatGPT</a:t>
              </a:r>
            </a:p>
          </p:txBody>
        </p:sp>
      </p:grpSp>
    </p:spTree>
    <p:extLst>
      <p:ext uri="{BB962C8B-B14F-4D97-AF65-F5344CB8AC3E}">
        <p14:creationId xmlns:p14="http://schemas.microsoft.com/office/powerpoint/2010/main" val="18979923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5" end="5"/>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7B05730-6F5B-FAA0-6001-3900E454E7AA}"/>
              </a:ext>
            </a:extLst>
          </p:cNvPr>
          <p:cNvSpPr>
            <a:spLocks noGrp="1"/>
          </p:cNvSpPr>
          <p:nvPr>
            <p:ph type="title"/>
          </p:nvPr>
        </p:nvSpPr>
        <p:spPr>
          <a:xfrm>
            <a:off x="5867400" y="990600"/>
            <a:ext cx="2526926" cy="630209"/>
          </a:xfrm>
        </p:spPr>
        <p:txBody>
          <a:bodyPr anchor="b">
            <a:normAutofit/>
          </a:bodyPr>
          <a:lstStyle/>
          <a:p>
            <a:r>
              <a:rPr lang="en-US" sz="2800" dirty="0"/>
              <a:t>Outlook</a:t>
            </a:r>
          </a:p>
        </p:txBody>
      </p:sp>
      <p:pic>
        <p:nvPicPr>
          <p:cNvPr id="5" name="Picture 4">
            <a:extLst>
              <a:ext uri="{FF2B5EF4-FFF2-40B4-BE49-F238E27FC236}">
                <a16:creationId xmlns:a16="http://schemas.microsoft.com/office/drawing/2014/main" id="{4F225A14-A0D1-596B-4268-00E52D31AD90}"/>
              </a:ext>
              <a:ext uri="{C183D7F6-B498-43B3-948B-1728B52AA6E4}">
                <adec:decorative xmlns:adec="http://schemas.microsoft.com/office/drawing/2017/decorative" val="1"/>
              </a:ext>
            </a:extLst>
          </p:cNvPr>
          <p:cNvPicPr>
            <a:picLocks noChangeAspect="1"/>
          </p:cNvPicPr>
          <p:nvPr/>
        </p:nvPicPr>
        <p:blipFill rotWithShape="1">
          <a:blip r:embed="rId2"/>
          <a:srcRect l="19946" r="18025" b="1"/>
          <a:stretch>
            <a:fillRect/>
          </a:stretch>
        </p:blipFill>
        <p:spPr>
          <a:xfrm>
            <a:off x="20" y="10"/>
            <a:ext cx="5542677" cy="6857990"/>
          </a:xfrm>
          <a:prstGeom prst="rect">
            <a:avLst/>
          </a:prstGeom>
        </p:spPr>
      </p:pic>
      <p:sp>
        <p:nvSpPr>
          <p:cNvPr id="10" name="Rectangle 9">
            <a:extLst>
              <a:ext uri="{FF2B5EF4-FFF2-40B4-BE49-F238E27FC236}">
                <a16:creationId xmlns:a16="http://schemas.microsoft.com/office/drawing/2014/main" id="{AE3A741D-C19B-960A-5803-1C588714782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1955894" y="3271199"/>
            <a:ext cx="1630908" cy="5542697"/>
          </a:xfrm>
          <a:prstGeom prst="rect">
            <a:avLst/>
          </a:prstGeom>
          <a:gradFill>
            <a:gsLst>
              <a:gs pos="0">
                <a:schemeClr val="accent5"/>
              </a:gs>
              <a:gs pos="47000">
                <a:schemeClr val="accent2">
                  <a:alpha val="0"/>
                </a:schemeClr>
              </a:gs>
            </a:gsLst>
            <a:lin ang="11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DC39DE25-0E4E-0AA7-0932-1D78C237278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flipV="1">
            <a:off x="-2296081" y="2296080"/>
            <a:ext cx="6854280" cy="2262119"/>
          </a:xfrm>
          <a:prstGeom prst="rect">
            <a:avLst/>
          </a:prstGeom>
          <a:gradFill flip="none" rotWithShape="1">
            <a:gsLst>
              <a:gs pos="0">
                <a:schemeClr val="accent5"/>
              </a:gs>
              <a:gs pos="47000">
                <a:schemeClr val="accent2">
                  <a:alpha val="0"/>
                </a:schemeClr>
              </a:gs>
            </a:gsLst>
            <a:lin ang="4200000" scaled="0"/>
            <a:tileRect/>
          </a:gra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endParaRPr lang="en-US"/>
          </a:p>
        </p:txBody>
      </p:sp>
      <p:sp>
        <p:nvSpPr>
          <p:cNvPr id="14" name="Rectangle 13">
            <a:extLst>
              <a:ext uri="{FF2B5EF4-FFF2-40B4-BE49-F238E27FC236}">
                <a16:creationId xmlns:a16="http://schemas.microsoft.com/office/drawing/2014/main" id="{8D6EA299-0840-6DEA-E670-C49AEBC87E8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a:off x="3346242" y="4425055"/>
            <a:ext cx="2196454" cy="2432945"/>
          </a:xfrm>
          <a:prstGeom prst="rect">
            <a:avLst/>
          </a:prstGeom>
          <a:gradFill flip="none" rotWithShape="1">
            <a:gsLst>
              <a:gs pos="0">
                <a:schemeClr val="accent2"/>
              </a:gs>
              <a:gs pos="51000">
                <a:schemeClr val="accent5">
                  <a:lumMod val="60000"/>
                  <a:lumOff val="40000"/>
                  <a:alpha val="0"/>
                </a:schemeClr>
              </a:gs>
            </a:gsLst>
            <a:path path="circle">
              <a:fillToRect r="100000" b="100000"/>
            </a:path>
            <a:tileRect l="-100000" t="-100000"/>
          </a:gra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endParaRPr lang="en-US"/>
          </a:p>
        </p:txBody>
      </p:sp>
      <p:sp>
        <p:nvSpPr>
          <p:cNvPr id="3" name="Content Placeholder 2">
            <a:extLst>
              <a:ext uri="{FF2B5EF4-FFF2-40B4-BE49-F238E27FC236}">
                <a16:creationId xmlns:a16="http://schemas.microsoft.com/office/drawing/2014/main" id="{B74BA019-F6C7-1975-DC38-524C9A731B36}"/>
              </a:ext>
            </a:extLst>
          </p:cNvPr>
          <p:cNvSpPr>
            <a:spLocks noGrp="1"/>
          </p:cNvSpPr>
          <p:nvPr>
            <p:ph idx="1"/>
          </p:nvPr>
        </p:nvSpPr>
        <p:spPr>
          <a:xfrm>
            <a:off x="5943600" y="2057400"/>
            <a:ext cx="2643309" cy="4457308"/>
          </a:xfrm>
        </p:spPr>
        <p:txBody>
          <a:bodyPr anchor="t">
            <a:normAutofit lnSpcReduction="10000"/>
          </a:bodyPr>
          <a:lstStyle/>
          <a:p>
            <a:pPr marL="0" indent="0">
              <a:buNone/>
            </a:pPr>
            <a:r>
              <a:rPr lang="en-US" sz="1400" dirty="0"/>
              <a:t>AI is a technology that is on the verge of significant leaps…</a:t>
            </a:r>
          </a:p>
          <a:p>
            <a:endParaRPr lang="en-US" sz="1400" dirty="0"/>
          </a:p>
          <a:p>
            <a:r>
              <a:rPr lang="en-US" sz="1400" dirty="0"/>
              <a:t>New technologies have always had a profound impact on the way we live and work (e.g., electricity, the internet, mobile communication). </a:t>
            </a:r>
          </a:p>
          <a:p>
            <a:r>
              <a:rPr lang="en-US" sz="1400" dirty="0"/>
              <a:t>We can expect unprecedented gains in productivity from better </a:t>
            </a:r>
            <a:r>
              <a:rPr lang="en-US" sz="1400" b="1" dirty="0"/>
              <a:t>narrow AI</a:t>
            </a:r>
            <a:r>
              <a:rPr lang="en-US" sz="1400" dirty="0"/>
              <a:t>.</a:t>
            </a:r>
          </a:p>
          <a:p>
            <a:r>
              <a:rPr lang="en-US" sz="1400" dirty="0"/>
              <a:t>New technologies always also present </a:t>
            </a:r>
            <a:r>
              <a:rPr lang="en-US" sz="1400" b="1" dirty="0"/>
              <a:t>dangers</a:t>
            </a:r>
            <a:r>
              <a:rPr lang="en-US" sz="1400" dirty="0"/>
              <a:t> and require governance and regulation.</a:t>
            </a:r>
          </a:p>
          <a:p>
            <a:endParaRPr lang="en-US" sz="1400" dirty="0"/>
          </a:p>
          <a:p>
            <a:pPr marL="0" indent="0">
              <a:buNone/>
            </a:pPr>
            <a:r>
              <a:rPr lang="en-US" sz="1400" b="1" dirty="0"/>
              <a:t>This course will introduce the main techniques to create intelligent agents that act rationally.</a:t>
            </a:r>
          </a:p>
        </p:txBody>
      </p:sp>
    </p:spTree>
    <p:extLst>
      <p:ext uri="{BB962C8B-B14F-4D97-AF65-F5344CB8AC3E}">
        <p14:creationId xmlns:p14="http://schemas.microsoft.com/office/powerpoint/2010/main" val="1101342216"/>
      </p:ext>
    </p:extLst>
  </p:cSld>
  <p:clrMapOvr>
    <a:masterClrMapping/>
  </p:clrMapOvr>
</p:sld>
</file>

<file path=ppt/theme/theme1.xml><?xml version="1.0" encoding="utf-8"?>
<a:theme xmlns:a="http://schemas.openxmlformats.org/drawingml/2006/main" name="Office 2013 - 2022 Theme">
  <a:themeElements>
    <a:clrScheme name="AI_high_contrast">
      <a:dk1>
        <a:sysClr val="windowText" lastClr="000000"/>
      </a:dk1>
      <a:lt1>
        <a:sysClr val="window" lastClr="FFFFFF"/>
      </a:lt1>
      <a:dk2>
        <a:srgbClr val="0E2841"/>
      </a:dk2>
      <a:lt2>
        <a:srgbClr val="E8E8E8"/>
      </a:lt2>
      <a:accent1>
        <a:srgbClr val="156082"/>
      </a:accent1>
      <a:accent2>
        <a:srgbClr val="BE4D14"/>
      </a:accent2>
      <a:accent3>
        <a:srgbClr val="196B24"/>
      </a:accent3>
      <a:accent4>
        <a:srgbClr val="0F9ED5"/>
      </a:accent4>
      <a:accent5>
        <a:srgbClr val="A02B93"/>
      </a:accent5>
      <a:accent6>
        <a:srgbClr val="377620"/>
      </a:accent6>
      <a:hlink>
        <a:srgbClr val="467886"/>
      </a:hlink>
      <a:folHlink>
        <a:srgbClr val="96607D"/>
      </a:folHlink>
    </a:clrScheme>
    <a:fontScheme name="Office 2013 - 2022 Them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2013 - 2022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2013 - 2022 Theme" id="{62F939B6-93AF-4DB8-9C6B-D6C7DFDC589F}" vid="{4A3C46E8-61CC-4603-A589-7422A47A8E4A}"/>
    </a:ext>
  </a:extLst>
</a:theme>
</file>

<file path=ppt/theme/theme2.xml><?xml version="1.0" encoding="utf-8"?>
<a:theme xmlns:a="http://schemas.openxmlformats.org/drawingml/2006/main" name="Office Theme">
  <a:themeElements>
    <a:clrScheme name="">
      <a:dk1>
        <a:srgbClr val="000000"/>
      </a:dk1>
      <a:lt1>
        <a:srgbClr val="FFFFFF"/>
      </a:lt1>
      <a:dk2>
        <a:srgbClr val="000000"/>
      </a:dk2>
      <a:lt2>
        <a:srgbClr val="808080"/>
      </a:lt2>
      <a:accent1>
        <a:srgbClr val="00CC99"/>
      </a:accent1>
      <a:accent2>
        <a:srgbClr val="3333CC"/>
      </a:accent2>
      <a:accent3>
        <a:srgbClr val="FFFFFF"/>
      </a:accent3>
      <a:accent4>
        <a:srgbClr val="000000"/>
      </a:accent4>
      <a:accent5>
        <a:srgbClr val="AAE2CA"/>
      </a:accent5>
      <a:accent6>
        <a:srgbClr val="2D2DB9"/>
      </a:accent6>
      <a:hlink>
        <a:srgbClr val="CCCCFF"/>
      </a:hlink>
      <a:folHlink>
        <a:srgbClr val="B2B2B2"/>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
  <TotalTime>14291</TotalTime>
  <Words>2914</Words>
  <Application>Microsoft Office PowerPoint</Application>
  <PresentationFormat>On-screen Show (4:3)</PresentationFormat>
  <Paragraphs>405</Paragraphs>
  <Slides>43</Slides>
  <Notes>20</Notes>
  <HiddenSlides>2</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43</vt:i4>
      </vt:variant>
    </vt:vector>
  </HeadingPairs>
  <TitlesOfParts>
    <vt:vector size="48" baseType="lpstr">
      <vt:lpstr>Arial</vt:lpstr>
      <vt:lpstr>Calibri</vt:lpstr>
      <vt:lpstr>Calibri Light</vt:lpstr>
      <vt:lpstr>Cambria Math</vt:lpstr>
      <vt:lpstr>Office 2013 - 2022 Theme</vt:lpstr>
      <vt:lpstr>CS 5/7320  Artificial Intelligence  Introduction to AI  AIMA Chapters 1 + 27</vt:lpstr>
      <vt:lpstr>Agenda</vt:lpstr>
      <vt:lpstr>What is Artificial Intelligence?</vt:lpstr>
      <vt:lpstr>What is Intelligence?</vt:lpstr>
      <vt:lpstr>The Goal of AI</vt:lpstr>
      <vt:lpstr>Cognitive Sciences</vt:lpstr>
      <vt:lpstr>Alan Turing (1950) “Computing machinery and intelligence”</vt:lpstr>
      <vt:lpstr>Turing Test: Criticism</vt:lpstr>
      <vt:lpstr>Thinking Rationally?</vt:lpstr>
      <vt:lpstr>Acting Rationally</vt:lpstr>
      <vt:lpstr>The Type of AI is Covered in this Course</vt:lpstr>
      <vt:lpstr>Intelligent Agents</vt:lpstr>
      <vt:lpstr>Components of an Intelligent Agent</vt:lpstr>
      <vt:lpstr>Artificial Intelligence  vs. Machine Learning</vt:lpstr>
      <vt:lpstr>Example: Self-Driving Car</vt:lpstr>
      <vt:lpstr>Example: Homework and LLMs</vt:lpstr>
      <vt:lpstr>Methods of AI</vt:lpstr>
      <vt:lpstr>The History of AI</vt:lpstr>
      <vt:lpstr>The Timeline of AI Development</vt:lpstr>
      <vt:lpstr>What accounts for recent successes in AI?</vt:lpstr>
      <vt:lpstr>“Moravec’s Paradox”</vt:lpstr>
      <vt:lpstr>The AI Effect:  AI gets no respect?</vt:lpstr>
      <vt:lpstr>AI Today</vt:lpstr>
      <vt:lpstr>Vision and Image Processing</vt:lpstr>
      <vt:lpstr>Natural Language Processing</vt:lpstr>
      <vt:lpstr>Robotics</vt:lpstr>
      <vt:lpstr>AI Governance: Ethics &amp; Safety</vt:lpstr>
      <vt:lpstr>AI Governance</vt:lpstr>
      <vt:lpstr>Components of AI Governance</vt:lpstr>
      <vt:lpstr>Commonly-Cited Safety and  Ethics Principles</vt:lpstr>
      <vt:lpstr>PowerPoint Presentation</vt:lpstr>
      <vt:lpstr>European Union</vt:lpstr>
      <vt:lpstr>In the United States</vt:lpstr>
      <vt:lpstr>European Union Study</vt:lpstr>
      <vt:lpstr>Google</vt:lpstr>
      <vt:lpstr>US White House Executive Order 14110</vt:lpstr>
      <vt:lpstr>The EU Artificial Intelligence Act</vt:lpstr>
      <vt:lpstr>PowerPoint Presentation</vt:lpstr>
      <vt:lpstr>Fairness: Algorithmic Bias</vt:lpstr>
      <vt:lpstr>Types of AI Safety</vt:lpstr>
      <vt:lpstr>AI Safety vs Optimizers</vt:lpstr>
      <vt:lpstr>Risks of Cognitive Offloading</vt:lpstr>
      <vt:lpstr>Outlook</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CS 5/7320  Artificial Intelligence  Introduction</dc:title>
  <dc:creator>michael</dc:creator>
  <cp:lastModifiedBy>Hahsler, Michael</cp:lastModifiedBy>
  <cp:revision>115</cp:revision>
  <dcterms:created xsi:type="dcterms:W3CDTF">2021-01-29T15:10:36Z</dcterms:created>
  <dcterms:modified xsi:type="dcterms:W3CDTF">2026-08-26T19:09:35Z</dcterms:modified>
</cp:coreProperties>
</file>