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514" r:id="rId3"/>
    <p:sldId id="457" r:id="rId4"/>
    <p:sldId id="513" r:id="rId5"/>
    <p:sldId id="508" r:id="rId6"/>
    <p:sldId id="515" r:id="rId7"/>
    <p:sldId id="260" r:id="rId8"/>
    <p:sldId id="516" r:id="rId9"/>
    <p:sldId id="517" r:id="rId10"/>
    <p:sldId id="518" r:id="rId11"/>
    <p:sldId id="519"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1" d="100"/>
          <a:sy n="151" d="100"/>
        </p:scale>
        <p:origin x="12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0.507"/>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1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828"/>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2.568"/>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040"/>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369"/>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5.262"/>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070"/>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27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7.106"/>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0:53.389"/>
    </inkml:context>
    <inkml:brush xml:id="br0">
      <inkml:brushProperty name="width" value="0.1" units="cm"/>
      <inkml:brushProperty name="height" value="0.1" units="cm"/>
      <inkml:brushProperty name="color" value="#E71224"/>
    </inkml:brush>
  </inkml:definitions>
  <inkml:trace contextRef="#ctx0" brushRef="#br0">9 34 1408,'-7'-9'555,"6"-14"9579,2 22-9933,0 1-24,-1 0-1,1 0 1,0 0-1,-1 0 1,1 0-1,0 0 1,0 0-1,-1 0 1,1 0-1,0 1 1,-1-1-1,1 0 1,0 0-1,-1 1 0,1-1 1,0 0-1,-1 1 1,2 0-1,9 8 372,-1 0 0,0 1 0,-1 0 0,0 1-1,0 0 1,-1 1 0,0-1 0,7 17 0,1 0-122,-3-7-257,19 32 171,53 65 0,-73-104-341,1 0-1,1 0 1,0-1 0,0-1 0,1 0 0,1-1-1,0-1 1,31 15 0,-22-20-1781,-56-17-11096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0:53.390"/>
    </inkml:context>
    <inkml:brush xml:id="br0">
      <inkml:brushProperty name="width" value="0.1" units="cm"/>
      <inkml:brushProperty name="height" value="0.1" units="cm"/>
      <inkml:brushProperty name="color" value="#E71224"/>
    </inkml:brush>
  </inkml:definitions>
  <inkml:trace contextRef="#ctx0" brushRef="#br0">4 358 6769,'-4'-14'3033,"8"8"-792,7-1 95,6-3-640,7-3-319,7-1-153,6-9-512,8-1-168,8-7-304,7-4-104,12-10-136,0-1-296,-5-1-1712,-10 5 1208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0"/>
    </inkml:context>
    <inkml:brush xml:id="br0">
      <inkml:brushProperty name="width" value="0.1" units="cm"/>
      <inkml:brushProperty name="height" value="0.1" units="cm"/>
      <inkml:brushProperty name="color" value="#E71224"/>
    </inkml:brush>
  </inkml:definitions>
  <inkml:trace contextRef="#ctx0" brushRef="#br0">45 3 2937,'-3'0'438,"1"-1"1,-1 1 0,1-1 0,-1 1 0,1 0 0,-1 0-1,1 0 1,-1 0 0,1 1 0,-1-1 0,-11 6 3297,13-6-3530,1 1 0,0-1 0,-1 1 0,1 0 0,0-1 0,0 1-93,0 0 1,0 0-1,0 0 0,0 0 1,0-1-1,1 1 0,-1-1 1,0 1-1,1 0 1,-1 0-1,0 0 0,1-1 1,-1 1-1,1 0 0,-1 0 1,1-1-1,0 0 0,0 2 1,14 13 492,-2 0 1,0 1-1,-1 1 0,17 29 1,28 78-420,-28-59-44,14 36-2069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1"/>
    </inkml:context>
    <inkml:brush xml:id="br0">
      <inkml:brushProperty name="width" value="0.1" units="cm"/>
      <inkml:brushProperty name="height" value="0.1" units="cm"/>
      <inkml:brushProperty name="color" value="#E71224"/>
    </inkml:brush>
  </inkml:definitions>
  <inkml:trace contextRef="#ctx0" brushRef="#br0">25 246 6609,'-24'6'7970,"53"-13"-6290,8-5-343,15-10-321,4-2-376,-2-5-264,1-7-136,-7 0-336,0-6-720,-1-1 512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2"/>
    </inkml:context>
    <inkml:brush xml:id="br0">
      <inkml:brushProperty name="width" value="0.1" units="cm"/>
      <inkml:brushProperty name="height" value="0.1" units="cm"/>
      <inkml:brushProperty name="color" value="#E71224"/>
    </inkml:brush>
  </inkml:definitions>
  <inkml:trace contextRef="#ctx0" brushRef="#br0">7 237 1856,'-2'3'540,"1"1"0,0 0-1,0 0 1,0 0 0,1-1 0,0 2-1,-1-2 1,2 2 0,-1-2-1,0 1 1,1 0 0,0 0-1,0 0 1,0 0 0,1-1-1,-1 1 1,1-1 0,4 8 0,-2-7-216,0 0 0,0 1 0,1-1 0,-1 0 0,1 0 0,0 0 0,1 0 0,-1-1 0,1 0 0,-1-1 0,1 1 0,7 2 0,-5-2-165,-1-1-1,1 1 1,0-1-1,0-1 1,0 1-1,14 0 1,-18-2-127,1 0 0,-1-1 0,1 1 1,-1-1-1,1 0 0,-1 0 1,0 0-1,0-1 0,0 1 1,1-1-1,-2 0 0,1 0 1,0 0-1,3-3 0,0 1 10,-1-1 0,0-1 0,-1 1 0,0 0 0,0-1 0,0 0 0,0 0 0,-1 0 0,-1-1 0,1 1 0,-1-1 0,3-11 0,-3 8 73,0 0 0,-1-1 1,-1 1-1,0-1 0,-1 0 0,0 1 0,-1-1 0,-3-13 0,2 14-190,0 0-1,-2 0 0,1 0 0,-2 1 0,1 0 0,-1-1 0,-1 2 0,-11-17 1,12 20-255,0 0 1,-1 0-1,1 0 1,-1 0-1,0 1 1,0 0-1,-1 0 1,0 1 0,1-1-1,-1 1 1,-1 0-1,1 1 1,-11-4-1,12 5-532,0 0 0,0 0 0,-1 0 0,-10 1 0,-20 6-1734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3"/>
    </inkml:context>
    <inkml:brush xml:id="br0">
      <inkml:brushProperty name="width" value="0.1" units="cm"/>
      <inkml:brushProperty name="height" value="0.1" units="cm"/>
      <inkml:brushProperty name="color" value="#E71224"/>
    </inkml:brush>
  </inkml:definitions>
  <inkml:trace contextRef="#ctx0" brushRef="#br0">54 19 1592,'-2'-3'149,"0"2"-1,0 0 0,0-1 0,0 0 1,-1 1-1,1 0 0,0-1 0,-1 1 0,1 0 1,-5-1-1,5 2 231,1-1 0,-1 1 0,1 0-1,-1-1 1,0 1 0,1 0 0,-1 0 0,1 0 0,-1 0 0,0 0 0,1 1 0,-3-1-1,4 1-251,0-1 0,0 0-1,-1 1 1,1-1-1,0 0 1,0 0-1,0 0 1,0 0-1,0 1 1,0-1-1,0 0 1,0 1 0,0-1-1,0 0 1,0 1-1,0-1 1,3 4 1771,-3-4-1771,10 12 1426,-10-12-1492,21 20 1274,1 1-1,34 24 1,-37-32-1197,0 0 1,1-1-1,1-2 0,0 0 0,0-1 0,43 13 1,-39-16-269,-6-1-2,31 12 0,-45-16-469,1 2-1,-1 0 0,0-1 0,0 2 0,7 5 0,-3 1-1117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4"/>
    </inkml:context>
    <inkml:brush xml:id="br0">
      <inkml:brushProperty name="width" value="0.1" units="cm"/>
      <inkml:brushProperty name="height" value="0.1" units="cm"/>
      <inkml:brushProperty name="color" value="#E71224"/>
    </inkml:brush>
  </inkml:definitions>
  <inkml:trace contextRef="#ctx0" brushRef="#br0">1 260 17436,'11'-22'352,"20"4"-368,3-3-24,4-6 64,7-2 24,-2-8-8,1 2-216,2-2-1841,1 3 1409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5"/>
    </inkml:context>
    <inkml:brush xml:id="br0">
      <inkml:brushProperty name="width" value="0.1" units="cm"/>
      <inkml:brushProperty name="height" value="0.1" units="cm"/>
      <inkml:brushProperty name="color" value="#E71224"/>
    </inkml:brush>
  </inkml:definitions>
  <inkml:trace contextRef="#ctx0" brushRef="#br0">12 148 1432,'-3'4'361,"2"0"0,-1 1 0,0-2 0,1 1 0,0 1 0,0-1-1,1 0 1,-1 1 0,1-1 0,0 0 0,1 1 0,-1-1 0,1 0 0,0 1-1,0-1 1,0 0 0,1 0 0,-1 0 0,4 6 0,-1-3 36,0-1 0,0 1 0,1-1 0,0 0 0,0 0-1,0-1 1,1 1 0,0-1 0,0 1 0,12 6 0,-12-10-330,0 2-1,0-2 1,0 1-1,0-1 1,1 0-1,0 0 1,-1 0 0,1-1-1,0 0 1,-1-1-1,1 1 1,0-1-1,0 0 1,0 0-1,7-1 1,-6 0 7,1-1 0,-1-1 0,0 2 0,0-2 0,0 0 1,-1-1-1,1 1 0,-1-1 0,0 0 0,0-1 0,7-5 0,-6 4-28,-1 0 0,0 0 0,0-1 0,-1 0 1,0 0-1,-1-1 0,1 0 0,-2 1 0,1-1 0,-1 0 0,-1-1 0,0 1 0,0-1 0,-1 1 1,0-1-1,0 0 0,-1 0 0,-1 1 0,0-1 0,-2-16 0,0 20-63,1 0 0,-1 1-1,-1 0 1,1-1 0,-1 1 0,0 0-1,0-1 1,0 2 0,-1-2 0,0 2-1,0-1 1,0 1 0,0 0 0,0 0-1,-1-1 1,0 2 0,0-1-1,-9-3 1,0 1-568,0 0 0,-1 0-1,0 0 1,0 2 0,-27-3 0,29 4-529,0 2 0,-21 1 1,-27 5-892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6"/>
    </inkml:context>
    <inkml:brush xml:id="br0">
      <inkml:brushProperty name="width" value="0.1" units="cm"/>
      <inkml:brushProperty name="height" value="0.1" units="cm"/>
      <inkml:brushProperty name="color" value="#E71224"/>
    </inkml:brush>
  </inkml:definitions>
  <inkml:trace contextRef="#ctx0" brushRef="#br0">1 3 5297,'-1'-2'3159,"9"3"-143,11 7 1131,29 24-1178,60 28 0,36 25-5818,-137-78-49,-6 1 699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2T14:11:06.717"/>
    </inkml:context>
    <inkml:brush xml:id="br0">
      <inkml:brushProperty name="width" value="0.1" units="cm"/>
      <inkml:brushProperty name="height" value="0.1" units="cm"/>
      <inkml:brushProperty name="color" value="#E71224"/>
    </inkml:brush>
  </inkml:definitions>
  <inkml:trace contextRef="#ctx0" brushRef="#br0">2 253 15243,'-2'-24'672,"22"0"561,10-2-1233,7-6 208,4-1 64,-4 2 64,0 2-32,-4 5-552,-1 5-1128,3 9 831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38"/>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0"/>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1"/>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2"/>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3"/>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4"/>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5"/>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7"/>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8"/>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49"/>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0"/>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1"/>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3"/>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4"/>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5"/>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2-01T17:48:17.857"/>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7:49:48.751"/>
    </inkml:context>
    <inkml:brush xml:id="br0">
      <inkml:brushProperty name="width" value="0.1" units="cm"/>
      <inkml:brushProperty name="height" value="0.1" units="cm"/>
      <inkml:brushProperty name="color" value="#E71224"/>
    </inkml:brush>
  </inkml:definitions>
  <inkml:trace contextRef="#ctx0" brushRef="#br0">0 0 24575,'4'0'0,"-1"1"0,0 0 0,0-1 0,0 1 0,0 0 0,0 1 0,5 2 0,13 4 0,21-2 0,-33-5 0,0 0 0,0 1 0,0 0 0,0 0 0,0 1 0,13 5 0,-12-3 0,1-1 0,-1 0 0,1-1 0,0-1 0,0 1 0,13 0 0,68 1 0,-90-4 0,54-1 0,-31-1 0,1 2 0,-1 1 0,1 1 0,27 6 0,-8 0 0,0-3 0,1-1 0,-1-2 0,51-5 0,-3 1 0,210-7 0,-120 8 0,0-1 0,-106-9 0,-49 6 0,40-2 0,23 5 0,89-5 0,-121 6 0,63 6 0,9 0 0,-125-5 342,-12 0-2049</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17:49:52.047"/>
    </inkml:context>
    <inkml:brush xml:id="br0">
      <inkml:brushProperty name="width" value="0.1" units="cm"/>
      <inkml:brushProperty name="height" value="0.1" units="cm"/>
      <inkml:brushProperty name="color" value="#E71224"/>
    </inkml:brush>
  </inkml:definitions>
  <inkml:trace contextRef="#ctx0" brushRef="#br0">1 0 24520,'128'1421'0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0.507"/>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1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828"/>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2.568"/>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040"/>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369"/>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5.262"/>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070"/>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27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7.106"/>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0.507"/>
    </inkml:context>
    <inkml:brush xml:id="br0">
      <inkml:brushProperty name="width" value="0.05" units="cm"/>
      <inkml:brushProperty name="height" value="0.05" units="cm"/>
    </inkml:brush>
  </inkml:definitions>
  <inkml:trace contextRef="#ctx0" brushRef="#br0">70 139 576 0 0,'-31'-38'7195'0'0,"27"32"-6769"0"0,1-1 0 0 0,0-1 1 0 0,0 1-1 0 0,1 0 1 0 0,0-1-1 0 0,0 1 0 0 0,-1-12 1 0 0,-3-12 5039 0 0,-5 61-2753 0 0,17 144 683 0 0,29 87-2744 0 0,-20-161-291 0 0,17 102-251 0 0,21 183 941 0 0,-27-140-892 0 0,-4-61 72 0 0,-2-13-2444 0 0,-15-56-6730 0 0,-5-112 8679 0 0,1 8-462 0 0,-1 0 1 0 0,0 0-1 0 0,0 0 1 0 0,-1 0 0 0 0,-1 0-1 0 0,0 0 1 0 0,0 0-1 0 0,-1 0 1 0 0,-1-1 0 0 0,-5 14-1 0 0,8-23 558 0 0,1 0 0 0 0,-1 0 0 0 0,1-1 0 0 0,-1 1 0 0 0,0 0 0 0 0,1-1 0 0 0,-1 1 0 0 0,0-1 0 0 0,0 1 0 0 0,1 0 0 0 0,-1-1 0 0 0,0 0 0 0 0,0 1 0 0 0,0-1-1 0 0,0 1 1 0 0,1-1 0 0 0,-1 0 0 0 0,-2 1 0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139"/>
    </inkml:context>
    <inkml:brush xml:id="br0">
      <inkml:brushProperty name="width" value="0.05" units="cm"/>
      <inkml:brushProperty name="height" value="0.05" units="cm"/>
    </inkml:brush>
  </inkml:definitions>
  <inkml:trace contextRef="#ctx0" brushRef="#br0">13 0 6941 0 0,'0'0'2109'0'0,"-13"20"7165"0"0,21 324-5756 0 0,-1-68-3160 0 0,-8-93 639 0 0,1 332 972 0 0,22-258-1882 0 0,24-4-3319 0 0,-42-206-4023 0 0,-6-12 3445 0 0,2-34 3726 0 0,0-1 0 0 0,0 1 0 0 0,0-1 0 0 0,0 1 0 0 0,0-1 0 0 0,0 1 0 0 0,0-1 0 0 0,0 1 0 0 0,0-1 1 0 0,0 1-1 0 0,0-1 0 0 0,0 1 0 0 0,0-1 0 0 0,-1 1 0 0 0,1-1 0 0 0,0 1 0 0 0,0-1 0 0 0,-1 0 0 0 0,1 1 0 0 0,0-1 0 0 0,0 1 0 0 0,-1-1 1 0 0,1 0-1 0 0,-1 1 0 0 0,1-1 0 0 0,0 0 0 0 0,-1 0 0 0 0,1 1 0 0 0,-1-1 0 0 0,1 0 0 0 0,0 0 0 0 0,-1 1 0 0 0,1-1 0 0 0,-1 0 1 0 0,1 0-1 0 0,-1 0 0 0 0,1 0 0 0 0,-1 0 0 0 0,1 0 0 0 0,-1 0 0 0 0,1 0 0 0 0,-1 0 0 0 0,0 0 0 0 0,-26-12-4451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1.828"/>
    </inkml:context>
    <inkml:brush xml:id="br0">
      <inkml:brushProperty name="width" value="0.05" units="cm"/>
      <inkml:brushProperty name="height" value="0.05" units="cm"/>
    </inkml:brush>
  </inkml:definitions>
  <inkml:trace contextRef="#ctx0" brushRef="#br0">0 76 6377 0 0,'2'-12'6243'0'0,"3"-13"-1663"0"0,-1 21-4352 0 0,1 1 0 0 0,-1 1 1 0 0,1-1-1 0 0,-1 1 0 0 0,1-1 0 0 0,0 1 0 0 0,0 1 0 0 0,0-1 0 0 0,0 1 0 0 0,0 0 0 0 0,8-1 0 0 0,58-3 341 0 0,349 7 2653 0 0,191-9-1679 0 0,-440 5-1162 0 0,323 35 0 0 0,-300-13 16 0 0,-149-16-375 0 0,34 3-1141 0 0,-33-4-3316 0 0,-42-3 1676 0 0,12 4-4734 0 0,-29-11 3872 0 0,-19-2-676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2:02.568"/>
    </inkml:context>
    <inkml:brush xml:id="br0">
      <inkml:brushProperty name="width" value="0.05" units="cm"/>
      <inkml:brushProperty name="height" value="0.05" units="cm"/>
    </inkml:brush>
  </inkml:definitions>
  <inkml:trace contextRef="#ctx0" brushRef="#br0">1 94 6257 0 0,'1'-4'666'0'0,"1"0"0"0"0,0 1 1 0 0,0-1-1 0 0,1 0 0 0 0,-1 1 1 0 0,1 0-1 0 0,-1-1 0 0 0,1 1 1 0 0,0 0-1 0 0,0 1 1 0 0,1-1-1 0 0,-1 0 0 0 0,1 1 1 0 0,-1 0-1 0 0,5-2 0 0 0,4-2 68 0 0,1 0-1 0 0,0 1 0 0 0,0 1 0 0 0,22-5 0 0 0,-4 4-568 0 0,57-3 0 0 0,-20 9 524 0 0,79 8 251 0 0,233 8 501 0 0,43 0-592 0 0,-73 0-755 0 0,-171-14 21 0 0,199 5 180 0 0,-126 6-1094 0 0,-116 2-1471 0 0,170 50-9592 0 0,-214-33 8500 0 0,-50-11-954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040"/>
    </inkml:context>
    <inkml:brush xml:id="br0">
      <inkml:brushProperty name="width" value="0.05" units="cm"/>
      <inkml:brushProperty name="height" value="0.05" units="cm"/>
    </inkml:brush>
  </inkml:definitions>
  <inkml:trace contextRef="#ctx0" brushRef="#br0">0 1 2224 0 0,'0'0'5377'0'0,"27"23"-2074"0"0,-11-8-2856 0 0,0 1 1 0 0,-1 1 0 0 0,0 0 0 0 0,18 29 0 0 0,-15-19-1529 0 0,37 40 1 0 0,-42-55 171 0 0,0 0 0 0 0,1 0 0 0 0,17 10-1 0 0,-10-7 409 0 0,-6-4-158 0 0,0 0-1 0 0,1-1 0 0 0,29 13 0 0 0,-10-15-817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4.369"/>
    </inkml:context>
    <inkml:brush xml:id="br0">
      <inkml:brushProperty name="width" value="0.05" units="cm"/>
      <inkml:brushProperty name="height" value="0.05" units="cm"/>
    </inkml:brush>
  </inkml:definitions>
  <inkml:trace contextRef="#ctx0" brushRef="#br0">1 435 1624 0 0,'14'-48'10253'0'0,"-11"40"-9815"0"0,0 1 0 0 0,1 0 0 0 0,0 0 0 0 0,1 1 0 0 0,-1-1 0 0 0,1 1 0 0 0,8-8 0 0 0,-1 2-224 0 0,121-119-972 0 0,-24 43-5838 0 0,-89 75 5989 0 0,-4 3-106 0 0,-1-1 0 0 0,0 0 0 0 0,16-17 0 0 0,-15 8-1341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5.262"/>
    </inkml:context>
    <inkml:brush xml:id="br0">
      <inkml:brushProperty name="width" value="0.05" units="cm"/>
      <inkml:brushProperty name="height" value="0.05" units="cm"/>
    </inkml:brush>
  </inkml:definitions>
  <inkml:trace contextRef="#ctx0" brushRef="#br0">132 188 2572 0 0,'0'0'5075'0'0,"16"34"-548"0"0,-12-32-4457 0 0,-1 1 0 0 0,1 0 0 0 0,0-1 0 0 0,0 0 0 0 0,0 0 0 0 0,0 0 0 0 0,1 0 1 0 0,-1-1-1 0 0,0 0 0 0 0,1 0 0 0 0,-1 0 0 0 0,1 0 0 0 0,-1-1 0 0 0,1 1 0 0 0,-1-1 0 0 0,1 0 1 0 0,-1-1-1 0 0,10-1 0 0 0,-6 1 47 0 0,0-2 0 0 0,1 1 0 0 0,-1-1 0 0 0,0 0 0 0 0,0 0 0 0 0,-1-1 0 0 0,1 0 0 0 0,-1-1 0 0 0,0 0 0 0 0,8-6 0 0 0,-11 7 23 0 0,0 1 1 0 0,0-1-1 0 0,0 0 1 0 0,0 0-1 0 0,-1-1 1 0 0,0 1 0 0 0,0-1-1 0 0,0 1 1 0 0,0-1-1 0 0,-1 0 1 0 0,1 0-1 0 0,-1 0 1 0 0,-1-1-1 0 0,1 1 1 0 0,0-8 0 0 0,-1 9 34 0 0,-1 0 1 0 0,-1 0 0 0 0,1 0 0 0 0,-1 0-1 0 0,0 0 1 0 0,0 0 0 0 0,0 0-1 0 0,0 0 1 0 0,-1 0 0 0 0,1 0 0 0 0,-1 1-1 0 0,0-1 1 0 0,0 0 0 0 0,0 1 0 0 0,-1 0-1 0 0,1-1 1 0 0,-1 1 0 0 0,0 0 0 0 0,0 0-1 0 0,0 1 1 0 0,0-1 0 0 0,-1 1 0 0 0,-3-3-1 0 0,1 1-182 0 0,0 0-1 0 0,0 0 1 0 0,0 1-1 0 0,0 0 1 0 0,-1 1-1 0 0,0-1 1 0 0,1 1-1 0 0,-1 0 1 0 0,0 1-1 0 0,0-1 1 0 0,0 1-1 0 0,0 1 1 0 0,0-1-1 0 0,0 1 1 0 0,-12 2-1 0 0,12-1-490 0 0,0 1 0 0 0,-1 0 0 0 0,1 1 0 0 0,0-1 0 0 0,1 1 0 0 0,-1 1-1 0 0,0-1 1 0 0,1 1 0 0 0,0 1 0 0 0,0-1 0 0 0,0 1 0 0 0,0 0 0 0 0,1 0 0 0 0,-1 0-1 0 0,1 1 1 0 0,1 0 0 0 0,-5 6 0 0 0,-73 119-5489 0 0,67-95 2529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070"/>
    </inkml:context>
    <inkml:brush xml:id="br0">
      <inkml:brushProperty name="width" value="0.05" units="cm"/>
      <inkml:brushProperty name="height" value="0.05" units="cm"/>
    </inkml:brush>
  </inkml:definitions>
  <inkml:trace contextRef="#ctx0" brushRef="#br0">0 1 3224 0 0,'0'0'7536'0'0,"21"17"-4189"0"0,2-6-3159 0 0,1-2 0 0 0,0 0 1 0 0,0-1-1 0 0,1-2 0 0 0,0 0 1 0 0,35 2-1 0 0,5 3-3393 0 0,88 26-4034 0 0,-149-36 4986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6.276"/>
    </inkml:context>
    <inkml:brush xml:id="br0">
      <inkml:brushProperty name="width" value="0.05" units="cm"/>
      <inkml:brushProperty name="height" value="0.05" units="cm"/>
    </inkml:brush>
  </inkml:definitions>
  <inkml:trace contextRef="#ctx0" brushRef="#br0">0 439 7345 0 0,'6'-19'2272'0'0,"8"4"360"0"0,1-1-340 0 0,2 2-395 0 0,0-1-461 0 0,1-2-188 0 0,2 2-284 0 0,4-3-184 0 0,3-2-308 0 0,12-5-868 0 0,0 2-568 0 0,1-1-1220 0 0,-11 6-765 0 0,115-69-2099 0 0,-77 22 2560 0 0,-24 17-2093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3:07.106"/>
    </inkml:context>
    <inkml:brush xml:id="br0">
      <inkml:brushProperty name="width" value="0.05" units="cm"/>
      <inkml:brushProperty name="height" value="0.05" units="cm"/>
    </inkml:brush>
  </inkml:definitions>
  <inkml:trace contextRef="#ctx0" brushRef="#br0">116 0 1500 0 0,'0'0'4338'0'0,"-14"9"-1481"0"0,9-2-2511 0 0,1 1 1 0 0,0 1-1 0 0,0-1 0 0 0,1 1 1 0 0,0-1-1 0 0,0 1 1 0 0,1 0-1 0 0,0 0 0 0 0,0 0 1 0 0,1 12-1 0 0,0-15-323 0 0,1-1 0 0 0,0 1 0 0 0,1 0 0 0 0,-1-1 0 0 0,1 1 0 0 0,0-1 0 0 0,1 0 0 0 0,-1 1 0 0 0,1-1 0 0 0,0 0 0 0 0,0 0 0 0 0,1 0 0 0 0,0 0 0 0 0,0 0 0 0 0,0-1 0 0 0,0 1 0 0 0,1-1 0 0 0,4 5 0 0 0,-6-8 31 0 0,0 1-1 0 0,0-1 1 0 0,0 0 0 0 0,1 0 0 0 0,-1 0 0 0 0,0 0 0 0 0,1-1-1 0 0,-1 1 1 0 0,0-1 0 0 0,1 1 0 0 0,-1-1 0 0 0,1 0 0 0 0,-1 0-1 0 0,1 0 1 0 0,-1 0 0 0 0,0 0 0 0 0,1-1 0 0 0,-1 1-1 0 0,1-1 1 0 0,-1 1 0 0 0,0-1 0 0 0,1 0 0 0 0,-1 0 0 0 0,0 0-1 0 0,0 0 1 0 0,0-1 0 0 0,0 1 0 0 0,3-3 0 0 0,4-2 183 0 0,0 0 1 0 0,-1-1 0 0 0,0 0-1 0 0,14-16 1 0 0,-18 19-64 0 0,-1 0 0 0 0,1 0 0 0 0,-1 0 1 0 0,0 0-1 0 0,0 0 0 0 0,-1-1 0 0 0,1 1 0 0 0,-1-1 0 0 0,0 0 1 0 0,0 0-1 0 0,0 1 0 0 0,-1-1 0 0 0,0-1 0 0 0,0 1 1 0 0,0 0-1 0 0,0 0 0 0 0,-1 0 0 0 0,0-7 0 0 0,-1 11-251 0 0,1 0-1 0 0,-1-1 0 0 0,1 1 0 0 0,-1 0 0 0 0,0 0 1 0 0,1 0-1 0 0,-1 0 0 0 0,0 0 0 0 0,0 0 0 0 0,0 0 0 0 0,0 0 1 0 0,0 0-1 0 0,0 0 0 0 0,0 1 0 0 0,0-1 0 0 0,0 0 1 0 0,0 1-1 0 0,0-1 0 0 0,0 1 0 0 0,-1-1 0 0 0,1 1 0 0 0,0-1 1 0 0,0 1-1 0 0,0 0 0 0 0,-1 0 0 0 0,1 0 0 0 0,0-1 1 0 0,-1 1-1 0 0,1 0 0 0 0,-2 1 0 0 0,-35 4-3066 0 0,10 12 961 0 0,-100 82-3153 0 0,85-63 2139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7.504"/>
    </inkml:context>
    <inkml:brush xml:id="br0">
      <inkml:brushProperty name="width" value="0.05" units="cm"/>
      <inkml:brushProperty name="height" value="0.05" units="cm"/>
    </inkml:brush>
  </inkml:definitions>
  <inkml:trace contextRef="#ctx0" brushRef="#br0">310 3 1188 0 0,'0'0'4331'0'0,"-10"-3"910"0"0,-13 203-1894 0 0,-62 243 0 0 0,33-180-1825 0 0,-26 368 0 0 0,48-408-594 0 0,4-51 110 0 0,24-159-962 0 0,-1 15-1680 0 0,3-11-2351 0 0,16-43-4974 0 0,-15 25 8718 0 0,6-35-1985 0 0,-5-7-721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158"/>
    </inkml:context>
    <inkml:brush xml:id="br0">
      <inkml:brushProperty name="width" value="0.05" units="cm"/>
      <inkml:brushProperty name="height" value="0.05" units="cm"/>
    </inkml:brush>
  </inkml:definitions>
  <inkml:trace contextRef="#ctx0" brushRef="#br0">63 0 5288 0 0,'0'0'8935'0'0,"5"32"-7500"0"0,13 997 1931 0 0,-62-205-1467 0 0,42-708-1759 0 0,0-3-354 0 0,-2-40-3627 0 0,2-90-2897 0 0,-7-8 4663 0 0,2 5 649 0 0,-8-34-2615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8.956"/>
    </inkml:context>
    <inkml:brush xml:id="br0">
      <inkml:brushProperty name="width" value="0.05" units="cm"/>
      <inkml:brushProperty name="height" value="0.05" units="cm"/>
    </inkml:brush>
  </inkml:definitions>
  <inkml:trace contextRef="#ctx0" brushRef="#br0">1 1 2008 0 0,'13'10'10286'0'0,"16"-3"-7367"0"0,37 1-3606 0 0,-54-7 2070 0 0,255 9 1353 0 0,-68-4-2284 0 0,959-8 775 0 0,-929 0-745 0 0,49-5 495 0 0,622-15 725 0 0,-862 24-2085 0 0,12 3-4869 0 0,-37 3-8 0 0,-9 7 3428 0 0,-5-14 1085 0 0,1 0 618 0 0,-1 0 0 0 0,1 0 0 0 0,-1-1 0 0 0,0 1 0 0 0,1 0 0 0 0,-1 0 0 0 0,0-1 0 0 0,0 1 0 0 0,1-1 0 0 0,-1 1 1 0 0,0-1-1 0 0,0 1 0 0 0,0-1 0 0 0,0 1 0 0 0,0-1 0 0 0,0 0 0 0 0,0 1 0 0 0,0-1 0 0 0,0 0 0 0 0,0 0 0 0 0,0 0 0 0 0,1 0 1 0 0,-3 0-1 0 0,-42 4-4060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6:59.732"/>
    </inkml:context>
    <inkml:brush xml:id="br0">
      <inkml:brushProperty name="width" value="0.05" units="cm"/>
      <inkml:brushProperty name="height" value="0.05" units="cm"/>
    </inkml:brush>
  </inkml:definitions>
  <inkml:trace contextRef="#ctx0" brushRef="#br0">2 127 6009 0 0,'0'0'5791'0'0,"0"0"-5600"0"0,0-1-1 0 0,0 1 1 0 0,0 0 0 0 0,-1-1 0 0 0,1 1-1 0 0,0 0 1 0 0,0-1 0 0 0,0 1 0 0 0,0-1-1 0 0,-1 1 1 0 0,1-1 0 0 0,0 1 0 0 0,0 0-1 0 0,0-1 1 0 0,0 1 0 0 0,0-1 0 0 0,0 1-1 0 0,0-1 1 0 0,0 1 0 0 0,1 0 0 0 0,-1-1-1 0 0,0 1 1 0 0,0-1 0 0 0,0 1 0 0 0,0 0-1 0 0,0-1 1 0 0,1 0 0 0 0,72-9 986 0 0,122-4-1 0 0,-6 3-1114 0 0,902-36 1949 0 0,-1065 47-1991 0 0,130-5 162 0 0,110 3 141 0 0,619 8 974 0 0,-630-11-633 0 0,502-7-285 0 0,-688 7-5475 0 0,-28 0-6496 0 0,-72 0 6576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512"/>
    </inkml:context>
    <inkml:brush xml:id="br0">
      <inkml:brushProperty name="width" value="0.05" units="cm"/>
      <inkml:brushProperty name="height" value="0.05" units="cm"/>
    </inkml:brush>
  </inkml:definitions>
  <inkml:trace contextRef="#ctx0" brushRef="#br0">5 15 3052 0 0,'-1'-2'3305'0'0,"-2"-11"6632"0"0,31 30-9815 0 0,0 2-1 0 0,-1 0 1 0 0,-1 1-1 0 0,44 46 1 0 0,24 41-175 0 0,-40-34 95 0 0,-35-44-343 0 0,28 59-8383 0 0,-35-55 7575 0 0,-12-31 953 0 0,1 1 0 0 0,0-1 1 0 0,-1 0-1 0 0,0 1 0 0 0,1-1 1 0 0,-1 0-1 0 0,0 1 1 0 0,0-1-1 0 0,0 0 0 0 0,0 1 1 0 0,-2 3-1 0 0,-10 9-2045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0.761"/>
    </inkml:context>
    <inkml:brush xml:id="br0">
      <inkml:brushProperty name="width" value="0.05" units="cm"/>
      <inkml:brushProperty name="height" value="0.05" units="cm"/>
    </inkml:brush>
  </inkml:definitions>
  <inkml:trace contextRef="#ctx0" brushRef="#br0">1 286 6717 0 0,'0'0'6684'0'0,"20"-31"-1042"0"0,35-8-4094 0 0,3 3-3933 0 0,-4 3-2418 0 0,17-8 716 0 0,-48 28 2905 0 0,-1-1-1 0 0,35-27 1 0 0,-16 4-1859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687"/>
    </inkml:context>
    <inkml:brush xml:id="br0">
      <inkml:brushProperty name="width" value="0.05" units="cm"/>
      <inkml:brushProperty name="height" value="0.05" units="cm"/>
    </inkml:brush>
  </inkml:definitions>
  <inkml:trace contextRef="#ctx0" brushRef="#br0">1 3 1728 0 0,'0'0'8632'0'0,"19"-3"-7426"0"0,-5 6-972 0 0,1 0 0 0 0,-1 1-1 0 0,0 0 1 0 0,-1 1-1 0 0,1 1 1 0 0,-1 0 0 0 0,18 12-1 0 0,84 66 1519 0 0,-82-57-3083 0 0,62 38 0 0 0,-77-55-94 0 0,-1 1 0 0 0,0 0 0 0 0,16 15-1 0 0,-19-15 174 0 0,-10-7-1592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4.984"/>
    </inkml:context>
    <inkml:brush xml:id="br0">
      <inkml:brushProperty name="width" value="0.05" units="cm"/>
      <inkml:brushProperty name="height" value="0.05" units="cm"/>
    </inkml:brush>
  </inkml:definitions>
  <inkml:trace contextRef="#ctx0" brushRef="#br0">12 506 4828 0 0,'-1'-1'452'0'0,"0"1"0"0"0,1 0 0 0 0,-1-1 0 0 0,0 1 0 0 0,1-1 0 0 0,-1 1 0 0 0,0-1 0 0 0,1 1-1 0 0,-1-1 1 0 0,1 1 0 0 0,-1-1 0 0 0,1 0 0 0 0,-1 1 0 0 0,1-1 0 0 0,-1 0 0 0 0,1 1 0 0 0,0-1-1 0 0,-1 0 1 0 0,1 0 0 0 0,0 1 0 0 0,0-1 0 0 0,0 0 0 0 0,-1-1 0 0 0,11-14 3047 0 0,32-13-4545 0 0,-30 23 2018 0 0,73-48-611 0 0,44-36-697 0 0,-98 66-1283 0 0,-1-2-1 0 0,-1-1 0 0 0,-1-1 0 0 0,36-49 1 0 0,-33 27-1675 0 0,-30 48 3174 0 0,0 0 1 0 0,-1 0-1 0 0,1 0 0 0 0,0 0 0 0 0,0 0 1 0 0,-1 0-1 0 0,1-1 0 0 0,-1 1 0 0 0,0 0 0 0 0,0 0 1 0 0,0 0-1 0 0,0 0 0 0 0,0-1 0 0 0,0 1 1 0 0,0 0-1 0 0,-1 0 0 0 0,1 0 0 0 0,-1 0 0 0 0,1 0 1 0 0,-1 0-1 0 0,-1-3 0 0 0,0 4-77 0 0,1-1-1 0 0,-1 1 1 0 0,1 0 0 0 0,-1 0-1 0 0,1-1 1 0 0,-1 1-1 0 0,0 0 1 0 0,0 0-1 0 0,1 1 1 0 0,-1-1 0 0 0,-3-1-1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6.036"/>
    </inkml:context>
    <inkml:brush xml:id="br0">
      <inkml:brushProperty name="width" value="0.05" units="cm"/>
      <inkml:brushProperty name="height" value="0.05" units="cm"/>
    </inkml:brush>
  </inkml:definitions>
  <inkml:trace contextRef="#ctx0" brushRef="#br0">1 107 1068 0 0,'2'3'945'0'0,"0"0"-1"0"0,0-1 1 0 0,0 1 0 0 0,1-1-1 0 0,-1 1 1 0 0,1-1 0 0 0,-1 0-1 0 0,1 0 1 0 0,3 2-1 0 0,50 27 2218 0 0,-43-25-2934 0 0,1-1-1 0 0,-1-1 1 0 0,29 6 0 0 0,-36-9 35 0 0,0 0-1 0 0,0-1 1 0 0,1 0 0 0 0,-1 0 0 0 0,0 0 0 0 0,7-2 0 0 0,-10 2-187 0 0,-1-1 0 0 0,1 1-1 0 0,-1-1 1 0 0,0 0 0 0 0,1 0 0 0 0,-1 0 0 0 0,1 0 0 0 0,-1 0 0 0 0,0 0-1 0 0,0-1 1 0 0,0 1 0 0 0,0-1 0 0 0,0 1 0 0 0,0-1 0 0 0,0 0 0 0 0,0 0 0 0 0,-1 0-1 0 0,1 0 1 0 0,-1 0 0 0 0,2-3 0 0 0,-2 2-52 0 0,0 0-1 0 0,-1 0 1 0 0,1 0 0 0 0,-1 0 0 0 0,1 0-1 0 0,-1 0 1 0 0,0 0 0 0 0,0 0 0 0 0,-1-1-1 0 0,1 1 1 0 0,-1 0 0 0 0,1 0 0 0 0,-1 0-1 0 0,0 0 1 0 0,0 0 0 0 0,0 1 0 0 0,-1-1-1 0 0,-1-3 1 0 0,1 3-71 0 0,-4-11 432 0 0,-2 0 1 0 0,0 1 0 0 0,-13-18-1 0 0,-5 10-3309 0 0,25 20 2754 0 0,0 1 0 0 0,1 0 0 0 0,-1 0 0 0 0,0 0 0 0 0,0-1 0 0 0,0 1 0 0 0,0 0 0 0 0,1 0 0 0 0,-1 0 0 0 0,0 0 0 0 0,0 1 0 0 0,0-1 0 0 0,0 0 0 0 0,1 0 0 0 0,-1 0 0 0 0,0 1 0 0 0,0-1 0 0 0,0 0 0 0 0,1 1 0 0 0,-1-1 0 0 0,0 1 0 0 0,0-1 0 0 0,1 1 0 0 0,-1-1 0 0 0,0 1 0 0 0,1-1 0 0 0,-1 1 0 0 0,0 1 0 0 0,-24 34-2403 0 0,-53 119-1688 0 0,51-92 1711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28T15:57:07.076"/>
    </inkml:context>
    <inkml:brush xml:id="br0">
      <inkml:brushProperty name="width" value="0.05" units="cm"/>
      <inkml:brushProperty name="height" value="0.05" units="cm"/>
    </inkml:brush>
  </inkml:definitions>
  <inkml:trace contextRef="#ctx0" brushRef="#br0">222 18 1944 0 0,'0'0'7832'0'0,"-23"7"-8593"0"0,19 1 991 0 0,1 0 1 0 0,0 0-1 0 0,0 1 1 0 0,1 0-1 0 0,0-1 1 0 0,1 1 0 0 0,0 0-1 0 0,0 0 1 0 0,1 0-1 0 0,0 0 1 0 0,1 0-1 0 0,-1-1 1 0 0,2 1-1 0 0,-1 0 1 0 0,5 12-1 0 0,-5-17-153 0 0,1 1 0 0 0,-1-1-1 0 0,1 0 1 0 0,-1 0 0 0 0,1 0 0 0 0,1-1-1 0 0,-1 1 1 0 0,0 0 0 0 0,1-1-1 0 0,0 0 1 0 0,0 1 0 0 0,0-1-1 0 0,0 0 1 0 0,0 0 0 0 0,1-1 0 0 0,-1 1-1 0 0,1-1 1 0 0,0 0 0 0 0,0 0-1 0 0,0 0 1 0 0,0 0 0 0 0,0-1 0 0 0,0 1-1 0 0,0-1 1 0 0,0 0 0 0 0,1 0-1 0 0,-1-1 1 0 0,0 1 0 0 0,1-1 0 0 0,-1 0-1 0 0,0 0 1 0 0,1-1 0 0 0,7-1-1 0 0,6-1 96 0 0,-1-2 0 0 0,0 0 0 0 0,0-1 0 0 0,0-1 0 0 0,0-1 0 0 0,19-12 0 0 0,-29 16-130 0 0,-1 1 1 0 0,0-2 0 0 0,0 1 0 0 0,0-1 0 0 0,0 0 0 0 0,-1 0-1 0 0,1-1 1 0 0,-2 0 0 0 0,1 1 0 0 0,0-2 0 0 0,-1 1 0 0 0,0 0-1 0 0,-1-1 1 0 0,0 0 0 0 0,0 0 0 0 0,0 0 0 0 0,2-11 0 0 0,-4 15-76 0 0,-1 1 1 0 0,1-1 0 0 0,-1 0-1 0 0,0 1 1 0 0,0-1-1 0 0,0 0 1 0 0,0 1 0 0 0,-1-1-1 0 0,1 0 1 0 0,-1 1 0 0 0,0-1-1 0 0,0 0 1 0 0,0 1 0 0 0,0-1-1 0 0,0 1 1 0 0,0 0 0 0 0,0-1-1 0 0,-1 1 1 0 0,0 0 0 0 0,-2-3-1 0 0,1 2-168 0 0,0 1 0 0 0,-1-1-1 0 0,1 1 1 0 0,-1 0 0 0 0,1 0-1 0 0,-1 0 1 0 0,0 0 0 0 0,0 1 0 0 0,0 0-1 0 0,0 0 1 0 0,-8-2 0 0 0,-2 2-422 0 0,1 0 1 0 0,-1 1 0 0 0,1 0-1 0 0,-1 1 1 0 0,1 0-1 0 0,-1 1 1 0 0,-14 5 0 0 0,-35 17-729 0 0,-159 85-1961 0 0,162-77 1491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B7C5-FBE3-F3CA-FCF7-C5F2BE0AF8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DF86E5-234E-AF94-1FCC-1C81F5B55E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BE216F-D639-8A3D-605E-6589EF2DED0C}"/>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5" name="Footer Placeholder 4">
            <a:extLst>
              <a:ext uri="{FF2B5EF4-FFF2-40B4-BE49-F238E27FC236}">
                <a16:creationId xmlns:a16="http://schemas.microsoft.com/office/drawing/2014/main" id="{FBFA8E8F-38C3-62B2-ECFA-DB57B05E51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96DAD3-C83C-FCDB-A147-24E4D4658458}"/>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66410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02FE9-A5BE-465A-C6B1-C6551939C8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C8131B-B5CE-D0D6-EE71-68B4EB2762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D3205-44E7-954A-FAF0-4BC8C1986627}"/>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5" name="Footer Placeholder 4">
            <a:extLst>
              <a:ext uri="{FF2B5EF4-FFF2-40B4-BE49-F238E27FC236}">
                <a16:creationId xmlns:a16="http://schemas.microsoft.com/office/drawing/2014/main" id="{F8724EFB-C77C-A743-2B63-A37D544B04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5B86B-5183-7A6D-EB5C-4AFDCCC386A8}"/>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541416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A8DC-F3B0-2817-F2ED-355D957C28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CBED6B-6487-BA7D-A9B8-46AD426018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74980B-9F6D-BAB9-4716-143A22EBD8BE}"/>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5" name="Footer Placeholder 4">
            <a:extLst>
              <a:ext uri="{FF2B5EF4-FFF2-40B4-BE49-F238E27FC236}">
                <a16:creationId xmlns:a16="http://schemas.microsoft.com/office/drawing/2014/main" id="{2CE7E547-09FE-CB9E-AB7A-65EEF19A59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CD822-F21D-85A6-1064-7D2EA121C4E8}"/>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2984088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1784-2708-C6DC-7B67-094C28232A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EF86BA-4199-1D75-706D-136FDDC82E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3C4DDB-1159-7D85-1CA6-C9EECBA2F7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A247D5-6EA2-5411-B86B-0D68AD217822}"/>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6" name="Footer Placeholder 5">
            <a:extLst>
              <a:ext uri="{FF2B5EF4-FFF2-40B4-BE49-F238E27FC236}">
                <a16:creationId xmlns:a16="http://schemas.microsoft.com/office/drawing/2014/main" id="{55106226-D2DE-0381-DCCC-66CB81029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303A25-331F-C0C6-1CD1-F2D8577DC8B7}"/>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3540025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9B1A4-2292-8035-FE39-3E1CFDACF0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DD6BCB-1500-1B7D-F194-5B745B4CB9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FB4AA6-4A25-1A13-AEC1-8AE6FCE7C6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0EFED1-4171-337E-0C46-F77CD15543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5078D-40B1-827C-97A2-D3F5254A0A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485D16-F805-A91A-E166-952B2CC61FD1}"/>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8" name="Footer Placeholder 7">
            <a:extLst>
              <a:ext uri="{FF2B5EF4-FFF2-40B4-BE49-F238E27FC236}">
                <a16:creationId xmlns:a16="http://schemas.microsoft.com/office/drawing/2014/main" id="{DAD98099-D433-354D-2C1D-25BEA8334D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702610-3E74-43B2-64AD-074F1845D807}"/>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1460879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6674-0F30-91CD-A8D6-36504717D3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6C5738-FE4E-DF0E-63A5-20C319544CAC}"/>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4" name="Footer Placeholder 3">
            <a:extLst>
              <a:ext uri="{FF2B5EF4-FFF2-40B4-BE49-F238E27FC236}">
                <a16:creationId xmlns:a16="http://schemas.microsoft.com/office/drawing/2014/main" id="{68A2A46C-C497-FAB7-4718-D7BC7C1C6C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ECA136-1F2A-7AAF-B037-D75BBCACEB11}"/>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134504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1D98C4-64D4-1BB0-FE74-785D9C5DFFAB}"/>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3" name="Footer Placeholder 2">
            <a:extLst>
              <a:ext uri="{FF2B5EF4-FFF2-40B4-BE49-F238E27FC236}">
                <a16:creationId xmlns:a16="http://schemas.microsoft.com/office/drawing/2014/main" id="{21C9748E-85DB-D1D9-7640-38B8A28B39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4769D3-C26C-120A-4637-12BB64251C5A}"/>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3065789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BD94-64BB-67D0-845B-873C762F29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3EF587-FE7B-64F7-97C8-F035DCF15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335622-2C9B-D52F-FE0E-7B4BE1E257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2FCFE-AD8F-C85E-B9EF-18B0B1C3FBC4}"/>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6" name="Footer Placeholder 5">
            <a:extLst>
              <a:ext uri="{FF2B5EF4-FFF2-40B4-BE49-F238E27FC236}">
                <a16:creationId xmlns:a16="http://schemas.microsoft.com/office/drawing/2014/main" id="{6CE2BD06-A8C2-ECD7-09DD-66630858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A13FF2-EA44-6DC0-3C6A-FB72A7CC66FA}"/>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3269956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78E0B-4F97-3432-C331-4951033E5D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680F36-7C92-D1F1-3EA0-C1005515A7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A001F1-CF5F-0D0D-1114-E83F5D2E4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4D8B1-0B25-E297-29F0-E9CF37D50B01}"/>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6" name="Footer Placeholder 5">
            <a:extLst>
              <a:ext uri="{FF2B5EF4-FFF2-40B4-BE49-F238E27FC236}">
                <a16:creationId xmlns:a16="http://schemas.microsoft.com/office/drawing/2014/main" id="{F4C29A3B-0887-CE18-533D-0E6B178374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C41F8-8AB5-AE68-E033-A387FD900A13}"/>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2494877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5320-629E-66B8-9BC7-6724F3CBE6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48D38C-6781-C59E-EA83-EF27BA0752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FB4BF-A55C-5304-BD8A-0CC1D3A8E9A5}"/>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5" name="Footer Placeholder 4">
            <a:extLst>
              <a:ext uri="{FF2B5EF4-FFF2-40B4-BE49-F238E27FC236}">
                <a16:creationId xmlns:a16="http://schemas.microsoft.com/office/drawing/2014/main" id="{2F356AFA-F572-269D-3A12-89F6C858D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396ECF-7B13-3E30-CA7E-509AF8F1D1B1}"/>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3666179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2F4FBC-8F32-2835-4EC5-2EC06A2197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79F173-0FC1-2A15-3E36-2D96F703B2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9A08EA-5CEC-1C98-F4AD-477400F5C466}"/>
              </a:ext>
            </a:extLst>
          </p:cNvPr>
          <p:cNvSpPr>
            <a:spLocks noGrp="1"/>
          </p:cNvSpPr>
          <p:nvPr>
            <p:ph type="dt" sz="half" idx="10"/>
          </p:nvPr>
        </p:nvSpPr>
        <p:spPr/>
        <p:txBody>
          <a:bodyPr/>
          <a:lstStyle/>
          <a:p>
            <a:fld id="{8BB42C94-4EF8-4597-AF3E-41FB0A245854}" type="datetimeFigureOut">
              <a:rPr lang="en-US" smtClean="0"/>
              <a:t>4/29/2026</a:t>
            </a:fld>
            <a:endParaRPr lang="en-US"/>
          </a:p>
        </p:txBody>
      </p:sp>
      <p:sp>
        <p:nvSpPr>
          <p:cNvPr id="5" name="Footer Placeholder 4">
            <a:extLst>
              <a:ext uri="{FF2B5EF4-FFF2-40B4-BE49-F238E27FC236}">
                <a16:creationId xmlns:a16="http://schemas.microsoft.com/office/drawing/2014/main" id="{D689AADF-D0B9-1D6F-7EA1-516A442EDD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62C00E-D1F9-02DF-32DF-7C5C7FBB31CC}"/>
              </a:ext>
            </a:extLst>
          </p:cNvPr>
          <p:cNvSpPr>
            <a:spLocks noGrp="1"/>
          </p:cNvSpPr>
          <p:nvPr>
            <p:ph type="sldNum" sz="quarter" idx="12"/>
          </p:nvPr>
        </p:nvSpPr>
        <p:spPr/>
        <p:txBody>
          <a:bodyPr/>
          <a:lstStyle/>
          <a:p>
            <a:fld id="{78F6580D-25F6-4C6A-800E-D9685283ADFF}" type="slidenum">
              <a:rPr lang="en-US" smtClean="0"/>
              <a:t>‹#›</a:t>
            </a:fld>
            <a:endParaRPr lang="en-US"/>
          </a:p>
        </p:txBody>
      </p:sp>
    </p:spTree>
    <p:extLst>
      <p:ext uri="{BB962C8B-B14F-4D97-AF65-F5344CB8AC3E}">
        <p14:creationId xmlns:p14="http://schemas.microsoft.com/office/powerpoint/2010/main" val="1054250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F33230-EAC2-0B50-4799-37EE8EAA0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D00B0D-D356-B66A-FC30-262B8E248B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7746AA-4466-7638-7786-5E017743E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B42C94-4EF8-4597-AF3E-41FB0A245854}" type="datetimeFigureOut">
              <a:rPr lang="en-US" smtClean="0"/>
              <a:t>4/29/2026</a:t>
            </a:fld>
            <a:endParaRPr lang="en-US"/>
          </a:p>
        </p:txBody>
      </p:sp>
      <p:sp>
        <p:nvSpPr>
          <p:cNvPr id="5" name="Footer Placeholder 4">
            <a:extLst>
              <a:ext uri="{FF2B5EF4-FFF2-40B4-BE49-F238E27FC236}">
                <a16:creationId xmlns:a16="http://schemas.microsoft.com/office/drawing/2014/main" id="{BA912CBF-84B1-70C3-F100-C3A0EEBC94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548603-EAFD-EB06-6B92-A74E27CBEF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F6580D-25F6-4C6A-800E-D9685283ADFF}" type="slidenum">
              <a:rPr lang="en-US" smtClean="0"/>
              <a:t>‹#›</a:t>
            </a:fld>
            <a:endParaRPr lang="en-US"/>
          </a:p>
        </p:txBody>
      </p:sp>
    </p:spTree>
    <p:extLst>
      <p:ext uri="{BB962C8B-B14F-4D97-AF65-F5344CB8AC3E}">
        <p14:creationId xmlns:p14="http://schemas.microsoft.com/office/powerpoint/2010/main" val="1127523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6" Type="http://schemas.openxmlformats.org/officeDocument/2006/relationships/customXml" Target="../ink/ink3.xml"/><Relationship Id="rId39" Type="http://schemas.openxmlformats.org/officeDocument/2006/relationships/image" Target="../media/image19.png"/><Relationship Id="rId3" Type="http://schemas.openxmlformats.org/officeDocument/2006/relationships/image" Target="../media/image5.png"/><Relationship Id="rId34" Type="http://schemas.openxmlformats.org/officeDocument/2006/relationships/customXml" Target="../ink/ink7.xml"/><Relationship Id="rId42" Type="http://schemas.openxmlformats.org/officeDocument/2006/relationships/image" Target="../media/image411.png"/><Relationship Id="rId25" Type="http://schemas.openxmlformats.org/officeDocument/2006/relationships/image" Target="../media/image12.png"/><Relationship Id="rId33" Type="http://schemas.openxmlformats.org/officeDocument/2006/relationships/image" Target="../media/image16.png"/><Relationship Id="rId38" Type="http://schemas.openxmlformats.org/officeDocument/2006/relationships/customXml" Target="../ink/ink9.xml"/><Relationship Id="rId2" Type="http://schemas.openxmlformats.org/officeDocument/2006/relationships/image" Target="../media/image4.png"/><Relationship Id="rId29" Type="http://schemas.openxmlformats.org/officeDocument/2006/relationships/image" Target="../media/image14.png"/><Relationship Id="rId41" Type="http://schemas.openxmlformats.org/officeDocument/2006/relationships/image" Target="../media/image20.png"/><Relationship Id="rId1" Type="http://schemas.openxmlformats.org/officeDocument/2006/relationships/slideLayout" Target="../slideLayouts/slideLayout2.xml"/><Relationship Id="rId24" Type="http://schemas.openxmlformats.org/officeDocument/2006/relationships/customXml" Target="../ink/ink2.xml"/><Relationship Id="rId32" Type="http://schemas.openxmlformats.org/officeDocument/2006/relationships/customXml" Target="../ink/ink6.xml"/><Relationship Id="rId37" Type="http://schemas.openxmlformats.org/officeDocument/2006/relationships/image" Target="../media/image18.png"/><Relationship Id="rId40" Type="http://schemas.openxmlformats.org/officeDocument/2006/relationships/customXml" Target="../ink/ink10.xml"/><Relationship Id="rId23" Type="http://schemas.openxmlformats.org/officeDocument/2006/relationships/image" Target="../media/image111.png"/><Relationship Id="rId28" Type="http://schemas.openxmlformats.org/officeDocument/2006/relationships/customXml" Target="../ink/ink4.xml"/><Relationship Id="rId36" Type="http://schemas.openxmlformats.org/officeDocument/2006/relationships/customXml" Target="../ink/ink8.xml"/><Relationship Id="rId31" Type="http://schemas.openxmlformats.org/officeDocument/2006/relationships/image" Target="../media/image15.png"/><Relationship Id="rId4" Type="http://schemas.openxmlformats.org/officeDocument/2006/relationships/customXml" Target="../ink/ink1.xml"/><Relationship Id="rId27" Type="http://schemas.openxmlformats.org/officeDocument/2006/relationships/image" Target="../media/image13.png"/><Relationship Id="rId30" Type="http://schemas.openxmlformats.org/officeDocument/2006/relationships/customXml" Target="../ink/ink5.xml"/><Relationship Id="rId35" Type="http://schemas.openxmlformats.org/officeDocument/2006/relationships/image" Target="../media/image17.png"/><Relationship Id="rId43" Type="http://schemas.openxmlformats.org/officeDocument/2006/relationships/image" Target="../media/image6.png"/></Relationships>
</file>

<file path=ppt/slides/_rels/slide8.xml.rels><?xml version="1.0" encoding="UTF-8" standalone="yes"?>
<Relationships xmlns="http://schemas.openxmlformats.org/package/2006/relationships"><Relationship Id="rId13" Type="http://schemas.openxmlformats.org/officeDocument/2006/relationships/customXml" Target="../ink/ink16.xml"/><Relationship Id="rId18" Type="http://schemas.openxmlformats.org/officeDocument/2006/relationships/image" Target="../media/image81.png"/><Relationship Id="rId26" Type="http://schemas.openxmlformats.org/officeDocument/2006/relationships/image" Target="../media/image12.png"/><Relationship Id="rId39" Type="http://schemas.openxmlformats.org/officeDocument/2006/relationships/customXml" Target="../ink/ink29.xml"/><Relationship Id="rId21" Type="http://schemas.openxmlformats.org/officeDocument/2006/relationships/customXml" Target="../ink/ink20.xml"/><Relationship Id="rId34" Type="http://schemas.openxmlformats.org/officeDocument/2006/relationships/image" Target="../media/image16.png"/><Relationship Id="rId42" Type="http://schemas.openxmlformats.org/officeDocument/2006/relationships/image" Target="../media/image20.png"/><Relationship Id="rId188" Type="http://schemas.openxmlformats.org/officeDocument/2006/relationships/image" Target="../media/image84.png"/><Relationship Id="rId7" Type="http://schemas.openxmlformats.org/officeDocument/2006/relationships/customXml" Target="../ink/ink13.xml"/><Relationship Id="rId191" Type="http://schemas.openxmlformats.org/officeDocument/2006/relationships/customXml" Target="../ink/ink35.xml"/><Relationship Id="rId196" Type="http://schemas.openxmlformats.org/officeDocument/2006/relationships/image" Target="../media/image88.png"/><Relationship Id="rId200" Type="http://schemas.openxmlformats.org/officeDocument/2006/relationships/image" Target="../media/image90.png"/><Relationship Id="rId2" Type="http://schemas.openxmlformats.org/officeDocument/2006/relationships/image" Target="../media/image7.png"/><Relationship Id="rId16" Type="http://schemas.openxmlformats.org/officeDocument/2006/relationships/image" Target="../media/image70.png"/><Relationship Id="rId29" Type="http://schemas.openxmlformats.org/officeDocument/2006/relationships/customXml" Target="../ink/ink24.xml"/><Relationship Id="rId11" Type="http://schemas.openxmlformats.org/officeDocument/2006/relationships/customXml" Target="../ink/ink15.xml"/><Relationship Id="rId24" Type="http://schemas.openxmlformats.org/officeDocument/2006/relationships/image" Target="../media/image111.png"/><Relationship Id="rId32" Type="http://schemas.openxmlformats.org/officeDocument/2006/relationships/image" Target="../media/image15.png"/><Relationship Id="rId37" Type="http://schemas.openxmlformats.org/officeDocument/2006/relationships/customXml" Target="../ink/ink28.xml"/><Relationship Id="rId40" Type="http://schemas.openxmlformats.org/officeDocument/2006/relationships/image" Target="../media/image19.png"/><Relationship Id="rId5" Type="http://schemas.openxmlformats.org/officeDocument/2006/relationships/customXml" Target="../ink/ink12.xml"/><Relationship Id="rId186" Type="http://schemas.openxmlformats.org/officeDocument/2006/relationships/image" Target="../media/image83.png"/><Relationship Id="rId194" Type="http://schemas.openxmlformats.org/officeDocument/2006/relationships/image" Target="../media/image87.png"/><Relationship Id="rId199" Type="http://schemas.openxmlformats.org/officeDocument/2006/relationships/customXml" Target="../ink/ink39.xml"/><Relationship Id="rId203" Type="http://schemas.openxmlformats.org/officeDocument/2006/relationships/image" Target="../media/image22.png"/><Relationship Id="rId19" Type="http://schemas.openxmlformats.org/officeDocument/2006/relationships/customXml" Target="../ink/ink19.xml"/><Relationship Id="rId14" Type="http://schemas.openxmlformats.org/officeDocument/2006/relationships/image" Target="../media/image60.png"/><Relationship Id="rId22" Type="http://schemas.openxmlformats.org/officeDocument/2006/relationships/image" Target="../media/image100.png"/><Relationship Id="rId27" Type="http://schemas.openxmlformats.org/officeDocument/2006/relationships/customXml" Target="../ink/ink23.xml"/><Relationship Id="rId30" Type="http://schemas.openxmlformats.org/officeDocument/2006/relationships/image" Target="../media/image14.png"/><Relationship Id="rId35" Type="http://schemas.openxmlformats.org/officeDocument/2006/relationships/customXml" Target="../ink/ink27.xml"/><Relationship Id="rId43" Type="http://schemas.openxmlformats.org/officeDocument/2006/relationships/image" Target="../media/image21.png"/><Relationship Id="rId8" Type="http://schemas.openxmlformats.org/officeDocument/2006/relationships/image" Target="../media/image310.png"/><Relationship Id="rId184" Type="http://schemas.openxmlformats.org/officeDocument/2006/relationships/image" Target="../media/image82.png"/><Relationship Id="rId189" Type="http://schemas.openxmlformats.org/officeDocument/2006/relationships/customXml" Target="../ink/ink34.xml"/><Relationship Id="rId192" Type="http://schemas.openxmlformats.org/officeDocument/2006/relationships/image" Target="../media/image86.png"/><Relationship Id="rId197" Type="http://schemas.openxmlformats.org/officeDocument/2006/relationships/customXml" Target="../ink/ink38.xml"/><Relationship Id="rId3" Type="http://schemas.openxmlformats.org/officeDocument/2006/relationships/customXml" Target="../ink/ink11.xml"/><Relationship Id="rId201" Type="http://schemas.openxmlformats.org/officeDocument/2006/relationships/customXml" Target="../ink/ink40.xml"/><Relationship Id="rId12" Type="http://schemas.openxmlformats.org/officeDocument/2006/relationships/image" Target="../media/image510.png"/><Relationship Id="rId17" Type="http://schemas.openxmlformats.org/officeDocument/2006/relationships/customXml" Target="../ink/ink18.xml"/><Relationship Id="rId25" Type="http://schemas.openxmlformats.org/officeDocument/2006/relationships/customXml" Target="../ink/ink22.xml"/><Relationship Id="rId33" Type="http://schemas.openxmlformats.org/officeDocument/2006/relationships/customXml" Target="../ink/ink26.xml"/><Relationship Id="rId38" Type="http://schemas.openxmlformats.org/officeDocument/2006/relationships/image" Target="../media/image18.png"/><Relationship Id="rId20" Type="http://schemas.openxmlformats.org/officeDocument/2006/relationships/image" Target="../media/image92.png"/><Relationship Id="rId41" Type="http://schemas.openxmlformats.org/officeDocument/2006/relationships/customXml" Target="../ink/ink30.xml"/><Relationship Id="rId187" Type="http://schemas.openxmlformats.org/officeDocument/2006/relationships/customXml" Target="../ink/ink33.xml"/><Relationship Id="rId195" Type="http://schemas.openxmlformats.org/officeDocument/2006/relationships/customXml" Target="../ink/ink37.xml"/><Relationship Id="rId1" Type="http://schemas.openxmlformats.org/officeDocument/2006/relationships/slideLayout" Target="../slideLayouts/slideLayout6.xml"/><Relationship Id="rId6" Type="http://schemas.openxmlformats.org/officeDocument/2006/relationships/image" Target="../media/image210.png"/><Relationship Id="rId190" Type="http://schemas.openxmlformats.org/officeDocument/2006/relationships/image" Target="../media/image85.png"/><Relationship Id="rId15" Type="http://schemas.openxmlformats.org/officeDocument/2006/relationships/customXml" Target="../ink/ink17.xml"/><Relationship Id="rId23" Type="http://schemas.openxmlformats.org/officeDocument/2006/relationships/customXml" Target="../ink/ink21.xml"/><Relationship Id="rId28" Type="http://schemas.openxmlformats.org/officeDocument/2006/relationships/image" Target="../media/image13.png"/><Relationship Id="rId36" Type="http://schemas.openxmlformats.org/officeDocument/2006/relationships/image" Target="../media/image17.png"/><Relationship Id="rId10" Type="http://schemas.openxmlformats.org/officeDocument/2006/relationships/image" Target="../media/image410.png"/><Relationship Id="rId31" Type="http://schemas.openxmlformats.org/officeDocument/2006/relationships/customXml" Target="../ink/ink25.xml"/><Relationship Id="rId44" Type="http://schemas.openxmlformats.org/officeDocument/2006/relationships/customXml" Target="../ink/ink31.xml"/><Relationship Id="rId185" Type="http://schemas.openxmlformats.org/officeDocument/2006/relationships/customXml" Target="../ink/ink32.xml"/><Relationship Id="rId198" Type="http://schemas.openxmlformats.org/officeDocument/2006/relationships/image" Target="../media/image89.png"/><Relationship Id="rId4" Type="http://schemas.openxmlformats.org/officeDocument/2006/relationships/image" Target="../media/image110.png"/><Relationship Id="rId9" Type="http://schemas.openxmlformats.org/officeDocument/2006/relationships/customXml" Target="../ink/ink14.xml"/><Relationship Id="rId193" Type="http://schemas.openxmlformats.org/officeDocument/2006/relationships/customXml" Target="../ink/ink36.xml"/><Relationship Id="rId202" Type="http://schemas.openxmlformats.org/officeDocument/2006/relationships/image" Target="../media/image91.png"/></Relationships>
</file>

<file path=ppt/slides/_rels/slide9.xml.rels><?xml version="1.0" encoding="UTF-8" standalone="yes"?>
<Relationships xmlns="http://schemas.openxmlformats.org/package/2006/relationships"><Relationship Id="rId18" Type="http://schemas.openxmlformats.org/officeDocument/2006/relationships/image" Target="../media/image81.png"/><Relationship Id="rId26" Type="http://schemas.openxmlformats.org/officeDocument/2006/relationships/image" Target="../media/image12.png"/><Relationship Id="rId47" Type="http://schemas.openxmlformats.org/officeDocument/2006/relationships/customXml" Target="../ink/ink41.xml"/><Relationship Id="rId50" Type="http://schemas.openxmlformats.org/officeDocument/2006/relationships/customXml" Target="../ink/ink44.xml"/><Relationship Id="rId55" Type="http://schemas.openxmlformats.org/officeDocument/2006/relationships/customXml" Target="../ink/ink49.xml"/><Relationship Id="rId34" Type="http://schemas.openxmlformats.org/officeDocument/2006/relationships/image" Target="../media/image16.png"/><Relationship Id="rId63" Type="http://schemas.openxmlformats.org/officeDocument/2006/relationships/customXml" Target="../ink/ink57.xml"/><Relationship Id="rId42" Type="http://schemas.openxmlformats.org/officeDocument/2006/relationships/image" Target="../media/image20.png"/><Relationship Id="rId68" Type="http://schemas.openxmlformats.org/officeDocument/2006/relationships/image" Target="../media/image25.png"/><Relationship Id="rId71" Type="http://schemas.openxmlformats.org/officeDocument/2006/relationships/image" Target="../media/image27.png"/><Relationship Id="rId2" Type="http://schemas.openxmlformats.org/officeDocument/2006/relationships/image" Target="../media/image23.png"/><Relationship Id="rId16" Type="http://schemas.openxmlformats.org/officeDocument/2006/relationships/image" Target="../media/image70.png"/><Relationship Id="rId45" Type="http://schemas.openxmlformats.org/officeDocument/2006/relationships/image" Target="../media/image22.png"/><Relationship Id="rId53" Type="http://schemas.openxmlformats.org/officeDocument/2006/relationships/customXml" Target="../ink/ink47.xml"/><Relationship Id="rId24" Type="http://schemas.openxmlformats.org/officeDocument/2006/relationships/image" Target="../media/image111.png"/><Relationship Id="rId58" Type="http://schemas.openxmlformats.org/officeDocument/2006/relationships/customXml" Target="../ink/ink52.xml"/><Relationship Id="rId32" Type="http://schemas.openxmlformats.org/officeDocument/2006/relationships/image" Target="../media/image15.png"/><Relationship Id="rId40" Type="http://schemas.openxmlformats.org/officeDocument/2006/relationships/image" Target="../media/image19.png"/><Relationship Id="rId66" Type="http://schemas.openxmlformats.org/officeDocument/2006/relationships/customXml" Target="../ink/ink60.xml"/><Relationship Id="rId49" Type="http://schemas.openxmlformats.org/officeDocument/2006/relationships/customXml" Target="../ink/ink43.xml"/><Relationship Id="rId57" Type="http://schemas.openxmlformats.org/officeDocument/2006/relationships/customXml" Target="../ink/ink51.xml"/><Relationship Id="rId28" Type="http://schemas.openxmlformats.org/officeDocument/2006/relationships/image" Target="../media/image13.png"/><Relationship Id="rId61" Type="http://schemas.openxmlformats.org/officeDocument/2006/relationships/customXml" Target="../ink/ink55.xml"/><Relationship Id="rId36" Type="http://schemas.openxmlformats.org/officeDocument/2006/relationships/image" Target="../media/image17.png"/><Relationship Id="rId10" Type="http://schemas.openxmlformats.org/officeDocument/2006/relationships/image" Target="../media/image410.png"/><Relationship Id="rId52" Type="http://schemas.openxmlformats.org/officeDocument/2006/relationships/customXml" Target="../ink/ink46.xml"/><Relationship Id="rId60" Type="http://schemas.openxmlformats.org/officeDocument/2006/relationships/customXml" Target="../ink/ink54.xml"/><Relationship Id="rId65" Type="http://schemas.openxmlformats.org/officeDocument/2006/relationships/customXml" Target="../ink/ink59.xml"/><Relationship Id="rId4" Type="http://schemas.openxmlformats.org/officeDocument/2006/relationships/image" Target="../media/image110.png"/><Relationship Id="rId48" Type="http://schemas.openxmlformats.org/officeDocument/2006/relationships/customXml" Target="../ink/ink42.xml"/><Relationship Id="rId14" Type="http://schemas.openxmlformats.org/officeDocument/2006/relationships/image" Target="../media/image60.png"/><Relationship Id="rId56" Type="http://schemas.openxmlformats.org/officeDocument/2006/relationships/customXml" Target="../ink/ink50.xml"/><Relationship Id="rId22" Type="http://schemas.openxmlformats.org/officeDocument/2006/relationships/image" Target="../media/image100.png"/><Relationship Id="rId30" Type="http://schemas.openxmlformats.org/officeDocument/2006/relationships/image" Target="../media/image14.png"/><Relationship Id="rId64" Type="http://schemas.openxmlformats.org/officeDocument/2006/relationships/customXml" Target="../ink/ink58.xml"/><Relationship Id="rId69" Type="http://schemas.openxmlformats.org/officeDocument/2006/relationships/customXml" Target="../ink/ink62.xml"/><Relationship Id="rId8" Type="http://schemas.openxmlformats.org/officeDocument/2006/relationships/image" Target="../media/image310.png"/><Relationship Id="rId51" Type="http://schemas.openxmlformats.org/officeDocument/2006/relationships/customXml" Target="../ink/ink45.xml"/><Relationship Id="rId72" Type="http://schemas.openxmlformats.org/officeDocument/2006/relationships/image" Target="../media/image28.png"/><Relationship Id="rId46" Type="http://schemas.openxmlformats.org/officeDocument/2006/relationships/image" Target="../media/image24.png"/><Relationship Id="rId12" Type="http://schemas.openxmlformats.org/officeDocument/2006/relationships/image" Target="../media/image510.png"/><Relationship Id="rId59" Type="http://schemas.openxmlformats.org/officeDocument/2006/relationships/customXml" Target="../ink/ink53.xml"/><Relationship Id="rId38" Type="http://schemas.openxmlformats.org/officeDocument/2006/relationships/image" Target="../media/image18.png"/><Relationship Id="rId67" Type="http://schemas.openxmlformats.org/officeDocument/2006/relationships/customXml" Target="../ink/ink61.xml"/><Relationship Id="rId54" Type="http://schemas.openxmlformats.org/officeDocument/2006/relationships/customXml" Target="../ink/ink48.xml"/><Relationship Id="rId20" Type="http://schemas.openxmlformats.org/officeDocument/2006/relationships/image" Target="../media/image92.png"/><Relationship Id="rId62" Type="http://schemas.openxmlformats.org/officeDocument/2006/relationships/customXml" Target="../ink/ink56.xml"/><Relationship Id="rId70"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210.png"/></Relationships>
</file>

<file path=ppt/slides/_rels/slide10.xml.rels><?xml version="1.0" encoding="UTF-8" standalone="yes"?>
<Relationships xmlns="http://schemas.openxmlformats.org/package/2006/relationships"><Relationship Id="rId13" Type="http://schemas.openxmlformats.org/officeDocument/2006/relationships/customXml" Target="../ink/ink68.xml"/><Relationship Id="rId18" Type="http://schemas.openxmlformats.org/officeDocument/2006/relationships/image" Target="../media/image81.png"/><Relationship Id="rId26" Type="http://schemas.openxmlformats.org/officeDocument/2006/relationships/image" Target="../media/image12.png"/><Relationship Id="rId39" Type="http://schemas.openxmlformats.org/officeDocument/2006/relationships/customXml" Target="../ink/ink81.xml"/><Relationship Id="rId21" Type="http://schemas.openxmlformats.org/officeDocument/2006/relationships/customXml" Target="../ink/ink72.xml"/><Relationship Id="rId34" Type="http://schemas.openxmlformats.org/officeDocument/2006/relationships/image" Target="../media/image16.png"/><Relationship Id="rId42" Type="http://schemas.openxmlformats.org/officeDocument/2006/relationships/image" Target="../media/image20.png"/><Relationship Id="rId7" Type="http://schemas.openxmlformats.org/officeDocument/2006/relationships/customXml" Target="../ink/ink65.xml"/><Relationship Id="rId2" Type="http://schemas.openxmlformats.org/officeDocument/2006/relationships/image" Target="../media/image29.png"/><Relationship Id="rId16" Type="http://schemas.openxmlformats.org/officeDocument/2006/relationships/image" Target="../media/image70.png"/><Relationship Id="rId29" Type="http://schemas.openxmlformats.org/officeDocument/2006/relationships/customXml" Target="../ink/ink76.xml"/><Relationship Id="rId1" Type="http://schemas.openxmlformats.org/officeDocument/2006/relationships/slideLayout" Target="../slideLayouts/slideLayout6.xml"/><Relationship Id="rId6" Type="http://schemas.openxmlformats.org/officeDocument/2006/relationships/image" Target="../media/image210.png"/><Relationship Id="rId11" Type="http://schemas.openxmlformats.org/officeDocument/2006/relationships/customXml" Target="../ink/ink67.xml"/><Relationship Id="rId24" Type="http://schemas.openxmlformats.org/officeDocument/2006/relationships/image" Target="../media/image111.png"/><Relationship Id="rId32" Type="http://schemas.openxmlformats.org/officeDocument/2006/relationships/image" Target="../media/image15.png"/><Relationship Id="rId37" Type="http://schemas.openxmlformats.org/officeDocument/2006/relationships/customXml" Target="../ink/ink80.xml"/><Relationship Id="rId40" Type="http://schemas.openxmlformats.org/officeDocument/2006/relationships/image" Target="../media/image19.png"/><Relationship Id="rId45" Type="http://schemas.openxmlformats.org/officeDocument/2006/relationships/image" Target="../media/image31.png"/><Relationship Id="rId5" Type="http://schemas.openxmlformats.org/officeDocument/2006/relationships/customXml" Target="../ink/ink64.xml"/><Relationship Id="rId15" Type="http://schemas.openxmlformats.org/officeDocument/2006/relationships/customXml" Target="../ink/ink69.xml"/><Relationship Id="rId23" Type="http://schemas.openxmlformats.org/officeDocument/2006/relationships/customXml" Target="../ink/ink73.xml"/><Relationship Id="rId28" Type="http://schemas.openxmlformats.org/officeDocument/2006/relationships/image" Target="../media/image13.png"/><Relationship Id="rId36" Type="http://schemas.openxmlformats.org/officeDocument/2006/relationships/image" Target="../media/image17.png"/><Relationship Id="rId10" Type="http://schemas.openxmlformats.org/officeDocument/2006/relationships/image" Target="../media/image410.png"/><Relationship Id="rId19" Type="http://schemas.openxmlformats.org/officeDocument/2006/relationships/customXml" Target="../ink/ink71.xml"/><Relationship Id="rId31" Type="http://schemas.openxmlformats.org/officeDocument/2006/relationships/customXml" Target="../ink/ink77.xml"/><Relationship Id="rId44" Type="http://schemas.openxmlformats.org/officeDocument/2006/relationships/image" Target="../media/image30.png"/><Relationship Id="rId4" Type="http://schemas.openxmlformats.org/officeDocument/2006/relationships/image" Target="../media/image110.png"/><Relationship Id="rId9" Type="http://schemas.openxmlformats.org/officeDocument/2006/relationships/customXml" Target="../ink/ink66.xml"/><Relationship Id="rId14" Type="http://schemas.openxmlformats.org/officeDocument/2006/relationships/image" Target="../media/image60.png"/><Relationship Id="rId22" Type="http://schemas.openxmlformats.org/officeDocument/2006/relationships/image" Target="../media/image100.png"/><Relationship Id="rId27" Type="http://schemas.openxmlformats.org/officeDocument/2006/relationships/customXml" Target="../ink/ink75.xml"/><Relationship Id="rId30" Type="http://schemas.openxmlformats.org/officeDocument/2006/relationships/image" Target="../media/image14.png"/><Relationship Id="rId35" Type="http://schemas.openxmlformats.org/officeDocument/2006/relationships/customXml" Target="../ink/ink79.xml"/><Relationship Id="rId43" Type="http://schemas.openxmlformats.org/officeDocument/2006/relationships/image" Target="../media/image220.png"/><Relationship Id="rId8" Type="http://schemas.openxmlformats.org/officeDocument/2006/relationships/image" Target="../media/image310.png"/><Relationship Id="rId3" Type="http://schemas.openxmlformats.org/officeDocument/2006/relationships/customXml" Target="../ink/ink63.xml"/><Relationship Id="rId12" Type="http://schemas.openxmlformats.org/officeDocument/2006/relationships/image" Target="../media/image510.png"/><Relationship Id="rId17" Type="http://schemas.openxmlformats.org/officeDocument/2006/relationships/customXml" Target="../ink/ink70.xml"/><Relationship Id="rId25" Type="http://schemas.openxmlformats.org/officeDocument/2006/relationships/customXml" Target="../ink/ink74.xml"/><Relationship Id="rId33" Type="http://schemas.openxmlformats.org/officeDocument/2006/relationships/customXml" Target="../ink/ink78.xml"/><Relationship Id="rId38" Type="http://schemas.openxmlformats.org/officeDocument/2006/relationships/image" Target="../media/image18.png"/><Relationship Id="rId20" Type="http://schemas.openxmlformats.org/officeDocument/2006/relationships/image" Target="../media/image92.png"/><Relationship Id="rId41" Type="http://schemas.openxmlformats.org/officeDocument/2006/relationships/customXml" Target="../ink/ink82.xml"/></Relationships>
</file>

<file path=ppt/slides/_rels/slide11.xml.rels><?xml version="1.0" encoding="UTF-8" standalone="yes"?>
<Relationships xmlns="http://schemas.openxmlformats.org/package/2006/relationships"><Relationship Id="rId13" Type="http://schemas.openxmlformats.org/officeDocument/2006/relationships/customXml" Target="../ink/ink88.xml"/><Relationship Id="rId18" Type="http://schemas.openxmlformats.org/officeDocument/2006/relationships/image" Target="../media/image81.png"/><Relationship Id="rId26" Type="http://schemas.openxmlformats.org/officeDocument/2006/relationships/image" Target="../media/image12.png"/><Relationship Id="rId39" Type="http://schemas.openxmlformats.org/officeDocument/2006/relationships/customXml" Target="../ink/ink101.xml"/><Relationship Id="rId21" Type="http://schemas.openxmlformats.org/officeDocument/2006/relationships/customXml" Target="../ink/ink92.xml"/><Relationship Id="rId34" Type="http://schemas.openxmlformats.org/officeDocument/2006/relationships/image" Target="../media/image16.png"/><Relationship Id="rId42" Type="http://schemas.openxmlformats.org/officeDocument/2006/relationships/image" Target="../media/image20.png"/><Relationship Id="rId7" Type="http://schemas.openxmlformats.org/officeDocument/2006/relationships/customXml" Target="../ink/ink85.xml"/><Relationship Id="rId2" Type="http://schemas.openxmlformats.org/officeDocument/2006/relationships/image" Target="../media/image32.png"/><Relationship Id="rId16" Type="http://schemas.openxmlformats.org/officeDocument/2006/relationships/image" Target="../media/image70.png"/><Relationship Id="rId29" Type="http://schemas.openxmlformats.org/officeDocument/2006/relationships/customXml" Target="../ink/ink96.xml"/><Relationship Id="rId1" Type="http://schemas.openxmlformats.org/officeDocument/2006/relationships/slideLayout" Target="../slideLayouts/slideLayout6.xml"/><Relationship Id="rId6" Type="http://schemas.openxmlformats.org/officeDocument/2006/relationships/image" Target="../media/image210.png"/><Relationship Id="rId11" Type="http://schemas.openxmlformats.org/officeDocument/2006/relationships/customXml" Target="../ink/ink87.xml"/><Relationship Id="rId24" Type="http://schemas.openxmlformats.org/officeDocument/2006/relationships/image" Target="../media/image111.png"/><Relationship Id="rId32" Type="http://schemas.openxmlformats.org/officeDocument/2006/relationships/image" Target="../media/image15.png"/><Relationship Id="rId37" Type="http://schemas.openxmlformats.org/officeDocument/2006/relationships/customXml" Target="../ink/ink100.xml"/><Relationship Id="rId40" Type="http://schemas.openxmlformats.org/officeDocument/2006/relationships/image" Target="../media/image19.png"/><Relationship Id="rId45" Type="http://schemas.openxmlformats.org/officeDocument/2006/relationships/image" Target="../media/image34.png"/><Relationship Id="rId5" Type="http://schemas.openxmlformats.org/officeDocument/2006/relationships/customXml" Target="../ink/ink84.xml"/><Relationship Id="rId15" Type="http://schemas.openxmlformats.org/officeDocument/2006/relationships/customXml" Target="../ink/ink89.xml"/><Relationship Id="rId23" Type="http://schemas.openxmlformats.org/officeDocument/2006/relationships/customXml" Target="../ink/ink93.xml"/><Relationship Id="rId28" Type="http://schemas.openxmlformats.org/officeDocument/2006/relationships/image" Target="../media/image13.png"/><Relationship Id="rId36" Type="http://schemas.openxmlformats.org/officeDocument/2006/relationships/image" Target="../media/image17.png"/><Relationship Id="rId10" Type="http://schemas.openxmlformats.org/officeDocument/2006/relationships/image" Target="../media/image410.png"/><Relationship Id="rId19" Type="http://schemas.openxmlformats.org/officeDocument/2006/relationships/customXml" Target="../ink/ink91.xml"/><Relationship Id="rId31" Type="http://schemas.openxmlformats.org/officeDocument/2006/relationships/customXml" Target="../ink/ink97.xml"/><Relationship Id="rId44" Type="http://schemas.openxmlformats.org/officeDocument/2006/relationships/image" Target="../media/image33.png"/><Relationship Id="rId4" Type="http://schemas.openxmlformats.org/officeDocument/2006/relationships/image" Target="../media/image110.png"/><Relationship Id="rId9" Type="http://schemas.openxmlformats.org/officeDocument/2006/relationships/customXml" Target="../ink/ink86.xml"/><Relationship Id="rId14" Type="http://schemas.openxmlformats.org/officeDocument/2006/relationships/image" Target="../media/image60.png"/><Relationship Id="rId22" Type="http://schemas.openxmlformats.org/officeDocument/2006/relationships/image" Target="../media/image100.png"/><Relationship Id="rId27" Type="http://schemas.openxmlformats.org/officeDocument/2006/relationships/customXml" Target="../ink/ink95.xml"/><Relationship Id="rId30" Type="http://schemas.openxmlformats.org/officeDocument/2006/relationships/image" Target="../media/image14.png"/><Relationship Id="rId35" Type="http://schemas.openxmlformats.org/officeDocument/2006/relationships/customXml" Target="../ink/ink99.xml"/><Relationship Id="rId43" Type="http://schemas.openxmlformats.org/officeDocument/2006/relationships/image" Target="../media/image220.png"/><Relationship Id="rId8" Type="http://schemas.openxmlformats.org/officeDocument/2006/relationships/image" Target="../media/image310.png"/><Relationship Id="rId3" Type="http://schemas.openxmlformats.org/officeDocument/2006/relationships/customXml" Target="../ink/ink83.xml"/><Relationship Id="rId12" Type="http://schemas.openxmlformats.org/officeDocument/2006/relationships/image" Target="../media/image510.png"/><Relationship Id="rId17" Type="http://schemas.openxmlformats.org/officeDocument/2006/relationships/customXml" Target="../ink/ink90.xml"/><Relationship Id="rId25" Type="http://schemas.openxmlformats.org/officeDocument/2006/relationships/customXml" Target="../ink/ink94.xml"/><Relationship Id="rId33" Type="http://schemas.openxmlformats.org/officeDocument/2006/relationships/customXml" Target="../ink/ink98.xml"/><Relationship Id="rId38" Type="http://schemas.openxmlformats.org/officeDocument/2006/relationships/image" Target="../media/image18.png"/><Relationship Id="rId20" Type="http://schemas.openxmlformats.org/officeDocument/2006/relationships/image" Target="../media/image92.png"/><Relationship Id="rId41" Type="http://schemas.openxmlformats.org/officeDocument/2006/relationships/customXml" Target="../ink/ink10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7" name="Rectangle 1046">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undefined">
            <a:extLst>
              <a:ext uri="{FF2B5EF4-FFF2-40B4-BE49-F238E27FC236}">
                <a16:creationId xmlns:a16="http://schemas.microsoft.com/office/drawing/2014/main" id="{552EC2DD-D56E-E6F9-9389-7D5C08319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0087"/>
          <a:stretch/>
        </p:blipFill>
        <p:spPr bwMode="auto">
          <a:xfrm>
            <a:off x="2522358"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8" name="Rectangle 1047">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34775C-25E7-80F1-74B5-86328ADDD1D5}"/>
              </a:ext>
            </a:extLst>
          </p:cNvPr>
          <p:cNvSpPr>
            <a:spLocks noGrp="1"/>
          </p:cNvSpPr>
          <p:nvPr>
            <p:ph type="ctrTitle"/>
          </p:nvPr>
        </p:nvSpPr>
        <p:spPr>
          <a:xfrm>
            <a:off x="952228" y="743447"/>
            <a:ext cx="3249552" cy="2931995"/>
          </a:xfrm>
          <a:noFill/>
        </p:spPr>
        <p:txBody>
          <a:bodyPr>
            <a:noAutofit/>
          </a:bodyPr>
          <a:lstStyle/>
          <a:p>
            <a:pPr algn="l"/>
            <a:r>
              <a:rPr lang="en-US" sz="2400" b="1" dirty="0"/>
              <a:t>CS 5/7320 </a:t>
            </a:r>
            <a:br>
              <a:rPr lang="en-US" sz="2400" b="1" dirty="0"/>
            </a:br>
            <a:r>
              <a:rPr lang="en-US" sz="2400" b="1" dirty="0"/>
              <a:t>Artificial Intelligence</a:t>
            </a:r>
            <a:br>
              <a:rPr lang="en-US" sz="2400" b="1" dirty="0"/>
            </a:br>
            <a:br>
              <a:rPr lang="en-US" sz="2400" b="1" dirty="0"/>
            </a:br>
            <a:r>
              <a:rPr lang="en-US" sz="2400" b="1" dirty="0"/>
              <a:t>Learning from Examples: Learning to Score a Tic-Tac-Toe board</a:t>
            </a:r>
            <a:br>
              <a:rPr lang="en-US" sz="2400" b="1" dirty="0"/>
            </a:br>
            <a:br>
              <a:rPr lang="en-US" sz="2400" b="1" dirty="0"/>
            </a:br>
            <a:r>
              <a:rPr lang="en-US" sz="2400" dirty="0"/>
              <a:t>AIMA Chapter 19</a:t>
            </a:r>
          </a:p>
        </p:txBody>
      </p:sp>
      <p:sp>
        <p:nvSpPr>
          <p:cNvPr id="3" name="Subtitle 2">
            <a:extLst>
              <a:ext uri="{FF2B5EF4-FFF2-40B4-BE49-F238E27FC236}">
                <a16:creationId xmlns:a16="http://schemas.microsoft.com/office/drawing/2014/main" id="{63E4B1C5-5152-9876-F83C-F1DC312D0663}"/>
              </a:ext>
            </a:extLst>
          </p:cNvPr>
          <p:cNvSpPr>
            <a:spLocks noGrp="1"/>
          </p:cNvSpPr>
          <p:nvPr>
            <p:ph type="subTitle" idx="1"/>
          </p:nvPr>
        </p:nvSpPr>
        <p:spPr>
          <a:xfrm>
            <a:off x="952229" y="4629234"/>
            <a:ext cx="3973386" cy="1485319"/>
          </a:xfrm>
          <a:noFill/>
        </p:spPr>
        <p:txBody>
          <a:bodyPr>
            <a:normAutofit/>
          </a:bodyPr>
          <a:lstStyle/>
          <a:p>
            <a:pPr algn="l"/>
            <a:r>
              <a:rPr lang="en-US" dirty="0"/>
              <a:t>Michael Hahsler</a:t>
            </a:r>
          </a:p>
        </p:txBody>
      </p:sp>
      <p:sp>
        <p:nvSpPr>
          <p:cNvPr id="6" name="TextBox 5">
            <a:extLst>
              <a:ext uri="{FF2B5EF4-FFF2-40B4-BE49-F238E27FC236}">
                <a16:creationId xmlns:a16="http://schemas.microsoft.com/office/drawing/2014/main" id="{CB6CB75A-7C29-AD9A-7222-A54EEF91F852}"/>
              </a:ext>
            </a:extLst>
          </p:cNvPr>
          <p:cNvSpPr txBox="1"/>
          <p:nvPr/>
        </p:nvSpPr>
        <p:spPr>
          <a:xfrm rot="1874660">
            <a:off x="2697061" y="741149"/>
            <a:ext cx="2076275" cy="461665"/>
          </a:xfrm>
          <a:prstGeom prst="rect">
            <a:avLst/>
          </a:prstGeom>
          <a:noFill/>
        </p:spPr>
        <p:txBody>
          <a:bodyPr wrap="square" rtlCol="0">
            <a:spAutoFit/>
          </a:bodyPr>
          <a:lstStyle/>
          <a:p>
            <a:r>
              <a:rPr lang="en-US" sz="2400" b="1" dirty="0"/>
              <a:t>Discussion</a:t>
            </a:r>
          </a:p>
        </p:txBody>
      </p:sp>
      <p:sp>
        <p:nvSpPr>
          <p:cNvPr id="8" name="TextBox 7">
            <a:extLst>
              <a:ext uri="{FF2B5EF4-FFF2-40B4-BE49-F238E27FC236}">
                <a16:creationId xmlns:a16="http://schemas.microsoft.com/office/drawing/2014/main" id="{544F44BC-8F84-0CCB-ED2A-6CA208055DC8}"/>
              </a:ext>
            </a:extLst>
          </p:cNvPr>
          <p:cNvSpPr txBox="1"/>
          <p:nvPr/>
        </p:nvSpPr>
        <p:spPr>
          <a:xfrm>
            <a:off x="3048350" y="3244334"/>
            <a:ext cx="6096698"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3988367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255A15-117D-B33C-D947-2A561B1AAD91}"/>
              </a:ext>
            </a:extLst>
          </p:cNvPr>
          <p:cNvSpPr>
            <a:spLocks noGrp="1"/>
          </p:cNvSpPr>
          <p:nvPr>
            <p:ph type="title"/>
          </p:nvPr>
        </p:nvSpPr>
        <p:spPr/>
        <p:txBody>
          <a:bodyPr/>
          <a:lstStyle/>
          <a:p>
            <a:r>
              <a:rPr lang="en-US" dirty="0"/>
              <a:t>Intro: Learning from Examples</a:t>
            </a:r>
          </a:p>
        </p:txBody>
      </p:sp>
      <p:sp>
        <p:nvSpPr>
          <p:cNvPr id="5" name="Text Placeholder 4">
            <a:extLst>
              <a:ext uri="{FF2B5EF4-FFF2-40B4-BE49-F238E27FC236}">
                <a16:creationId xmlns:a16="http://schemas.microsoft.com/office/drawing/2014/main" id="{CC49C1BF-70EE-856A-8B69-C182C91CB9F6}"/>
              </a:ext>
            </a:extLst>
          </p:cNvPr>
          <p:cNvSpPr>
            <a:spLocks noGrp="1"/>
          </p:cNvSpPr>
          <p:nvPr>
            <p:ph type="body" idx="1"/>
          </p:nvPr>
        </p:nvSpPr>
        <p:spPr/>
        <p:txBody>
          <a:bodyPr/>
          <a:lstStyle/>
          <a:p>
            <a:r>
              <a:rPr lang="en-US" dirty="0"/>
              <a:t>What can be learned?</a:t>
            </a:r>
          </a:p>
        </p:txBody>
      </p:sp>
    </p:spTree>
    <p:extLst>
      <p:ext uri="{BB962C8B-B14F-4D97-AF65-F5344CB8AC3E}">
        <p14:creationId xmlns:p14="http://schemas.microsoft.com/office/powerpoint/2010/main" val="1265852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dirty="0"/>
              <a:t>Learning from Examples</a:t>
            </a:r>
          </a:p>
        </p:txBody>
      </p:sp>
      <p:grpSp>
        <p:nvGrpSpPr>
          <p:cNvPr id="7" name="Group 6">
            <a:extLst>
              <a:ext uri="{FF2B5EF4-FFF2-40B4-BE49-F238E27FC236}">
                <a16:creationId xmlns:a16="http://schemas.microsoft.com/office/drawing/2014/main" id="{65453C24-9588-28CC-CD92-31C54DBEAE6E}"/>
              </a:ext>
            </a:extLst>
          </p:cNvPr>
          <p:cNvGrpSpPr/>
          <p:nvPr/>
        </p:nvGrpSpPr>
        <p:grpSpPr>
          <a:xfrm>
            <a:off x="7950350" y="4573036"/>
            <a:ext cx="3672986" cy="914400"/>
            <a:chOff x="8081692" y="1943098"/>
            <a:chExt cx="3672986" cy="914400"/>
          </a:xfrm>
        </p:grpSpPr>
        <p:sp>
          <p:nvSpPr>
            <p:cNvPr id="8" name="Rectangle 7">
              <a:extLst>
                <a:ext uri="{FF2B5EF4-FFF2-40B4-BE49-F238E27FC236}">
                  <a16:creationId xmlns:a16="http://schemas.microsoft.com/office/drawing/2014/main" id="{C4E4FCAC-9646-F8A7-AC99-6A0E5E553B54}"/>
                </a:ext>
              </a:extLst>
            </p:cNvPr>
            <p:cNvSpPr/>
            <p:nvPr/>
          </p:nvSpPr>
          <p:spPr>
            <a:xfrm>
              <a:off x="10383078" y="2110494"/>
              <a:ext cx="1371600" cy="579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a:t>
              </a:r>
              <a:br>
                <a:rPr lang="en-US" dirty="0"/>
              </a:br>
              <a:r>
                <a:rPr lang="en-US" sz="1400" dirty="0"/>
                <a:t>chooses actions</a:t>
              </a:r>
              <a:endParaRPr lang="en-US" dirty="0"/>
            </a:p>
          </p:txBody>
        </p:sp>
        <p:sp>
          <p:nvSpPr>
            <p:cNvPr id="9" name="Cylinder 8">
              <a:extLst>
                <a:ext uri="{FF2B5EF4-FFF2-40B4-BE49-F238E27FC236}">
                  <a16:creationId xmlns:a16="http://schemas.microsoft.com/office/drawing/2014/main" id="{5314D94F-AF9F-0B14-5BFC-257FF3540A9A}"/>
                </a:ext>
              </a:extLst>
            </p:cNvPr>
            <p:cNvSpPr/>
            <p:nvPr/>
          </p:nvSpPr>
          <p:spPr>
            <a:xfrm>
              <a:off x="8081692" y="1943098"/>
              <a:ext cx="1146791" cy="914400"/>
            </a:xfrm>
            <a:prstGeom prst="ca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Data</a:t>
              </a:r>
            </a:p>
            <a:p>
              <a:pPr algn="ctr"/>
              <a:r>
                <a:rPr lang="en-US" sz="1200" dirty="0"/>
                <a:t>(observations)</a:t>
              </a:r>
            </a:p>
          </p:txBody>
        </p:sp>
        <p:sp>
          <p:nvSpPr>
            <p:cNvPr id="10" name="Arrow: Right 9">
              <a:extLst>
                <a:ext uri="{FF2B5EF4-FFF2-40B4-BE49-F238E27FC236}">
                  <a16:creationId xmlns:a16="http://schemas.microsoft.com/office/drawing/2014/main" id="{ABE5AD2A-30F8-9DD1-5272-4FFC40E0AD16}"/>
                </a:ext>
              </a:extLst>
            </p:cNvPr>
            <p:cNvSpPr/>
            <p:nvPr/>
          </p:nvSpPr>
          <p:spPr>
            <a:xfrm>
              <a:off x="9396493" y="2209798"/>
              <a:ext cx="838200" cy="38100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learn</a:t>
              </a:r>
            </a:p>
          </p:txBody>
        </p:sp>
      </p:grpSp>
      <p:sp>
        <p:nvSpPr>
          <p:cNvPr id="12" name="Content Placeholder 11">
            <a:extLst>
              <a:ext uri="{FF2B5EF4-FFF2-40B4-BE49-F238E27FC236}">
                <a16:creationId xmlns:a16="http://schemas.microsoft.com/office/drawing/2014/main" id="{AEADBF7D-CBD1-3ADC-506D-8A047248F1FF}"/>
              </a:ext>
            </a:extLst>
          </p:cNvPr>
          <p:cNvSpPr>
            <a:spLocks noGrp="1"/>
          </p:cNvSpPr>
          <p:nvPr>
            <p:ph idx="1"/>
          </p:nvPr>
        </p:nvSpPr>
        <p:spPr>
          <a:xfrm>
            <a:off x="871556" y="1643670"/>
            <a:ext cx="6553200" cy="4604729"/>
          </a:xfrm>
        </p:spPr>
        <p:txBody>
          <a:bodyPr>
            <a:normAutofit lnSpcReduction="10000"/>
          </a:bodyPr>
          <a:lstStyle/>
          <a:p>
            <a:pPr marL="0" indent="0">
              <a:buNone/>
            </a:pPr>
            <a:r>
              <a:rPr lang="en-US" sz="1600" b="1" dirty="0"/>
              <a:t>Up until now in this course:</a:t>
            </a:r>
          </a:p>
          <a:p>
            <a:pPr marL="742950" lvl="1" indent="-285750"/>
            <a:r>
              <a:rPr lang="en-US" sz="1600" b="1" dirty="0"/>
              <a:t>Hand-craft algorithms </a:t>
            </a:r>
            <a:r>
              <a:rPr lang="en-US" sz="1600" dirty="0"/>
              <a:t>to make rational/optimal or at least good decisions. </a:t>
            </a:r>
            <a:br>
              <a:rPr lang="en-US" sz="1600" dirty="0"/>
            </a:br>
            <a:r>
              <a:rPr lang="en-US" sz="1600" dirty="0"/>
              <a:t>Examples: Search strategies, heuristics, and constructing Bayesian networks.</a:t>
            </a:r>
          </a:p>
          <a:p>
            <a:endParaRPr lang="en-US" sz="1600" dirty="0"/>
          </a:p>
          <a:p>
            <a:pPr marL="0" indent="0">
              <a:buNone/>
            </a:pPr>
            <a:r>
              <a:rPr lang="en-US" sz="1600" b="1" dirty="0"/>
              <a:t>Issues</a:t>
            </a:r>
          </a:p>
          <a:p>
            <a:pPr marL="742950" lvl="1" indent="-285750"/>
            <a:r>
              <a:rPr lang="en-US" sz="1600" dirty="0"/>
              <a:t>We may not be able to anticipate all possible future scenarios.</a:t>
            </a:r>
          </a:p>
          <a:p>
            <a:pPr marL="742950" lvl="1" indent="-285750"/>
            <a:r>
              <a:rPr lang="en-US" sz="1600" dirty="0"/>
              <a:t>We may have examples, but we do not know how to implement a solution.</a:t>
            </a:r>
          </a:p>
          <a:p>
            <a:pPr marL="742950" lvl="1" indent="-285750"/>
            <a:endParaRPr lang="en-US" sz="1600" dirty="0"/>
          </a:p>
          <a:p>
            <a:pPr marL="0" indent="0">
              <a:buNone/>
            </a:pPr>
            <a:r>
              <a:rPr lang="en-US" sz="1600" b="1" dirty="0"/>
              <a:t>Supervised Machine Learning</a:t>
            </a:r>
          </a:p>
          <a:p>
            <a:pPr marL="742950" lvl="1" indent="-285750"/>
            <a:r>
              <a:rPr lang="en-US" sz="1600" dirty="0"/>
              <a:t>Uses observations: training data with the correct answers. </a:t>
            </a:r>
          </a:p>
          <a:p>
            <a:pPr marL="742950" lvl="1" indent="-285750"/>
            <a:r>
              <a:rPr lang="en-US" sz="1600" dirty="0"/>
              <a:t>Learn a function (model) to map an input (e.g., state) to an output (e.g., action) representing the desired behavior.</a:t>
            </a:r>
          </a:p>
          <a:p>
            <a:pPr marL="742950" lvl="1" indent="-285750"/>
            <a:r>
              <a:rPr lang="en-US" sz="1600" dirty="0"/>
              <a:t>Examples:</a:t>
            </a:r>
          </a:p>
          <a:p>
            <a:pPr lvl="2">
              <a:buFont typeface="Wingdings" panose="05000000000000000000" pitchFamily="2" charset="2"/>
              <a:buChar char="§"/>
            </a:pPr>
            <a:r>
              <a:rPr lang="en-US" sz="1400" dirty="0"/>
              <a:t>Use a naïve Bayesian classifier to distinguish between spam/non-spam.</a:t>
            </a:r>
          </a:p>
          <a:p>
            <a:pPr lvl="2">
              <a:buFont typeface="Wingdings" panose="05000000000000000000" pitchFamily="2" charset="2"/>
              <a:buChar char="§"/>
            </a:pPr>
            <a:r>
              <a:rPr lang="en-US" sz="1400" dirty="0"/>
              <a:t>Learn a playout policy to simulate games (current board -&gt; good move)</a:t>
            </a:r>
          </a:p>
        </p:txBody>
      </p:sp>
      <p:grpSp>
        <p:nvGrpSpPr>
          <p:cNvPr id="18" name="Group 17">
            <a:extLst>
              <a:ext uri="{FF2B5EF4-FFF2-40B4-BE49-F238E27FC236}">
                <a16:creationId xmlns:a16="http://schemas.microsoft.com/office/drawing/2014/main" id="{D2BFA770-D0B6-6645-0BDE-09D17F4CD1E3}"/>
              </a:ext>
            </a:extLst>
          </p:cNvPr>
          <p:cNvGrpSpPr/>
          <p:nvPr/>
        </p:nvGrpSpPr>
        <p:grpSpPr>
          <a:xfrm>
            <a:off x="7907055" y="1432085"/>
            <a:ext cx="3413389" cy="1662277"/>
            <a:chOff x="7907055" y="1766723"/>
            <a:chExt cx="3413389" cy="1662277"/>
          </a:xfrm>
        </p:grpSpPr>
        <p:grpSp>
          <p:nvGrpSpPr>
            <p:cNvPr id="6" name="Group 5">
              <a:extLst>
                <a:ext uri="{FF2B5EF4-FFF2-40B4-BE49-F238E27FC236}">
                  <a16:creationId xmlns:a16="http://schemas.microsoft.com/office/drawing/2014/main" id="{0BC73BE4-EDEB-CB56-22B8-EF0651C8CDB2}"/>
                </a:ext>
              </a:extLst>
            </p:cNvPr>
            <p:cNvGrpSpPr/>
            <p:nvPr/>
          </p:nvGrpSpPr>
          <p:grpSpPr>
            <a:xfrm>
              <a:off x="7907055" y="2514600"/>
              <a:ext cx="3413389" cy="914400"/>
              <a:chOff x="7861376" y="1943099"/>
              <a:chExt cx="3413389" cy="914400"/>
            </a:xfrm>
          </p:grpSpPr>
          <p:sp>
            <p:nvSpPr>
              <p:cNvPr id="3" name="Rectangle 2">
                <a:extLst>
                  <a:ext uri="{FF2B5EF4-FFF2-40B4-BE49-F238E27FC236}">
                    <a16:creationId xmlns:a16="http://schemas.microsoft.com/office/drawing/2014/main" id="{4FA6B835-1DD0-E48C-B41D-96A2FE19ABB3}"/>
                  </a:ext>
                </a:extLst>
              </p:cNvPr>
              <p:cNvSpPr/>
              <p:nvPr/>
            </p:nvSpPr>
            <p:spPr>
              <a:xfrm>
                <a:off x="7861376" y="2110495"/>
                <a:ext cx="1371600" cy="579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Algorithm</a:t>
                </a:r>
                <a:br>
                  <a:rPr lang="en-US" dirty="0"/>
                </a:br>
                <a:r>
                  <a:rPr lang="en-US" sz="1400" dirty="0"/>
                  <a:t>chooses actions</a:t>
                </a:r>
                <a:endParaRPr lang="en-US" dirty="0"/>
              </a:p>
            </p:txBody>
          </p:sp>
          <p:sp>
            <p:nvSpPr>
              <p:cNvPr id="4" name="Cylinder 3">
                <a:extLst>
                  <a:ext uri="{FF2B5EF4-FFF2-40B4-BE49-F238E27FC236}">
                    <a16:creationId xmlns:a16="http://schemas.microsoft.com/office/drawing/2014/main" id="{8B52A23D-24B8-F245-3FDA-327AE50767EA}"/>
                  </a:ext>
                </a:extLst>
              </p:cNvPr>
              <p:cNvSpPr/>
              <p:nvPr/>
            </p:nvSpPr>
            <p:spPr>
              <a:xfrm>
                <a:off x="10284165" y="1943099"/>
                <a:ext cx="990600" cy="914400"/>
              </a:xfrm>
              <a:prstGeom prst="can">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Data</a:t>
                </a:r>
              </a:p>
              <a:p>
                <a:pPr algn="ctr"/>
                <a:r>
                  <a:rPr lang="en-US" sz="1400" dirty="0"/>
                  <a:t>(behavior)</a:t>
                </a:r>
              </a:p>
            </p:txBody>
          </p:sp>
          <p:sp>
            <p:nvSpPr>
              <p:cNvPr id="5" name="Arrow: Right 4">
                <a:extLst>
                  <a:ext uri="{FF2B5EF4-FFF2-40B4-BE49-F238E27FC236}">
                    <a16:creationId xmlns:a16="http://schemas.microsoft.com/office/drawing/2014/main" id="{B234D5C5-4C09-3E6E-2DBF-720EB41A74D9}"/>
                  </a:ext>
                </a:extLst>
              </p:cNvPr>
              <p:cNvSpPr/>
              <p:nvPr/>
            </p:nvSpPr>
            <p:spPr>
              <a:xfrm>
                <a:off x="9334501" y="2209799"/>
                <a:ext cx="838200" cy="38100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creates</a:t>
                </a:r>
              </a:p>
            </p:txBody>
          </p:sp>
        </p:grpSp>
        <p:pic>
          <p:nvPicPr>
            <p:cNvPr id="17" name="Graphic 16" descr="Programmer female with solid fill">
              <a:extLst>
                <a:ext uri="{FF2B5EF4-FFF2-40B4-BE49-F238E27FC236}">
                  <a16:creationId xmlns:a16="http://schemas.microsoft.com/office/drawing/2014/main" id="{DE86EFC3-EF02-1C52-B3C2-A4D2399F5D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73236" y="1766723"/>
              <a:ext cx="839238" cy="839238"/>
            </a:xfrm>
            <a:prstGeom prst="rect">
              <a:avLst/>
            </a:prstGeom>
          </p:spPr>
        </p:pic>
      </p:grpSp>
      <p:sp>
        <p:nvSpPr>
          <p:cNvPr id="19" name="Rectangle 18">
            <a:extLst>
              <a:ext uri="{FF2B5EF4-FFF2-40B4-BE49-F238E27FC236}">
                <a16:creationId xmlns:a16="http://schemas.microsoft.com/office/drawing/2014/main" id="{25DD7F7F-09DD-185A-DC5B-A246B707343B}"/>
              </a:ext>
            </a:extLst>
          </p:cNvPr>
          <p:cNvSpPr/>
          <p:nvPr/>
        </p:nvSpPr>
        <p:spPr>
          <a:xfrm>
            <a:off x="685800" y="4267200"/>
            <a:ext cx="11125200" cy="190500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EDD7D-B2B4-A974-60D4-3C87BC8A048D}"/>
              </a:ext>
            </a:extLst>
          </p:cNvPr>
          <p:cNvSpPr>
            <a:spLocks noGrp="1"/>
          </p:cNvSpPr>
          <p:nvPr>
            <p:ph type="title"/>
          </p:nvPr>
        </p:nvSpPr>
        <p:spPr/>
        <p:txBody>
          <a:bodyPr/>
          <a:lstStyle/>
          <a:p>
            <a:r>
              <a:rPr lang="en-US" dirty="0"/>
              <a:t>Learning Components of an Agent</a:t>
            </a:r>
          </a:p>
        </p:txBody>
      </p:sp>
      <p:sp>
        <p:nvSpPr>
          <p:cNvPr id="3" name="Content Placeholder 2">
            <a:extLst>
              <a:ext uri="{FF2B5EF4-FFF2-40B4-BE49-F238E27FC236}">
                <a16:creationId xmlns:a16="http://schemas.microsoft.com/office/drawing/2014/main" id="{12417218-FBD7-228B-26E1-893FD9EA532A}"/>
              </a:ext>
            </a:extLst>
          </p:cNvPr>
          <p:cNvSpPr>
            <a:spLocks noGrp="1"/>
          </p:cNvSpPr>
          <p:nvPr>
            <p:ph idx="1"/>
          </p:nvPr>
        </p:nvSpPr>
        <p:spPr>
          <a:xfrm>
            <a:off x="838200" y="1524001"/>
            <a:ext cx="10515600" cy="838200"/>
          </a:xfrm>
        </p:spPr>
        <p:txBody>
          <a:bodyPr>
            <a:normAutofit fontScale="92500" lnSpcReduction="20000"/>
          </a:bodyPr>
          <a:lstStyle/>
          <a:p>
            <a:r>
              <a:rPr lang="en-US" dirty="0"/>
              <a:t>We can learn many different components of an agent from examples</a:t>
            </a:r>
          </a:p>
          <a:p>
            <a:r>
              <a:rPr lang="en-US" b="1" dirty="0"/>
              <a:t>Example</a:t>
            </a:r>
            <a:r>
              <a:rPr lang="en-US" dirty="0"/>
              <a:t>: Learning components of a model-based reflex agent</a:t>
            </a:r>
          </a:p>
        </p:txBody>
      </p:sp>
      <p:grpSp>
        <p:nvGrpSpPr>
          <p:cNvPr id="19" name="Group 18">
            <a:extLst>
              <a:ext uri="{FF2B5EF4-FFF2-40B4-BE49-F238E27FC236}">
                <a16:creationId xmlns:a16="http://schemas.microsoft.com/office/drawing/2014/main" id="{615DB30F-A502-5246-0B36-376656271739}"/>
              </a:ext>
            </a:extLst>
          </p:cNvPr>
          <p:cNvGrpSpPr/>
          <p:nvPr/>
        </p:nvGrpSpPr>
        <p:grpSpPr>
          <a:xfrm>
            <a:off x="4343400" y="3521077"/>
            <a:ext cx="4673840" cy="2921150"/>
            <a:chOff x="4343400" y="3521077"/>
            <a:chExt cx="4673840" cy="2921150"/>
          </a:xfrm>
        </p:grpSpPr>
        <p:grpSp>
          <p:nvGrpSpPr>
            <p:cNvPr id="16" name="Group 15">
              <a:extLst>
                <a:ext uri="{FF2B5EF4-FFF2-40B4-BE49-F238E27FC236}">
                  <a16:creationId xmlns:a16="http://schemas.microsoft.com/office/drawing/2014/main" id="{58CC50AF-B354-ECB4-1A9C-2C165F322B5C}"/>
                </a:ext>
              </a:extLst>
            </p:cNvPr>
            <p:cNvGrpSpPr/>
            <p:nvPr/>
          </p:nvGrpSpPr>
          <p:grpSpPr>
            <a:xfrm>
              <a:off x="4343400" y="3521077"/>
              <a:ext cx="4673840" cy="2921150"/>
              <a:chOff x="4343400" y="3521077"/>
              <a:chExt cx="4673840" cy="2921150"/>
            </a:xfrm>
          </p:grpSpPr>
          <p:grpSp>
            <p:nvGrpSpPr>
              <p:cNvPr id="11" name="Group 10">
                <a:extLst>
                  <a:ext uri="{FF2B5EF4-FFF2-40B4-BE49-F238E27FC236}">
                    <a16:creationId xmlns:a16="http://schemas.microsoft.com/office/drawing/2014/main" id="{59F90D26-E185-2C89-B5E3-DF7916A9DB29}"/>
                  </a:ext>
                </a:extLst>
              </p:cNvPr>
              <p:cNvGrpSpPr/>
              <p:nvPr/>
            </p:nvGrpSpPr>
            <p:grpSpPr>
              <a:xfrm>
                <a:off x="4343400" y="3521077"/>
                <a:ext cx="4673840" cy="2921150"/>
                <a:chOff x="3886200" y="3340025"/>
                <a:chExt cx="4673840" cy="2921150"/>
              </a:xfrm>
            </p:grpSpPr>
            <p:grpSp>
              <p:nvGrpSpPr>
                <p:cNvPr id="7" name="Group 6">
                  <a:extLst>
                    <a:ext uri="{FF2B5EF4-FFF2-40B4-BE49-F238E27FC236}">
                      <a16:creationId xmlns:a16="http://schemas.microsoft.com/office/drawing/2014/main" id="{FD918DC2-4507-5D5F-5D31-CD1489C309C8}"/>
                    </a:ext>
                  </a:extLst>
                </p:cNvPr>
                <p:cNvGrpSpPr/>
                <p:nvPr/>
              </p:nvGrpSpPr>
              <p:grpSpPr>
                <a:xfrm>
                  <a:off x="3886200" y="3340025"/>
                  <a:ext cx="4673840" cy="2921150"/>
                  <a:chOff x="1981200" y="2717650"/>
                  <a:chExt cx="4673840" cy="2921150"/>
                </a:xfrm>
              </p:grpSpPr>
              <p:pic>
                <p:nvPicPr>
                  <p:cNvPr id="5" name="Picture 4" descr="A figure that shiws how the agent adds a state and a model that describes how the world envolves.">
                    <a:extLst>
                      <a:ext uri="{FF2B5EF4-FFF2-40B4-BE49-F238E27FC236}">
                        <a16:creationId xmlns:a16="http://schemas.microsoft.com/office/drawing/2014/main" id="{0A46FB38-27F4-285F-9030-7FD76C3E1F87}"/>
                      </a:ext>
                    </a:extLst>
                  </p:cNvPr>
                  <p:cNvPicPr>
                    <a:picLocks noChangeAspect="1"/>
                  </p:cNvPicPr>
                  <p:nvPr/>
                </p:nvPicPr>
                <p:blipFill>
                  <a:blip r:embed="rId2"/>
                  <a:stretch>
                    <a:fillRect/>
                  </a:stretch>
                </p:blipFill>
                <p:spPr>
                  <a:xfrm>
                    <a:off x="1981200" y="2717650"/>
                    <a:ext cx="4673840" cy="292115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252FD60-D610-C9F6-B0E7-0CA022B6089C}"/>
                          </a:ext>
                          <a:ext uri="{C183D7F6-B498-43B3-948B-1728B52AA6E4}">
                            <adec:decorative xmlns:adec="http://schemas.microsoft.com/office/drawing/2017/decorative" val="1"/>
                          </a:ext>
                        </a:extLst>
                      </p:cNvPr>
                      <p:cNvSpPr txBox="1"/>
                      <p:nvPr/>
                    </p:nvSpPr>
                    <p:spPr>
                      <a:xfrm>
                        <a:off x="2362200" y="4311134"/>
                        <a:ext cx="14478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i="1">
                                  <a:latin typeface="Cambria Math" panose="02040503050406030204" pitchFamily="18" charset="0"/>
                                </a:rPr>
                                <m:t>𝑠</m:t>
                              </m:r>
                              <m:r>
                                <a:rPr lang="en-US" b="0" i="1"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B252FD60-D610-C9F6-B0E7-0CA022B6089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362200" y="4311134"/>
                        <a:ext cx="1447800" cy="369332"/>
                      </a:xfrm>
                      <a:prstGeom prst="rect">
                        <a:avLst/>
                      </a:prstGeom>
                      <a:blipFill>
                        <a:blip r:embed="rId3"/>
                        <a:stretch>
                          <a:fillRect b="-1311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1800A7A-4D28-36DC-2956-A712429935B9}"/>
                        </a:ext>
                        <a:ext uri="{C183D7F6-B498-43B3-948B-1728B52AA6E4}">
                          <adec:decorative xmlns:adec="http://schemas.microsoft.com/office/drawing/2017/decorative" val="1"/>
                        </a:ext>
                      </a:extLst>
                    </p:cNvPr>
                    <p:cNvSpPr txBox="1"/>
                    <p:nvPr/>
                  </p:nvSpPr>
                  <p:spPr>
                    <a:xfrm>
                      <a:off x="4419600" y="4191000"/>
                      <a:ext cx="1524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81800A7A-4D28-36DC-2956-A712429935B9}"/>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419600" y="4191000"/>
                      <a:ext cx="1524000" cy="369332"/>
                    </a:xfrm>
                    <a:prstGeom prst="rect">
                      <a:avLst/>
                    </a:prstGeom>
                    <a:blipFill>
                      <a:blip r:embed="rId4"/>
                      <a:stretch>
                        <a:fillRect b="-1311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DEFADDC-E927-C6B2-A7B5-FFCED8108F35}"/>
                      </a:ext>
                    </a:extLst>
                  </p:cNvPr>
                  <p:cNvSpPr txBox="1"/>
                  <p:nvPr/>
                </p:nvSpPr>
                <p:spPr>
                  <a:xfrm>
                    <a:off x="7086600" y="3796344"/>
                    <a:ext cx="45806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oMath>
                      </m:oMathPara>
                    </a14:m>
                    <a:endParaRPr lang="en-US" dirty="0"/>
                  </a:p>
                </p:txBody>
              </p:sp>
            </mc:Choice>
            <mc:Fallback xmlns="">
              <p:sp>
                <p:nvSpPr>
                  <p:cNvPr id="15" name="TextBox 14">
                    <a:extLst>
                      <a:ext uri="{FF2B5EF4-FFF2-40B4-BE49-F238E27FC236}">
                        <a16:creationId xmlns:a16="http://schemas.microsoft.com/office/drawing/2014/main" id="{0DEFADDC-E927-C6B2-A7B5-FFCED8108F35}"/>
                      </a:ext>
                    </a:extLst>
                  </p:cNvPr>
                  <p:cNvSpPr txBox="1">
                    <a:spLocks noRot="1" noChangeAspect="1" noMove="1" noResize="1" noEditPoints="1" noAdjustHandles="1" noChangeArrowheads="1" noChangeShapeType="1" noTextEdit="1"/>
                  </p:cNvSpPr>
                  <p:nvPr/>
                </p:nvSpPr>
                <p:spPr>
                  <a:xfrm>
                    <a:off x="7086600" y="3796344"/>
                    <a:ext cx="458066" cy="369332"/>
                  </a:xfrm>
                  <a:prstGeom prst="rect">
                    <a:avLst/>
                  </a:prstGeom>
                  <a:blipFill>
                    <a:blip r:embed="rId5"/>
                    <a:stretch>
                      <a:fillRect b="-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DFB810E-8E28-DE06-BB19-1126FEC9BDCF}"/>
                    </a:ext>
                  </a:extLst>
                </p:cNvPr>
                <p:cNvSpPr txBox="1"/>
                <p:nvPr/>
              </p:nvSpPr>
              <p:spPr>
                <a:xfrm>
                  <a:off x="7162800" y="5715000"/>
                  <a:ext cx="30566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8" name="TextBox 17">
                  <a:extLst>
                    <a:ext uri="{FF2B5EF4-FFF2-40B4-BE49-F238E27FC236}">
                      <a16:creationId xmlns:a16="http://schemas.microsoft.com/office/drawing/2014/main" id="{ADFB810E-8E28-DE06-BB19-1126FEC9BDCF}"/>
                    </a:ext>
                  </a:extLst>
                </p:cNvPr>
                <p:cNvSpPr txBox="1">
                  <a:spLocks noRot="1" noChangeAspect="1" noMove="1" noResize="1" noEditPoints="1" noAdjustHandles="1" noChangeArrowheads="1" noChangeShapeType="1" noTextEdit="1"/>
                </p:cNvSpPr>
                <p:nvPr/>
              </p:nvSpPr>
              <p:spPr>
                <a:xfrm>
                  <a:off x="7162800" y="5715000"/>
                  <a:ext cx="305666" cy="369332"/>
                </a:xfrm>
                <a:prstGeom prst="rect">
                  <a:avLst/>
                </a:prstGeom>
                <a:blipFill>
                  <a:blip r:embed="rId6"/>
                  <a:stretch>
                    <a:fillRect/>
                  </a:stretch>
                </a:blipFill>
              </p:spPr>
              <p:txBody>
                <a:bodyPr/>
                <a:lstStyle/>
                <a:p>
                  <a:r>
                    <a:rPr lang="en-US">
                      <a:noFill/>
                    </a:rPr>
                    <a:t> </a:t>
                  </a:r>
                </a:p>
              </p:txBody>
            </p:sp>
          </mc:Fallback>
        </mc:AlternateContent>
      </p:grpSp>
      <p:sp>
        <p:nvSpPr>
          <p:cNvPr id="8" name="Speech Bubble: Rectangle with Corners Rounded 7">
            <a:extLst>
              <a:ext uri="{FF2B5EF4-FFF2-40B4-BE49-F238E27FC236}">
                <a16:creationId xmlns:a16="http://schemas.microsoft.com/office/drawing/2014/main" id="{9F72E5C4-8BDA-6A63-66FC-74CC4F79E301}"/>
              </a:ext>
            </a:extLst>
          </p:cNvPr>
          <p:cNvSpPr/>
          <p:nvPr/>
        </p:nvSpPr>
        <p:spPr>
          <a:xfrm>
            <a:off x="2279815" y="5969152"/>
            <a:ext cx="1676400" cy="473075"/>
          </a:xfrm>
          <a:prstGeom prst="wedgeRoundRectCallout">
            <a:avLst>
              <a:gd name="adj1" fmla="val 106827"/>
              <a:gd name="adj2" fmla="val -130789"/>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rules</a:t>
            </a:r>
          </a:p>
        </p:txBody>
      </p:sp>
      <p:sp>
        <p:nvSpPr>
          <p:cNvPr id="9" name="Speech Bubble: Rectangle with Corners Rounded 8">
            <a:extLst>
              <a:ext uri="{FF2B5EF4-FFF2-40B4-BE49-F238E27FC236}">
                <a16:creationId xmlns:a16="http://schemas.microsoft.com/office/drawing/2014/main" id="{C2F2423F-7F67-06B8-D609-D6DA89CC3F80}"/>
              </a:ext>
            </a:extLst>
          </p:cNvPr>
          <p:cNvSpPr/>
          <p:nvPr/>
        </p:nvSpPr>
        <p:spPr>
          <a:xfrm>
            <a:off x="2279815" y="3588976"/>
            <a:ext cx="1676400" cy="838200"/>
          </a:xfrm>
          <a:prstGeom prst="wedgeRoundRectCallout">
            <a:avLst>
              <a:gd name="adj1" fmla="val 110308"/>
              <a:gd name="adj2" fmla="val 6044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the transition model</a:t>
            </a:r>
          </a:p>
        </p:txBody>
      </p:sp>
      <p:sp>
        <p:nvSpPr>
          <p:cNvPr id="12" name="Speech Bubble: Rectangle with Corners Rounded 11">
            <a:extLst>
              <a:ext uri="{FF2B5EF4-FFF2-40B4-BE49-F238E27FC236}">
                <a16:creationId xmlns:a16="http://schemas.microsoft.com/office/drawing/2014/main" id="{18DDF1BC-D679-C3C6-54ED-262BA314407D}"/>
              </a:ext>
            </a:extLst>
          </p:cNvPr>
          <p:cNvSpPr/>
          <p:nvPr/>
        </p:nvSpPr>
        <p:spPr>
          <a:xfrm>
            <a:off x="3657600" y="2457375"/>
            <a:ext cx="1676400" cy="838200"/>
          </a:xfrm>
          <a:prstGeom prst="wedgeRoundRectCallout">
            <a:avLst>
              <a:gd name="adj1" fmla="val 54602"/>
              <a:gd name="adj2" fmla="val 12427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the state representation</a:t>
            </a:r>
          </a:p>
        </p:txBody>
      </p:sp>
      <p:sp>
        <p:nvSpPr>
          <p:cNvPr id="13" name="Speech Bubble: Rectangle with Corners Rounded 12">
            <a:extLst>
              <a:ext uri="{FF2B5EF4-FFF2-40B4-BE49-F238E27FC236}">
                <a16:creationId xmlns:a16="http://schemas.microsoft.com/office/drawing/2014/main" id="{5D63C764-EA94-1B81-1349-50DAE8DC4724}"/>
              </a:ext>
            </a:extLst>
          </p:cNvPr>
          <p:cNvSpPr/>
          <p:nvPr/>
        </p:nvSpPr>
        <p:spPr>
          <a:xfrm>
            <a:off x="6117077" y="2362201"/>
            <a:ext cx="1676400" cy="838200"/>
          </a:xfrm>
          <a:prstGeom prst="wedgeRoundRectCallout">
            <a:avLst>
              <a:gd name="adj1" fmla="val -78280"/>
              <a:gd name="adj2" fmla="val 13936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Learn a utility function</a:t>
            </a:r>
          </a:p>
        </p:txBody>
      </p:sp>
    </p:spTree>
    <p:extLst>
      <p:ext uri="{BB962C8B-B14F-4D97-AF65-F5344CB8AC3E}">
        <p14:creationId xmlns:p14="http://schemas.microsoft.com/office/powerpoint/2010/main" val="144577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831CE-DF87-67E9-77D1-77180DEFF9A8}"/>
              </a:ext>
            </a:extLst>
          </p:cNvPr>
          <p:cNvSpPr>
            <a:spLocks noGrp="1"/>
          </p:cNvSpPr>
          <p:nvPr>
            <p:ph type="title"/>
          </p:nvPr>
        </p:nvSpPr>
        <p:spPr/>
        <p:txBody>
          <a:bodyPr>
            <a:normAutofit/>
          </a:bodyPr>
          <a:lstStyle/>
          <a:p>
            <a:r>
              <a:rPr lang="en-US" sz="4000" dirty="0"/>
              <a:t>Typical Use of Supervised ML for Intelligent Agents</a:t>
            </a:r>
          </a:p>
        </p:txBody>
      </p:sp>
      <p:sp>
        <p:nvSpPr>
          <p:cNvPr id="3" name="Content Placeholder 2">
            <a:extLst>
              <a:ext uri="{FF2B5EF4-FFF2-40B4-BE49-F238E27FC236}">
                <a16:creationId xmlns:a16="http://schemas.microsoft.com/office/drawing/2014/main" id="{78A33CD8-6DB6-F8AA-0C14-2EE3075AFB5C}"/>
              </a:ext>
            </a:extLst>
          </p:cNvPr>
          <p:cNvSpPr>
            <a:spLocks noGrp="1"/>
          </p:cNvSpPr>
          <p:nvPr>
            <p:ph idx="1"/>
          </p:nvPr>
        </p:nvSpPr>
        <p:spPr>
          <a:xfrm>
            <a:off x="838200" y="5892367"/>
            <a:ext cx="10515600" cy="614363"/>
          </a:xfrm>
        </p:spPr>
        <p:txBody>
          <a:bodyPr>
            <a:normAutofit fontScale="77500" lnSpcReduction="20000"/>
          </a:bodyPr>
          <a:lstStyle/>
          <a:p>
            <a:pPr marL="0" indent="0" algn="ctr">
              <a:buNone/>
            </a:pPr>
            <a:r>
              <a:rPr lang="en-US" b="1" dirty="0"/>
              <a:t>Bottom line</a:t>
            </a:r>
            <a:r>
              <a:rPr lang="en-US" dirty="0"/>
              <a:t>: Learning a function is often more effective than hard-coding it.</a:t>
            </a:r>
            <a:br>
              <a:rPr lang="en-US" dirty="0"/>
            </a:br>
            <a:r>
              <a:rPr lang="en-US" dirty="0"/>
              <a:t>However, we do not always know how it performs for rare and edge cases!</a:t>
            </a:r>
          </a:p>
        </p:txBody>
      </p:sp>
      <p:grpSp>
        <p:nvGrpSpPr>
          <p:cNvPr id="14" name="Group 13">
            <a:extLst>
              <a:ext uri="{FF2B5EF4-FFF2-40B4-BE49-F238E27FC236}">
                <a16:creationId xmlns:a16="http://schemas.microsoft.com/office/drawing/2014/main" id="{FBFC95B7-AC72-42AE-3403-738C2835427B}"/>
              </a:ext>
            </a:extLst>
          </p:cNvPr>
          <p:cNvGrpSpPr/>
          <p:nvPr/>
        </p:nvGrpSpPr>
        <p:grpSpPr>
          <a:xfrm>
            <a:off x="842153" y="1571075"/>
            <a:ext cx="2377306" cy="4104787"/>
            <a:chOff x="842153" y="1571075"/>
            <a:chExt cx="2377306" cy="4104787"/>
          </a:xfrm>
        </p:grpSpPr>
        <p:sp>
          <p:nvSpPr>
            <p:cNvPr id="5" name="Freeform: Shape 4">
              <a:extLst>
                <a:ext uri="{FF2B5EF4-FFF2-40B4-BE49-F238E27FC236}">
                  <a16:creationId xmlns:a16="http://schemas.microsoft.com/office/drawing/2014/main" id="{A48D9C77-C23F-3D28-1270-0C165C201163}"/>
                </a:ext>
              </a:extLst>
            </p:cNvPr>
            <p:cNvSpPr/>
            <p:nvPr/>
          </p:nvSpPr>
          <p:spPr>
            <a:xfrm>
              <a:off x="842153"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2">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a Policy</a:t>
              </a:r>
            </a:p>
          </p:txBody>
        </p:sp>
        <mc:AlternateContent xmlns:mc="http://schemas.openxmlformats.org/markup-compatibility/2006" xmlns:a14="http://schemas.microsoft.com/office/drawing/2010/main">
          <mc:Choice Requires="a14">
            <p:sp>
              <p:nvSpPr>
                <p:cNvPr id="7" name="Freeform: Shape 6">
                  <a:extLst>
                    <a:ext uri="{FF2B5EF4-FFF2-40B4-BE49-F238E27FC236}">
                      <a16:creationId xmlns:a16="http://schemas.microsoft.com/office/drawing/2014/main" id="{C495EC0E-13F8-DBF8-EED0-131A05D44445}"/>
                    </a:ext>
                  </a:extLst>
                </p:cNvPr>
                <p:cNvSpPr/>
                <p:nvPr/>
              </p:nvSpPr>
              <p:spPr>
                <a:xfrm>
                  <a:off x="842153"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Classification: Directly learn the best action for each state from examples. </a:t>
                  </a:r>
                  <a:br>
                    <a:rPr lang="en-US" sz="1600" kern="1200" dirty="0"/>
                  </a:br>
                  <a:endParaRPr lang="en-US" sz="1600" kern="1200" dirty="0"/>
                </a:p>
                <a:p>
                  <a:pPr marL="171450" lvl="1" indent="-171450" algn="ctr" defTabSz="711200">
                    <a:lnSpc>
                      <a:spcPct val="90000"/>
                    </a:lnSpc>
                    <a:spcBef>
                      <a:spcPct val="0"/>
                    </a:spcBef>
                    <a:spcAft>
                      <a:spcPct val="15000"/>
                    </a:spcAft>
                    <a:buNone/>
                  </a:pPr>
                  <a14:m>
                    <m:oMathPara xmlns:m="http://schemas.openxmlformats.org/officeDocument/2006/math">
                      <m:oMathParaPr>
                        <m:jc m:val="centerGroup"/>
                      </m:oMathParaPr>
                      <m:oMath xmlns:m="http://schemas.openxmlformats.org/officeDocument/2006/math">
                        <m:r>
                          <a:rPr lang="en-US" sz="1400" b="0" i="1" kern="1200" smtClean="0">
                            <a:latin typeface="Cambria Math" panose="02040503050406030204" pitchFamily="18" charset="0"/>
                          </a:rPr>
                          <m:t>𝑎</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h</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𝑠𝑡𝑎𝑡𝑒</m:t>
                        </m:r>
                        <m:r>
                          <a:rPr lang="en-US" sz="1400" b="0" i="1" kern="1200" smtClean="0">
                            <a:latin typeface="Cambria Math" panose="02040503050406030204" pitchFamily="18" charset="0"/>
                          </a:rPr>
                          <m:t> </m:t>
                        </m:r>
                        <m:r>
                          <a:rPr lang="en-US" sz="1400" b="0" i="1" kern="1200" smtClean="0">
                            <a:latin typeface="Cambria Math" panose="02040503050406030204" pitchFamily="18" charset="0"/>
                          </a:rPr>
                          <m:t>𝑓𝑒𝑎𝑡𝑢𝑟𝑒𝑠</m:t>
                        </m:r>
                        <m:r>
                          <a:rPr lang="en-US" sz="1400" b="0" i="1" kern="1200" smtClean="0">
                            <a:latin typeface="Cambria Math" panose="02040503050406030204" pitchFamily="18" charset="0"/>
                          </a:rPr>
                          <m:t>)</m:t>
                        </m:r>
                      </m:oMath>
                    </m:oMathPara>
                  </a14:m>
                  <a:endParaRPr lang="en-US" sz="1600" kern="1200" dirty="0"/>
                </a:p>
                <a:p>
                  <a:pPr marL="0" lvl="1" algn="l" defTabSz="711200">
                    <a:lnSpc>
                      <a:spcPct val="90000"/>
                    </a:lnSpc>
                    <a:spcBef>
                      <a:spcPct val="0"/>
                    </a:spcBef>
                    <a:spcAft>
                      <a:spcPct val="15000"/>
                    </a:spcAft>
                  </a:pPr>
                  <a:endParaRPr lang="en-US" sz="1600" kern="1200" dirty="0"/>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t>This model can also be used as a </a:t>
                  </a:r>
                  <a:r>
                    <a:rPr lang="en-US" sz="1600" b="1" kern="1200" dirty="0"/>
                    <a:t>playout policy </a:t>
                  </a:r>
                  <a:r>
                    <a:rPr lang="en-US" sz="1600" kern="1200" dirty="0"/>
                    <a:t>for Monte Carlo tree search with data from self-play. </a:t>
                  </a:r>
                </a:p>
              </p:txBody>
            </p:sp>
          </mc:Choice>
          <mc:Fallback xmlns="">
            <p:sp>
              <p:nvSpPr>
                <p:cNvPr id="7" name="Freeform: Shape 6">
                  <a:extLst>
                    <a:ext uri="{FF2B5EF4-FFF2-40B4-BE49-F238E27FC236}">
                      <a16:creationId xmlns:a16="http://schemas.microsoft.com/office/drawing/2014/main" id="{C495EC0E-13F8-DBF8-EED0-131A05D44445}"/>
                    </a:ext>
                  </a:extLst>
                </p:cNvPr>
                <p:cNvSpPr>
                  <a:spLocks noRot="1" noChangeAspect="1" noMove="1" noResize="1" noEditPoints="1" noAdjustHandles="1" noChangeArrowheads="1" noChangeShapeType="1" noTextEdit="1"/>
                </p:cNvSpPr>
                <p:nvPr/>
              </p:nvSpPr>
              <p:spPr>
                <a:xfrm>
                  <a:off x="842153"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a:blipFill>
                  <a:blip r:embed="rId2"/>
                  <a:stretch>
                    <a:fillRect l="-1535" r="-1535"/>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8CCA252A-7EE5-13D9-E16C-088C229D51D2}"/>
              </a:ext>
            </a:extLst>
          </p:cNvPr>
          <p:cNvGrpSpPr/>
          <p:nvPr/>
        </p:nvGrpSpPr>
        <p:grpSpPr>
          <a:xfrm>
            <a:off x="3552282" y="1571075"/>
            <a:ext cx="2377306" cy="4104787"/>
            <a:chOff x="3552282" y="1571075"/>
            <a:chExt cx="2377306" cy="4104787"/>
          </a:xfrm>
        </p:grpSpPr>
        <p:sp>
          <p:nvSpPr>
            <p:cNvPr id="8" name="Freeform: Shape 7">
              <a:extLst>
                <a:ext uri="{FF2B5EF4-FFF2-40B4-BE49-F238E27FC236}">
                  <a16:creationId xmlns:a16="http://schemas.microsoft.com/office/drawing/2014/main" id="{AAF9D36A-2AD4-9DAC-B437-CFD4B4B3BA4A}"/>
                </a:ext>
              </a:extLst>
            </p:cNvPr>
            <p:cNvSpPr/>
            <p:nvPr/>
          </p:nvSpPr>
          <p:spPr>
            <a:xfrm>
              <a:off x="3552282"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3">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Evaluation Functions</a:t>
              </a:r>
            </a:p>
          </p:txBody>
        </p:sp>
        <mc:AlternateContent xmlns:mc="http://schemas.openxmlformats.org/markup-compatibility/2006" xmlns:a14="http://schemas.microsoft.com/office/drawing/2010/main">
          <mc:Choice Requires="a14">
            <p:sp>
              <p:nvSpPr>
                <p:cNvPr id="9" name="Freeform: Shape 8">
                  <a:extLst>
                    <a:ext uri="{FF2B5EF4-FFF2-40B4-BE49-F238E27FC236}">
                      <a16:creationId xmlns:a16="http://schemas.microsoft.com/office/drawing/2014/main" id="{F92DA4CB-84F6-D4AA-448C-800D1FC31E4B}"/>
                    </a:ext>
                  </a:extLst>
                </p:cNvPr>
                <p:cNvSpPr/>
                <p:nvPr/>
              </p:nvSpPr>
              <p:spPr>
                <a:xfrm>
                  <a:off x="3552282"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Regression: Learn evaluation functions to estimate state utilities. </a:t>
                  </a:r>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None/>
                  </a:pPr>
                  <a14:m>
                    <m:oMathPara xmlns:m="http://schemas.openxmlformats.org/officeDocument/2006/math">
                      <m:oMathParaPr>
                        <m:jc m:val="centerGroup"/>
                      </m:oMathParaPr>
                      <m:oMath xmlns:m="http://schemas.openxmlformats.org/officeDocument/2006/math">
                        <m:r>
                          <a:rPr lang="en-US" sz="1400" b="0" i="1" kern="1200" smtClean="0">
                            <a:latin typeface="Cambria Math" panose="02040503050406030204" pitchFamily="18" charset="0"/>
                          </a:rPr>
                          <m:t>𝑒𝑣𝑎𝑙</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h</m:t>
                        </m:r>
                        <m:r>
                          <a:rPr lang="en-US" sz="1400" b="0" i="1" kern="1200" smtClean="0">
                            <a:latin typeface="Cambria Math" panose="02040503050406030204" pitchFamily="18" charset="0"/>
                          </a:rPr>
                          <m:t>(</m:t>
                        </m:r>
                        <m:r>
                          <a:rPr lang="en-US" sz="1400" b="0" i="1" kern="1200" smtClean="0">
                            <a:latin typeface="Cambria Math" panose="02040503050406030204" pitchFamily="18" charset="0"/>
                          </a:rPr>
                          <m:t>𝑠𝑡𝑎𝑡𝑒</m:t>
                        </m:r>
                        <m:r>
                          <a:rPr lang="en-US" sz="1400" b="0" i="1" kern="1200" smtClean="0">
                            <a:latin typeface="Cambria Math" panose="02040503050406030204" pitchFamily="18" charset="0"/>
                          </a:rPr>
                          <m:t> </m:t>
                        </m:r>
                        <m:r>
                          <a:rPr lang="en-US" sz="1400" b="0" i="1" kern="1200" smtClean="0">
                            <a:latin typeface="Cambria Math" panose="02040503050406030204" pitchFamily="18" charset="0"/>
                          </a:rPr>
                          <m:t>𝑓𝑒𝑎𝑡𝑢𝑟𝑒𝑠</m:t>
                        </m:r>
                        <m:r>
                          <a:rPr lang="en-US" sz="1400" b="0" i="1" kern="1200" smtClean="0">
                            <a:latin typeface="Cambria Math" panose="02040503050406030204" pitchFamily="18" charset="0"/>
                          </a:rPr>
                          <m:t>)</m:t>
                        </m:r>
                      </m:oMath>
                    </m:oMathPara>
                  </a14:m>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a:t>Can learn a </a:t>
                  </a:r>
                  <a:r>
                    <a:rPr lang="en-US" sz="1600" b="1" kern="1200" dirty="0"/>
                    <a:t>heuristic</a:t>
                  </a:r>
                  <a:r>
                    <a:rPr lang="en-US" sz="1600" kern="1200" dirty="0"/>
                    <a:t> for heuristic alpha-beta search.</a:t>
                  </a:r>
                </a:p>
                <a:p>
                  <a:pPr marL="171450" lvl="1" indent="-171450" algn="l" defTabSz="711200">
                    <a:lnSpc>
                      <a:spcPct val="90000"/>
                    </a:lnSpc>
                    <a:spcBef>
                      <a:spcPct val="0"/>
                    </a:spcBef>
                    <a:spcAft>
                      <a:spcPct val="15000"/>
                    </a:spcAft>
                    <a:buChar char="•"/>
                  </a:pPr>
                  <a:endParaRPr lang="en-US" sz="1600" dirty="0"/>
                </a:p>
                <a:p>
                  <a:pPr marL="171450" lvl="1" indent="-171450" algn="l" defTabSz="711200">
                    <a:lnSpc>
                      <a:spcPct val="90000"/>
                    </a:lnSpc>
                    <a:spcBef>
                      <a:spcPct val="0"/>
                    </a:spcBef>
                    <a:spcAft>
                      <a:spcPct val="15000"/>
                    </a:spcAft>
                    <a:buChar char="•"/>
                  </a:pPr>
                  <a:r>
                    <a:rPr lang="en-US" sz="1600" dirty="0"/>
                    <a:t>For</a:t>
                  </a:r>
                  <a:r>
                    <a:rPr lang="en-US" sz="1600" kern="1200" dirty="0"/>
                    <a:t> reinforcement learning we can learn action values </a:t>
                  </a:r>
                  <a14:m>
                    <m:oMath xmlns:m="http://schemas.openxmlformats.org/officeDocument/2006/math">
                      <m:r>
                        <a:rPr lang="en-US" sz="1400" i="1" kern="1200" dirty="0" smtClean="0">
                          <a:latin typeface="Cambria Math" panose="02040503050406030204" pitchFamily="18" charset="0"/>
                        </a:rPr>
                        <m:t>𝑞</m:t>
                      </m:r>
                      <m:r>
                        <a:rPr lang="en-US" sz="1400" i="1" kern="1200" dirty="0" smtClean="0">
                          <a:latin typeface="Cambria Math" panose="02040503050406030204" pitchFamily="18" charset="0"/>
                        </a:rPr>
                        <m:t>(</m:t>
                      </m:r>
                      <m:r>
                        <a:rPr lang="en-US" sz="1400" i="1" kern="1200" dirty="0" err="1" smtClean="0">
                          <a:latin typeface="Cambria Math" panose="02040503050406030204" pitchFamily="18" charset="0"/>
                        </a:rPr>
                        <m:t>𝑠𝑡𝑎𝑡𝑒</m:t>
                      </m:r>
                      <m:r>
                        <a:rPr lang="en-US" sz="1400" i="1" kern="1200" dirty="0" err="1" smtClean="0">
                          <a:latin typeface="Cambria Math" panose="02040503050406030204" pitchFamily="18" charset="0"/>
                        </a:rPr>
                        <m:t>,</m:t>
                      </m:r>
                      <m:r>
                        <a:rPr lang="en-US" sz="1400" i="1" kern="1200" dirty="0" err="1" smtClean="0">
                          <a:latin typeface="Cambria Math" panose="02040503050406030204" pitchFamily="18" charset="0"/>
                        </a:rPr>
                        <m:t>𝑎𝑐𝑡𝑖𝑜𝑛</m:t>
                      </m:r>
                      <m:r>
                        <a:rPr lang="en-US" sz="1400" i="1" kern="1200" dirty="0" smtClean="0">
                          <a:latin typeface="Cambria Math" panose="02040503050406030204" pitchFamily="18" charset="0"/>
                        </a:rPr>
                        <m:t>)</m:t>
                      </m:r>
                    </m:oMath>
                  </a14:m>
                  <a:r>
                    <a:rPr lang="en-US" sz="1400" kern="1200" dirty="0"/>
                    <a:t>.</a:t>
                  </a:r>
                  <a:endParaRPr lang="en-US" sz="1600" kern="1200" dirty="0"/>
                </a:p>
              </p:txBody>
            </p:sp>
          </mc:Choice>
          <mc:Fallback xmlns="">
            <p:sp>
              <p:nvSpPr>
                <p:cNvPr id="9" name="Freeform: Shape 8">
                  <a:extLst>
                    <a:ext uri="{FF2B5EF4-FFF2-40B4-BE49-F238E27FC236}">
                      <a16:creationId xmlns:a16="http://schemas.microsoft.com/office/drawing/2014/main" id="{F92DA4CB-84F6-D4AA-448C-800D1FC31E4B}"/>
                    </a:ext>
                  </a:extLst>
                </p:cNvPr>
                <p:cNvSpPr>
                  <a:spLocks noRot="1" noChangeAspect="1" noMove="1" noResize="1" noEditPoints="1" noAdjustHandles="1" noChangeArrowheads="1" noChangeShapeType="1" noTextEdit="1"/>
                </p:cNvSpPr>
                <p:nvPr/>
              </p:nvSpPr>
              <p:spPr>
                <a:xfrm>
                  <a:off x="3552282"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a:blipFill>
                  <a:blip r:embed="rId3"/>
                  <a:stretch>
                    <a:fillRect l="-1790" r="-767"/>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21802172-FED6-A59E-6835-9A0B6DCDFF88}"/>
              </a:ext>
            </a:extLst>
          </p:cNvPr>
          <p:cNvGrpSpPr/>
          <p:nvPr/>
        </p:nvGrpSpPr>
        <p:grpSpPr>
          <a:xfrm>
            <a:off x="6262411" y="1571075"/>
            <a:ext cx="2377306" cy="4104787"/>
            <a:chOff x="6262411" y="1571075"/>
            <a:chExt cx="2377306" cy="4104787"/>
          </a:xfrm>
        </p:grpSpPr>
        <p:sp>
          <p:nvSpPr>
            <p:cNvPr id="10" name="Freeform: Shape 9">
              <a:extLst>
                <a:ext uri="{FF2B5EF4-FFF2-40B4-BE49-F238E27FC236}">
                  <a16:creationId xmlns:a16="http://schemas.microsoft.com/office/drawing/2014/main" id="{671E3106-39A3-A77A-36D8-E7A385B99EAF}"/>
                </a:ext>
              </a:extLst>
            </p:cNvPr>
            <p:cNvSpPr/>
            <p:nvPr/>
          </p:nvSpPr>
          <p:spPr>
            <a:xfrm>
              <a:off x="6262411"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4">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Learn Perception </a:t>
              </a:r>
              <a:br>
                <a:rPr lang="en-US" sz="1600" b="1" kern="1200" dirty="0"/>
              </a:br>
              <a:r>
                <a:rPr lang="en-US" sz="1600" b="1" kern="1200" dirty="0"/>
                <a:t>and Actuation</a:t>
              </a:r>
              <a:endParaRPr lang="en-US" sz="1600" kern="1200" dirty="0"/>
            </a:p>
          </p:txBody>
        </p:sp>
        <p:sp>
          <p:nvSpPr>
            <p:cNvPr id="11" name="Freeform: Shape 10">
              <a:extLst>
                <a:ext uri="{FF2B5EF4-FFF2-40B4-BE49-F238E27FC236}">
                  <a16:creationId xmlns:a16="http://schemas.microsoft.com/office/drawing/2014/main" id="{15E01483-3B4C-AB1B-42B3-E27DB0AE5F97}"/>
                </a:ext>
              </a:extLst>
            </p:cNvPr>
            <p:cNvSpPr/>
            <p:nvPr/>
          </p:nvSpPr>
          <p:spPr>
            <a:xfrm>
              <a:off x="6262411"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400" b="1" kern="1200" dirty="0"/>
                <a:t>Natural language processing: </a:t>
              </a:r>
              <a:r>
                <a:rPr lang="en-US" sz="1400" kern="1200" dirty="0"/>
                <a:t>Use deep learning / word embeddings / language models to understand concepts, translate between languages, or generate text.</a:t>
              </a:r>
            </a:p>
            <a:p>
              <a:pPr marL="171450" lvl="1" indent="-171450" algn="l" defTabSz="711200">
                <a:lnSpc>
                  <a:spcPct val="90000"/>
                </a:lnSpc>
                <a:spcBef>
                  <a:spcPct val="0"/>
                </a:spcBef>
                <a:spcAft>
                  <a:spcPct val="15000"/>
                </a:spcAft>
                <a:buChar char="•"/>
              </a:pPr>
              <a:r>
                <a:rPr lang="en-US" sz="1400" b="1" kern="1200" dirty="0"/>
                <a:t>Speech recognition</a:t>
              </a:r>
              <a:r>
                <a:rPr lang="en-US" sz="1400" kern="1200" dirty="0"/>
                <a:t>: Identify the most likely sequence of words. </a:t>
              </a:r>
            </a:p>
            <a:p>
              <a:pPr marL="171450" lvl="1" indent="-171450" algn="l" defTabSz="711200">
                <a:lnSpc>
                  <a:spcPct val="90000"/>
                </a:lnSpc>
                <a:spcBef>
                  <a:spcPct val="0"/>
                </a:spcBef>
                <a:spcAft>
                  <a:spcPct val="15000"/>
                </a:spcAft>
                <a:buChar char="•"/>
              </a:pPr>
              <a:r>
                <a:rPr lang="en-US" sz="1400" b="1" kern="1200" dirty="0"/>
                <a:t>Vision</a:t>
              </a:r>
              <a:r>
                <a:rPr lang="en-US" sz="1400" kern="1200" dirty="0"/>
                <a:t>: Object recognition in images/videos. Generate images/video.</a:t>
              </a:r>
            </a:p>
            <a:p>
              <a:pPr marL="171450" lvl="1" indent="-171450" algn="l" defTabSz="711200">
                <a:lnSpc>
                  <a:spcPct val="90000"/>
                </a:lnSpc>
                <a:spcBef>
                  <a:spcPct val="0"/>
                </a:spcBef>
                <a:spcAft>
                  <a:spcPct val="15000"/>
                </a:spcAft>
                <a:buChar char="•"/>
              </a:pPr>
              <a:r>
                <a:rPr lang="en-US" sz="1400" b="1" dirty="0"/>
                <a:t>Robotics</a:t>
              </a:r>
              <a:r>
                <a:rPr lang="en-US" sz="1400" dirty="0"/>
                <a:t>: Learn how to move safely.</a:t>
              </a:r>
              <a:endParaRPr lang="en-US" sz="1400" kern="1200" dirty="0"/>
            </a:p>
          </p:txBody>
        </p:sp>
      </p:grpSp>
      <p:grpSp>
        <p:nvGrpSpPr>
          <p:cNvPr id="17" name="Group 16">
            <a:extLst>
              <a:ext uri="{FF2B5EF4-FFF2-40B4-BE49-F238E27FC236}">
                <a16:creationId xmlns:a16="http://schemas.microsoft.com/office/drawing/2014/main" id="{71BB0827-B0BB-7D23-43AF-6D29B3EF9603}"/>
              </a:ext>
            </a:extLst>
          </p:cNvPr>
          <p:cNvGrpSpPr/>
          <p:nvPr/>
        </p:nvGrpSpPr>
        <p:grpSpPr>
          <a:xfrm>
            <a:off x="8972540" y="1571075"/>
            <a:ext cx="2377306" cy="4104787"/>
            <a:chOff x="8972540" y="1571075"/>
            <a:chExt cx="2377306" cy="4104787"/>
          </a:xfrm>
        </p:grpSpPr>
        <p:sp>
          <p:nvSpPr>
            <p:cNvPr id="12" name="Freeform: Shape 11">
              <a:extLst>
                <a:ext uri="{FF2B5EF4-FFF2-40B4-BE49-F238E27FC236}">
                  <a16:creationId xmlns:a16="http://schemas.microsoft.com/office/drawing/2014/main" id="{6146F0A1-3C1D-DCD2-2525-4DE003D14EB7}"/>
                </a:ext>
              </a:extLst>
            </p:cNvPr>
            <p:cNvSpPr/>
            <p:nvPr/>
          </p:nvSpPr>
          <p:spPr>
            <a:xfrm>
              <a:off x="8972540" y="1571075"/>
              <a:ext cx="2377306" cy="460800"/>
            </a:xfrm>
            <a:custGeom>
              <a:avLst/>
              <a:gdLst>
                <a:gd name="connsiteX0" fmla="*/ 0 w 2377306"/>
                <a:gd name="connsiteY0" fmla="*/ 0 h 460800"/>
                <a:gd name="connsiteX1" fmla="*/ 2377306 w 2377306"/>
                <a:gd name="connsiteY1" fmla="*/ 0 h 460800"/>
                <a:gd name="connsiteX2" fmla="*/ 2377306 w 2377306"/>
                <a:gd name="connsiteY2" fmla="*/ 460800 h 460800"/>
                <a:gd name="connsiteX3" fmla="*/ 0 w 2377306"/>
                <a:gd name="connsiteY3" fmla="*/ 460800 h 460800"/>
                <a:gd name="connsiteX4" fmla="*/ 0 w 2377306"/>
                <a:gd name="connsiteY4" fmla="*/ 0 h 46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460800">
                  <a:moveTo>
                    <a:pt x="0" y="0"/>
                  </a:moveTo>
                  <a:lnTo>
                    <a:pt x="2377306" y="0"/>
                  </a:lnTo>
                  <a:lnTo>
                    <a:pt x="2377306" y="460800"/>
                  </a:lnTo>
                  <a:lnTo>
                    <a:pt x="0" y="460800"/>
                  </a:lnTo>
                  <a:lnTo>
                    <a:pt x="0" y="0"/>
                  </a:lnTo>
                  <a:close/>
                </a:path>
              </a:pathLst>
            </a:custGeom>
          </p:spPr>
          <p:style>
            <a:lnRef idx="1">
              <a:schemeClr val="accent5">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Compressing Tables</a:t>
              </a:r>
            </a:p>
          </p:txBody>
        </p:sp>
        <p:sp>
          <p:nvSpPr>
            <p:cNvPr id="13" name="Freeform: Shape 12" descr="ML models can be used to learn actions or an evaluation function from state descriptions. ML is also used in preprocessing percepts (natural language processing, object detection) or to compress large tables like joint probability tables.">
              <a:extLst>
                <a:ext uri="{FF2B5EF4-FFF2-40B4-BE49-F238E27FC236}">
                  <a16:creationId xmlns:a16="http://schemas.microsoft.com/office/drawing/2014/main" id="{A91EE390-CF43-7810-F566-F13B3E450673}"/>
                </a:ext>
              </a:extLst>
            </p:cNvPr>
            <p:cNvSpPr/>
            <p:nvPr/>
          </p:nvSpPr>
          <p:spPr>
            <a:xfrm>
              <a:off x="8972540" y="2031875"/>
              <a:ext cx="2377306" cy="3643987"/>
            </a:xfrm>
            <a:custGeom>
              <a:avLst/>
              <a:gdLst>
                <a:gd name="connsiteX0" fmla="*/ 0 w 2377306"/>
                <a:gd name="connsiteY0" fmla="*/ 0 h 3643987"/>
                <a:gd name="connsiteX1" fmla="*/ 2377306 w 2377306"/>
                <a:gd name="connsiteY1" fmla="*/ 0 h 3643987"/>
                <a:gd name="connsiteX2" fmla="*/ 2377306 w 2377306"/>
                <a:gd name="connsiteY2" fmla="*/ 3643987 h 3643987"/>
                <a:gd name="connsiteX3" fmla="*/ 0 w 2377306"/>
                <a:gd name="connsiteY3" fmla="*/ 3643987 h 3643987"/>
                <a:gd name="connsiteX4" fmla="*/ 0 w 2377306"/>
                <a:gd name="connsiteY4" fmla="*/ 0 h 3643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06" h="3643987">
                  <a:moveTo>
                    <a:pt x="0" y="0"/>
                  </a:moveTo>
                  <a:lnTo>
                    <a:pt x="2377306" y="0"/>
                  </a:lnTo>
                  <a:lnTo>
                    <a:pt x="2377306" y="3643987"/>
                  </a:lnTo>
                  <a:lnTo>
                    <a:pt x="0" y="3643987"/>
                  </a:lnTo>
                  <a:lnTo>
                    <a:pt x="0" y="0"/>
                  </a:lnTo>
                  <a:close/>
                </a:path>
              </a:pathLst>
            </a:custGeom>
          </p:spPr>
          <p:style>
            <a:lnRef idx="1">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Neural networks can be used as a compact representation of tables that do not fit in memory. E.g.,</a:t>
              </a:r>
            </a:p>
            <a:p>
              <a:pPr marL="342900" lvl="2" indent="-171450" algn="l" defTabSz="711200">
                <a:lnSpc>
                  <a:spcPct val="90000"/>
                </a:lnSpc>
                <a:spcBef>
                  <a:spcPct val="0"/>
                </a:spcBef>
                <a:spcAft>
                  <a:spcPct val="15000"/>
                </a:spcAft>
                <a:buChar char="•"/>
              </a:pPr>
              <a:r>
                <a:rPr lang="en-US" sz="1600" kern="1200" dirty="0"/>
                <a:t>Joint and conditional probability tables</a:t>
              </a:r>
            </a:p>
            <a:p>
              <a:pPr marL="342900" lvl="2" indent="-171450" algn="l" defTabSz="711200">
                <a:lnSpc>
                  <a:spcPct val="90000"/>
                </a:lnSpc>
                <a:spcBef>
                  <a:spcPct val="0"/>
                </a:spcBef>
                <a:spcAft>
                  <a:spcPct val="15000"/>
                </a:spcAft>
                <a:buChar char="•"/>
              </a:pPr>
              <a:r>
                <a:rPr lang="en-US" sz="1600" kern="1200" dirty="0"/>
                <a:t>State utility tables (i.e., an evaluation function)</a:t>
              </a:r>
            </a:p>
            <a:p>
              <a:pPr marL="342900" lvl="2" indent="-171450" algn="l" defTabSz="711200">
                <a:lnSpc>
                  <a:spcPct val="90000"/>
                </a:lnSpc>
                <a:spcBef>
                  <a:spcPct val="0"/>
                </a:spcBef>
                <a:spcAft>
                  <a:spcPct val="15000"/>
                </a:spcAft>
                <a:buChar char="•"/>
              </a:pPr>
              <a:r>
                <a:rPr lang="en-US" sz="1600" dirty="0"/>
                <a:t>Q-Value tables in reinforcement learning</a:t>
              </a:r>
              <a:endParaRPr lang="en-US" sz="1600" kern="1200" dirty="0"/>
            </a:p>
          </p:txBody>
        </p:sp>
      </p:grpSp>
    </p:spTree>
    <p:extLst>
      <p:ext uri="{BB962C8B-B14F-4D97-AF65-F5344CB8AC3E}">
        <p14:creationId xmlns:p14="http://schemas.microsoft.com/office/powerpoint/2010/main" val="324020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A26192-9985-61B3-1862-CB2B4AEA10EE}"/>
              </a:ext>
            </a:extLst>
          </p:cNvPr>
          <p:cNvSpPr>
            <a:spLocks noGrp="1"/>
          </p:cNvSpPr>
          <p:nvPr>
            <p:ph type="title"/>
          </p:nvPr>
        </p:nvSpPr>
        <p:spPr/>
        <p:txBody>
          <a:bodyPr/>
          <a:lstStyle/>
          <a:p>
            <a:r>
              <a:rPr lang="en-US" dirty="0"/>
              <a:t>Example: Tic-Tac-Toe</a:t>
            </a:r>
          </a:p>
        </p:txBody>
      </p:sp>
      <p:sp>
        <p:nvSpPr>
          <p:cNvPr id="5" name="Text Placeholder 4">
            <a:extLst>
              <a:ext uri="{FF2B5EF4-FFF2-40B4-BE49-F238E27FC236}">
                <a16:creationId xmlns:a16="http://schemas.microsoft.com/office/drawing/2014/main" id="{27155609-91CE-AB43-C11F-4EDBE7F8208B}"/>
              </a:ext>
            </a:extLst>
          </p:cNvPr>
          <p:cNvSpPr>
            <a:spLocks noGrp="1"/>
          </p:cNvSpPr>
          <p:nvPr>
            <p:ph type="body" idx="1"/>
          </p:nvPr>
        </p:nvSpPr>
        <p:spPr/>
        <p:txBody>
          <a:bodyPr/>
          <a:lstStyle/>
          <a:p>
            <a:r>
              <a:rPr lang="en-US" dirty="0"/>
              <a:t>Approaches to implement/learn an evaluation function.</a:t>
            </a:r>
          </a:p>
        </p:txBody>
      </p:sp>
    </p:spTree>
    <p:extLst>
      <p:ext uri="{BB962C8B-B14F-4D97-AF65-F5344CB8AC3E}">
        <p14:creationId xmlns:p14="http://schemas.microsoft.com/office/powerpoint/2010/main" val="1659130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3AB4A-BA76-6B7A-35BA-9C89E6B0AA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FB00EB-3D3F-916F-00C4-EAFC4E93DE48}"/>
              </a:ext>
            </a:extLst>
          </p:cNvPr>
          <p:cNvSpPr>
            <a:spLocks noGrp="1"/>
          </p:cNvSpPr>
          <p:nvPr>
            <p:ph type="title"/>
          </p:nvPr>
        </p:nvSpPr>
        <p:spPr/>
        <p:txBody>
          <a:bodyPr/>
          <a:lstStyle/>
          <a:p>
            <a:r>
              <a:rPr lang="en-US" dirty="0"/>
              <a:t>Utility of Being in a State: State Value</a:t>
            </a:r>
          </a:p>
        </p:txBody>
      </p:sp>
      <mc:AlternateContent xmlns:mc="http://schemas.openxmlformats.org/markup-compatibility/2006">
        <mc:Choice xmlns:a14="http://schemas.microsoft.com/office/drawing/2010/main" Requires="a14">
          <p:sp>
            <p:nvSpPr>
              <p:cNvPr id="13" name="Content Placeholder 12">
                <a:extLst>
                  <a:ext uri="{FF2B5EF4-FFF2-40B4-BE49-F238E27FC236}">
                    <a16:creationId xmlns:a16="http://schemas.microsoft.com/office/drawing/2014/main" id="{8FC611EC-5A86-CB69-0063-2E49EC96D805}"/>
                  </a:ext>
                </a:extLst>
              </p:cNvPr>
              <p:cNvSpPr>
                <a:spLocks noGrp="1"/>
              </p:cNvSpPr>
              <p:nvPr>
                <p:ph idx="1"/>
              </p:nvPr>
            </p:nvSpPr>
            <p:spPr>
              <a:xfrm>
                <a:off x="838200" y="2988959"/>
                <a:ext cx="10515600" cy="3188003"/>
              </a:xfrm>
            </p:spPr>
            <p:txBody>
              <a:bodyPr>
                <a:normAutofit fontScale="55000" lnSpcReduction="20000"/>
              </a:bodyPr>
              <a:lstStyle/>
              <a:p>
                <a:pPr marL="0" indent="0">
                  <a:buNone/>
                </a:pPr>
                <a:r>
                  <a:rPr lang="en-US" b="1" dirty="0"/>
                  <a:t>Approach</a:t>
                </a:r>
                <a:r>
                  <a:rPr lang="en-US" dirty="0"/>
                  <a:t>: Try all actions and pick the action that leads to the state with the largest state value.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𝑎𝑟𝑔𝑚𝑎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ub>
                      </m:sSub>
                      <m:r>
                        <a:rPr lang="en-US" b="0" i="1" smtClean="0">
                          <a:latin typeface="Cambria Math" panose="02040503050406030204" pitchFamily="18" charset="0"/>
                        </a:rPr>
                        <m:t> </m:t>
                      </m:r>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𝑟𝑒𝑠𝑢𝑙𝑡</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e>
                      </m:d>
                    </m:oMath>
                  </m:oMathPara>
                </a14:m>
                <a:endParaRPr lang="en-US" dirty="0"/>
              </a:p>
              <a:p>
                <a:endParaRPr lang="en-US" dirty="0"/>
              </a:p>
              <a:p>
                <a:pPr marL="0" indent="0">
                  <a:buNone/>
                </a:pPr>
                <a:r>
                  <a:rPr lang="en-US" dirty="0"/>
                  <a:t>The state value is defined as:</a:t>
                </a:r>
              </a:p>
              <a:p>
                <a:pPr marL="0" indent="0">
                  <a:buNone/>
                </a:pPr>
                <a:endParaRPr lang="en-US" sz="2800" b="0" i="1" dirty="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sz="2900" b="0" i="1" smtClean="0">
                          <a:latin typeface="Cambria Math" panose="02040503050406030204" pitchFamily="18" charset="0"/>
                        </a:rPr>
                        <m:t>𝑈</m:t>
                      </m:r>
                      <m:d>
                        <m:dPr>
                          <m:ctrlPr>
                            <a:rPr lang="en-US" sz="2900" b="0" i="1" smtClean="0">
                              <a:latin typeface="Cambria Math" panose="02040503050406030204" pitchFamily="18" charset="0"/>
                            </a:rPr>
                          </m:ctrlPr>
                        </m:dPr>
                        <m:e>
                          <m:r>
                            <a:rPr lang="en-US" sz="2900" b="0" i="1" smtClean="0">
                              <a:latin typeface="Cambria Math" panose="02040503050406030204" pitchFamily="18" charset="0"/>
                            </a:rPr>
                            <m:t>𝑠</m:t>
                          </m:r>
                        </m:e>
                      </m:d>
                      <m:r>
                        <a:rPr lang="en-US" sz="2900" b="0" i="1" smtClean="0">
                          <a:latin typeface="Cambria Math" panose="02040503050406030204" pitchFamily="18" charset="0"/>
                        </a:rPr>
                        <m:t>=</m:t>
                      </m:r>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ea typeface="Cambria Math" panose="02040503050406030204" pitchFamily="18" charset="0"/>
                            </a:rPr>
                            <m:t>𝔼</m:t>
                          </m:r>
                        </m:e>
                        <m:sub>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𝜋</m:t>
                              </m:r>
                            </m:e>
                            <m:sub>
                              <m:r>
                                <a:rPr lang="en-US" sz="2900" b="0" i="1" smtClean="0">
                                  <a:latin typeface="Cambria Math" panose="02040503050406030204" pitchFamily="18" charset="0"/>
                                </a:rPr>
                                <m:t>𝑥</m:t>
                              </m:r>
                            </m:sub>
                          </m:sSub>
                          <m:r>
                            <a:rPr lang="en-US" sz="2900" b="0" i="1" smtClean="0">
                              <a:latin typeface="Cambria Math" panose="02040503050406030204" pitchFamily="18" charset="0"/>
                            </a:rPr>
                            <m:t>,</m:t>
                          </m:r>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𝜋</m:t>
                              </m:r>
                            </m:e>
                            <m:sub>
                              <m:r>
                                <a:rPr lang="en-US" sz="2900" b="0" i="1" smtClean="0">
                                  <a:latin typeface="Cambria Math" panose="02040503050406030204" pitchFamily="18" charset="0"/>
                                </a:rPr>
                                <m:t>𝑜</m:t>
                              </m:r>
                            </m:sub>
                          </m:sSub>
                        </m:sub>
                      </m:sSub>
                      <m:d>
                        <m:dPr>
                          <m:begChr m:val="["/>
                          <m:endChr m:val="]"/>
                          <m:ctrlPr>
                            <a:rPr lang="en-US" sz="2900" b="0" i="1" smtClean="0">
                              <a:latin typeface="Cambria Math" panose="02040503050406030204" pitchFamily="18" charset="0"/>
                            </a:rPr>
                          </m:ctrlPr>
                        </m:dPr>
                        <m:e>
                          <m:r>
                            <a:rPr lang="en-US" sz="2900" b="0" i="1" smtClean="0">
                              <a:latin typeface="Cambria Math" panose="02040503050406030204" pitchFamily="18" charset="0"/>
                            </a:rPr>
                            <m:t>𝑢</m:t>
                          </m:r>
                          <m:r>
                            <a:rPr lang="en-US" sz="2900" b="0" i="1" smtClean="0">
                              <a:latin typeface="Cambria Math" panose="02040503050406030204" pitchFamily="18" charset="0"/>
                            </a:rPr>
                            <m:t>|</m:t>
                          </m:r>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𝑠</m:t>
                              </m:r>
                            </m:e>
                            <m:sub>
                              <m:r>
                                <a:rPr lang="en-US" sz="2900" b="0" i="1" smtClean="0">
                                  <a:latin typeface="Cambria Math" panose="02040503050406030204" pitchFamily="18" charset="0"/>
                                </a:rPr>
                                <m:t>0</m:t>
                              </m:r>
                            </m:sub>
                          </m:sSub>
                          <m:r>
                            <a:rPr lang="en-US" sz="2900" b="0" i="1" smtClean="0">
                              <a:latin typeface="Cambria Math" panose="02040503050406030204" pitchFamily="18" charset="0"/>
                            </a:rPr>
                            <m:t>=</m:t>
                          </m:r>
                          <m:r>
                            <a:rPr lang="en-US" sz="2900" b="0" i="1" smtClean="0">
                              <a:latin typeface="Cambria Math" panose="02040503050406030204" pitchFamily="18" charset="0"/>
                            </a:rPr>
                            <m:t>𝑠</m:t>
                          </m:r>
                        </m:e>
                      </m:d>
                      <m:r>
                        <a:rPr lang="en-US" sz="2900" b="0" i="1" smtClean="0">
                          <a:latin typeface="Cambria Math" panose="02040503050406030204" pitchFamily="18" charset="0"/>
                        </a:rPr>
                        <m:t>,</m:t>
                      </m:r>
                    </m:oMath>
                  </m:oMathPara>
                </a14:m>
                <a:br>
                  <a:rPr lang="en-US" sz="2900" b="0" dirty="0"/>
                </a:br>
                <a:endParaRPr lang="en-US" sz="2900" b="0" dirty="0"/>
              </a:p>
              <a:p>
                <a:pPr marL="457200" lvl="1" indent="0">
                  <a:buNone/>
                </a:pPr>
                <a:endParaRPr lang="en-US" dirty="0"/>
              </a:p>
              <a:p>
                <a:pPr marL="457200" lvl="1" indent="0">
                  <a:buNone/>
                </a:pPr>
                <a:r>
                  <a:rPr lang="en-US" b="0" dirty="0"/>
                  <a:t>with the </a:t>
                </a:r>
                <a:r>
                  <a:rPr lang="en-US" dirty="0"/>
                  <a:t>playout policies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𝑜</m:t>
                        </m:r>
                      </m:sub>
                    </m:sSub>
                  </m:oMath>
                </a14:m>
                <a:r>
                  <a:rPr lang="en-US" dirty="0"/>
                  <a:t> of player x and o.</a:t>
                </a:r>
              </a:p>
              <a:p>
                <a:pPr marL="457200" lvl="1" indent="0">
                  <a:buNone/>
                </a:pPr>
                <a:endParaRPr lang="en-US" dirty="0"/>
              </a:p>
              <a:p>
                <a:pPr marL="0" indent="0">
                  <a:buNone/>
                </a:pPr>
                <a:r>
                  <a:rPr lang="en-US" dirty="0"/>
                  <a:t>Questions: </a:t>
                </a:r>
              </a:p>
              <a:p>
                <a:pPr lvl="1"/>
                <a:r>
                  <a:rPr lang="en-US" dirty="0"/>
                  <a:t>What playout policies do we use? Random, optimal, …</a:t>
                </a:r>
              </a:p>
              <a:p>
                <a:pPr lvl="1"/>
                <a:r>
                  <a:rPr lang="en-US" dirty="0"/>
                  <a:t>How do we estimate the expected value?</a:t>
                </a:r>
              </a:p>
            </p:txBody>
          </p:sp>
        </mc:Choice>
        <mc:Fallback>
          <p:sp>
            <p:nvSpPr>
              <p:cNvPr id="13" name="Content Placeholder 12">
                <a:extLst>
                  <a:ext uri="{FF2B5EF4-FFF2-40B4-BE49-F238E27FC236}">
                    <a16:creationId xmlns:a16="http://schemas.microsoft.com/office/drawing/2014/main" id="{8FC611EC-5A86-CB69-0063-2E49EC96D805}"/>
                  </a:ext>
                </a:extLst>
              </p:cNvPr>
              <p:cNvSpPr>
                <a:spLocks noGrp="1" noRot="1" noChangeAspect="1" noMove="1" noResize="1" noEditPoints="1" noAdjustHandles="1" noChangeArrowheads="1" noChangeShapeType="1" noTextEdit="1"/>
              </p:cNvSpPr>
              <p:nvPr>
                <p:ph idx="1"/>
              </p:nvPr>
            </p:nvSpPr>
            <p:spPr>
              <a:xfrm>
                <a:off x="838200" y="2988959"/>
                <a:ext cx="10515600" cy="3188003"/>
              </a:xfrm>
              <a:blipFill>
                <a:blip r:embed="rId2"/>
                <a:stretch>
                  <a:fillRect l="-232" t="-2103" b="-1147"/>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E7AC3F2D-8B95-579E-0296-14A5D11AEEB1}"/>
              </a:ext>
            </a:extLst>
          </p:cNvPr>
          <p:cNvGrpSpPr/>
          <p:nvPr/>
        </p:nvGrpSpPr>
        <p:grpSpPr>
          <a:xfrm>
            <a:off x="4300963" y="1526790"/>
            <a:ext cx="5662108" cy="1183474"/>
            <a:chOff x="1023624" y="2250062"/>
            <a:chExt cx="5662108" cy="1183474"/>
          </a:xfrm>
        </p:grpSpPr>
        <mc:AlternateContent xmlns:mc="http://schemas.openxmlformats.org/markup-compatibility/2006">
          <mc:Choice xmlns:a14="http://schemas.microsoft.com/office/drawing/2010/main" Requires="a14">
            <p:sp>
              <p:nvSpPr>
                <p:cNvPr id="193" name="TextBox 192">
                  <a:extLst>
                    <a:ext uri="{FF2B5EF4-FFF2-40B4-BE49-F238E27FC236}">
                      <a16:creationId xmlns:a16="http://schemas.microsoft.com/office/drawing/2014/main" id="{A87975BC-11E8-384E-F9C6-3AA5173C24A2}"/>
                    </a:ext>
                  </a:extLst>
                </p:cNvPr>
                <p:cNvSpPr txBox="1"/>
                <p:nvPr/>
              </p:nvSpPr>
              <p:spPr>
                <a:xfrm>
                  <a:off x="3556658" y="2768256"/>
                  <a:ext cx="312907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𝑈</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oMath>
                    </m:oMathPara>
                  </a14:m>
                  <a:endParaRPr lang="en-US" sz="2400" dirty="0"/>
                </a:p>
              </p:txBody>
            </p:sp>
          </mc:Choice>
          <mc:Fallback>
            <p:sp>
              <p:nvSpPr>
                <p:cNvPr id="193" name="TextBox 192">
                  <a:extLst>
                    <a:ext uri="{FF2B5EF4-FFF2-40B4-BE49-F238E27FC236}">
                      <a16:creationId xmlns:a16="http://schemas.microsoft.com/office/drawing/2014/main" id="{A87975BC-11E8-384E-F9C6-3AA5173C24A2}"/>
                    </a:ext>
                  </a:extLst>
                </p:cNvPr>
                <p:cNvSpPr txBox="1">
                  <a:spLocks noRot="1" noChangeAspect="1" noMove="1" noResize="1" noEditPoints="1" noAdjustHandles="1" noChangeArrowheads="1" noChangeShapeType="1" noTextEdit="1"/>
                </p:cNvSpPr>
                <p:nvPr/>
              </p:nvSpPr>
              <p:spPr>
                <a:xfrm>
                  <a:off x="3556658" y="2768256"/>
                  <a:ext cx="3129074" cy="461665"/>
                </a:xfrm>
                <a:prstGeom prst="rect">
                  <a:avLst/>
                </a:prstGeom>
                <a:blipFill>
                  <a:blip r:embed="rId3"/>
                  <a:stretch>
                    <a:fillRect/>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9512E362-39BE-DF3E-66E6-2A74793FCA54}"/>
                </a:ext>
              </a:extLst>
            </p:cNvPr>
            <p:cNvGrpSpPr/>
            <p:nvPr/>
          </p:nvGrpSpPr>
          <p:grpSpPr>
            <a:xfrm>
              <a:off x="1023624" y="2250062"/>
              <a:ext cx="1441800" cy="1183474"/>
              <a:chOff x="1023624" y="2250062"/>
              <a:chExt cx="1441800" cy="1183474"/>
            </a:xfrm>
          </p:grpSpPr>
          <p:grpSp>
            <p:nvGrpSpPr>
              <p:cNvPr id="3" name="Group 2">
                <a:extLst>
                  <a:ext uri="{FF2B5EF4-FFF2-40B4-BE49-F238E27FC236}">
                    <a16:creationId xmlns:a16="http://schemas.microsoft.com/office/drawing/2014/main" id="{50F667E9-1CDC-A2C8-496E-7544035F8B87}"/>
                  </a:ext>
                </a:extLst>
              </p:cNvPr>
              <p:cNvGrpSpPr/>
              <p:nvPr/>
            </p:nvGrpSpPr>
            <p:grpSpPr>
              <a:xfrm>
                <a:off x="1023624" y="2645856"/>
                <a:ext cx="1441800" cy="787680"/>
                <a:chOff x="1023624" y="2645856"/>
                <a:chExt cx="1441800" cy="787680"/>
              </a:xfrm>
            </p:grpSpPr>
            <mc:AlternateContent xmlns:mc="http://schemas.openxmlformats.org/markup-compatibility/2006" xmlns:p14="http://schemas.microsoft.com/office/powerpoint/2010/main">
              <mc:Choice Requires="p14">
                <p:contentPart p14:bwMode="auto" r:id="rId4">
                  <p14:nvContentPartPr>
                    <p14:cNvPr id="177" name="Ink 176">
                      <a:extLst>
                        <a:ext uri="{FF2B5EF4-FFF2-40B4-BE49-F238E27FC236}">
                          <a16:creationId xmlns:a16="http://schemas.microsoft.com/office/drawing/2014/main" id="{FFB68281-506D-F66A-B10E-F3382BA83E12}"/>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3"/>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8" name="Ink 177">
                      <a:extLst>
                        <a:ext uri="{FF2B5EF4-FFF2-40B4-BE49-F238E27FC236}">
                          <a16:creationId xmlns:a16="http://schemas.microsoft.com/office/drawing/2014/main" id="{8CF54184-7AD2-C6A4-4B8B-B68DAAA2B43F}"/>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5"/>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9" name="Ink 178">
                      <a:extLst>
                        <a:ext uri="{FF2B5EF4-FFF2-40B4-BE49-F238E27FC236}">
                          <a16:creationId xmlns:a16="http://schemas.microsoft.com/office/drawing/2014/main" id="{0512F32E-0C3F-F415-66D3-3224EF39915A}"/>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7"/>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0" name="Ink 179">
                      <a:extLst>
                        <a:ext uri="{FF2B5EF4-FFF2-40B4-BE49-F238E27FC236}">
                          <a16:creationId xmlns:a16="http://schemas.microsoft.com/office/drawing/2014/main" id="{C70A4D3C-C8C8-9BFD-846C-904499802355}"/>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29"/>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1" name="Ink 180">
                      <a:extLst>
                        <a:ext uri="{FF2B5EF4-FFF2-40B4-BE49-F238E27FC236}">
                          <a16:creationId xmlns:a16="http://schemas.microsoft.com/office/drawing/2014/main" id="{ABA85023-FB7D-E19C-5492-88BA43ADC709}"/>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1"/>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2" name="Ink 181">
                      <a:extLst>
                        <a:ext uri="{FF2B5EF4-FFF2-40B4-BE49-F238E27FC236}">
                          <a16:creationId xmlns:a16="http://schemas.microsoft.com/office/drawing/2014/main" id="{AC3980DA-E4B7-6B6F-EB45-8288319F5375}"/>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3"/>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4" name="Ink 183">
                      <a:extLst>
                        <a:ext uri="{FF2B5EF4-FFF2-40B4-BE49-F238E27FC236}">
                          <a16:creationId xmlns:a16="http://schemas.microsoft.com/office/drawing/2014/main" id="{2BC01B0E-C3AC-4AF1-67C9-D3A3A8383991}"/>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5"/>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5" name="Ink 184">
                      <a:extLst>
                        <a:ext uri="{FF2B5EF4-FFF2-40B4-BE49-F238E27FC236}">
                          <a16:creationId xmlns:a16="http://schemas.microsoft.com/office/drawing/2014/main" id="{18451AB9-83AF-F45C-7CDB-EDF0DF3EC023}"/>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7"/>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7" name="Ink 186">
                      <a:extLst>
                        <a:ext uri="{FF2B5EF4-FFF2-40B4-BE49-F238E27FC236}">
                          <a16:creationId xmlns:a16="http://schemas.microsoft.com/office/drawing/2014/main" id="{5090C569-5230-AD5B-A153-A29B76CA4348}"/>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39"/>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8" name="Ink 187">
                      <a:extLst>
                        <a:ext uri="{FF2B5EF4-FFF2-40B4-BE49-F238E27FC236}">
                          <a16:creationId xmlns:a16="http://schemas.microsoft.com/office/drawing/2014/main" id="{546BCB01-6AEF-4290-EF61-D804F8AD9270}"/>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1"/>
                    <a:stretch>
                      <a:fillRect/>
                    </a:stretch>
                  </p:blipFill>
                  <p:spPr>
                    <a:xfrm>
                      <a:off x="1425744" y="3319056"/>
                      <a:ext cx="211320" cy="108720"/>
                    </a:xfrm>
                    <a:prstGeom prst="rect">
                      <a:avLst/>
                    </a:prstGeom>
                  </p:spPr>
                </p:pic>
              </mc:Fallback>
            </mc:AlternateContent>
          </p:gr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B197B8F3-3ABF-4EE7-FDDC-609D33825762}"/>
                      </a:ext>
                    </a:extLst>
                  </p:cNvPr>
                  <p:cNvSpPr txBox="1"/>
                  <p:nvPr/>
                </p:nvSpPr>
                <p:spPr>
                  <a:xfrm>
                    <a:off x="1217304" y="2250062"/>
                    <a:ext cx="798633" cy="338554"/>
                  </a:xfrm>
                  <a:prstGeom prst="rect">
                    <a:avLst/>
                  </a:prstGeom>
                  <a:noFill/>
                </p:spPr>
                <p:txBody>
                  <a:bodyPr wrap="square">
                    <a:spAutoFit/>
                  </a:bodyPr>
                  <a:lstStyle/>
                  <a:p>
                    <a:pPr algn="ctr"/>
                    <a:r>
                      <a:rPr lang="en-US" sz="1600" b="0" dirty="0"/>
                      <a:t>State </a:t>
                    </a:r>
                    <a14:m>
                      <m:oMath xmlns:m="http://schemas.openxmlformats.org/officeDocument/2006/math">
                        <m:r>
                          <a:rPr lang="en-US" sz="1600" b="0" i="1" smtClean="0">
                            <a:latin typeface="Cambria Math" panose="02040503050406030204" pitchFamily="18" charset="0"/>
                          </a:rPr>
                          <m:t>𝑠</m:t>
                        </m:r>
                      </m:oMath>
                    </a14:m>
                    <a:endParaRPr lang="en-US" sz="1600" dirty="0"/>
                  </a:p>
                </p:txBody>
              </p:sp>
            </mc:Choice>
            <mc:Fallback xmlns="">
              <p:sp>
                <p:nvSpPr>
                  <p:cNvPr id="194" name="TextBox 193">
                    <a:extLst>
                      <a:ext uri="{FF2B5EF4-FFF2-40B4-BE49-F238E27FC236}">
                        <a16:creationId xmlns:a16="http://schemas.microsoft.com/office/drawing/2014/main" id="{B197B8F3-3ABF-4EE7-FDDC-609D33825762}"/>
                      </a:ext>
                    </a:extLst>
                  </p:cNvPr>
                  <p:cNvSpPr txBox="1">
                    <a:spLocks noRot="1" noChangeAspect="1" noMove="1" noResize="1" noEditPoints="1" noAdjustHandles="1" noChangeArrowheads="1" noChangeShapeType="1" noTextEdit="1"/>
                  </p:cNvSpPr>
                  <p:nvPr/>
                </p:nvSpPr>
                <p:spPr>
                  <a:xfrm>
                    <a:off x="1217304" y="2250062"/>
                    <a:ext cx="798633" cy="338554"/>
                  </a:xfrm>
                  <a:prstGeom prst="rect">
                    <a:avLst/>
                  </a:prstGeom>
                  <a:blipFill>
                    <a:blip r:embed="rId42"/>
                    <a:stretch>
                      <a:fillRect l="-3053" t="-5357" b="-21429"/>
                    </a:stretch>
                  </a:blipFill>
                </p:spPr>
                <p:txBody>
                  <a:bodyPr/>
                  <a:lstStyle/>
                  <a:p>
                    <a:r>
                      <a:rPr lang="en-US">
                        <a:noFill/>
                      </a:rPr>
                      <a:t> </a:t>
                    </a:r>
                  </a:p>
                </p:txBody>
              </p:sp>
            </mc:Fallback>
          </mc:AlternateContent>
        </p:grpSp>
        <p:sp>
          <p:nvSpPr>
            <p:cNvPr id="5" name="Arrow: Right 4">
              <a:extLst>
                <a:ext uri="{FF2B5EF4-FFF2-40B4-BE49-F238E27FC236}">
                  <a16:creationId xmlns:a16="http://schemas.microsoft.com/office/drawing/2014/main" id="{3BF1D5CB-BC67-B5BD-1145-2682BA8ABBE4}"/>
                </a:ext>
              </a:extLst>
            </p:cNvPr>
            <p:cNvSpPr/>
            <p:nvPr/>
          </p:nvSpPr>
          <p:spPr>
            <a:xfrm>
              <a:off x="2728944" y="2823638"/>
              <a:ext cx="640789" cy="360489"/>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BC080439-A80D-6FE2-F592-E74DE29D0F27}"/>
                  </a:ext>
                </a:extLst>
              </p:cNvPr>
              <p:cNvSpPr txBox="1"/>
              <p:nvPr/>
            </p:nvSpPr>
            <p:spPr>
              <a:xfrm>
                <a:off x="7838814" y="4549404"/>
                <a:ext cx="3514986" cy="1169551"/>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14:m>
                  <m:oMath xmlns:m="http://schemas.openxmlformats.org/officeDocument/2006/math">
                    <m:r>
                      <a:rPr lang="en-US" sz="1400" b="0" i="1" smtClean="0">
                        <a:latin typeface="Cambria Math" panose="02040503050406030204" pitchFamily="18" charset="0"/>
                      </a:rPr>
                      <m:t>𝑢</m:t>
                    </m:r>
                  </m:oMath>
                </a14:m>
                <a:r>
                  <a:rPr lang="en-US" sz="1400" dirty="0"/>
                  <a:t> is the observed utility of when finishing a game starting at board </a:t>
                </a:r>
                <a14:m>
                  <m:oMath xmlns:m="http://schemas.openxmlformats.org/officeDocument/2006/math">
                    <m:r>
                      <a:rPr lang="en-US" sz="1400" i="1" dirty="0" smtClean="0">
                        <a:latin typeface="Cambria Math" panose="02040503050406030204" pitchFamily="18" charset="0"/>
                      </a:rPr>
                      <m:t>𝑠</m:t>
                    </m:r>
                  </m:oMath>
                </a14:m>
                <a:r>
                  <a:rPr lang="en-US" sz="1400" dirty="0"/>
                  <a:t>.</a:t>
                </a:r>
              </a:p>
              <a:p>
                <a:pPr algn="ctr"/>
                <a:endParaRPr lang="en-US" sz="1400" dirty="0"/>
              </a:p>
              <a:p>
                <a:pPr algn="ctr"/>
                <a:r>
                  <a:rPr lang="en-US" sz="1400" dirty="0"/>
                  <a:t>Expectation is used for stochastic playout strategies!</a:t>
                </a:r>
              </a:p>
            </p:txBody>
          </p:sp>
        </mc:Choice>
        <mc:Fallback>
          <p:sp>
            <p:nvSpPr>
              <p:cNvPr id="15" name="TextBox 14">
                <a:extLst>
                  <a:ext uri="{FF2B5EF4-FFF2-40B4-BE49-F238E27FC236}">
                    <a16:creationId xmlns:a16="http://schemas.microsoft.com/office/drawing/2014/main" id="{BC080439-A80D-6FE2-F592-E74DE29D0F27}"/>
                  </a:ext>
                </a:extLst>
              </p:cNvPr>
              <p:cNvSpPr txBox="1">
                <a:spLocks noRot="1" noChangeAspect="1" noMove="1" noResize="1" noEditPoints="1" noAdjustHandles="1" noChangeArrowheads="1" noChangeShapeType="1" noTextEdit="1"/>
              </p:cNvSpPr>
              <p:nvPr/>
            </p:nvSpPr>
            <p:spPr>
              <a:xfrm>
                <a:off x="7838814" y="4549404"/>
                <a:ext cx="3514986" cy="1169551"/>
              </a:xfrm>
              <a:prstGeom prst="rect">
                <a:avLst/>
              </a:prstGeom>
              <a:blipFill>
                <a:blip r:embed="rId43"/>
                <a:stretch>
                  <a:fillRect b="-3571"/>
                </a:stretch>
              </a:blipFill>
            </p:spPr>
            <p:txBody>
              <a:bodyPr/>
              <a:lstStyle/>
              <a:p>
                <a:r>
                  <a:rPr lang="en-US">
                    <a:noFill/>
                  </a:rPr>
                  <a:t> </a:t>
                </a:r>
              </a:p>
            </p:txBody>
          </p:sp>
        </mc:Fallback>
      </mc:AlternateContent>
    </p:spTree>
    <p:extLst>
      <p:ext uri="{BB962C8B-B14F-4D97-AF65-F5344CB8AC3E}">
        <p14:creationId xmlns:p14="http://schemas.microsoft.com/office/powerpoint/2010/main" val="161219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48693-37EC-A688-B99F-3EF5B735E45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4763B3A9-3C52-9467-8E5F-2452B911D7F0}"/>
                  </a:ext>
                </a:extLst>
              </p:cNvPr>
              <p:cNvGraphicFramePr>
                <a:graphicFrameLocks noGrp="1"/>
              </p:cNvGraphicFramePr>
              <p:nvPr>
                <p:extLst>
                  <p:ext uri="{D42A27DB-BD31-4B8C-83A1-F6EECF244321}">
                    <p14:modId xmlns:p14="http://schemas.microsoft.com/office/powerpoint/2010/main" val="2419946311"/>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p:graphicFrame>
            <p:nvGraphicFramePr>
              <p:cNvPr id="5" name="Table 4">
                <a:extLst>
                  <a:ext uri="{FF2B5EF4-FFF2-40B4-BE49-F238E27FC236}">
                    <a16:creationId xmlns:a16="http://schemas.microsoft.com/office/drawing/2014/main" id="{4763B3A9-3C52-9467-8E5F-2452B911D7F0}"/>
                  </a:ext>
                </a:extLst>
              </p:cNvPr>
              <p:cNvGraphicFramePr>
                <a:graphicFrameLocks noGrp="1"/>
              </p:cNvGraphicFramePr>
              <p:nvPr>
                <p:extLst>
                  <p:ext uri="{D42A27DB-BD31-4B8C-83A1-F6EECF244321}">
                    <p14:modId xmlns:p14="http://schemas.microsoft.com/office/powerpoint/2010/main" val="2419946311"/>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874" r="-401498" b="-263793"/>
                          </a:stretch>
                        </a:blipFill>
                      </a:tcPr>
                    </a:tc>
                    <a:tc>
                      <a:txBody>
                        <a:bodyPr/>
                        <a:lstStyle/>
                        <a:p>
                          <a:endParaRPr lang="en-US"/>
                        </a:p>
                      </a:txBody>
                      <a:tcPr>
                        <a:blipFill>
                          <a:blip r:embed="rId2"/>
                          <a:stretch>
                            <a:fillRect l="-100375" t="-2874" r="-301498" b="-26379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48005">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C4D81357-9821-F456-00EE-D013F50BE95B}"/>
              </a:ext>
            </a:extLst>
          </p:cNvPr>
          <p:cNvSpPr>
            <a:spLocks noGrp="1"/>
          </p:cNvSpPr>
          <p:nvPr>
            <p:ph type="title"/>
          </p:nvPr>
        </p:nvSpPr>
        <p:spPr>
          <a:xfrm>
            <a:off x="499872" y="200533"/>
            <a:ext cx="10515600" cy="1325563"/>
          </a:xfrm>
        </p:spPr>
        <p:txBody>
          <a:bodyPr/>
          <a:lstStyle/>
          <a:p>
            <a:r>
              <a:rPr lang="en-US" dirty="0"/>
              <a:t>Minimax and Variations</a:t>
            </a:r>
          </a:p>
        </p:txBody>
      </p:sp>
      <p:grpSp>
        <p:nvGrpSpPr>
          <p:cNvPr id="2" name="Group 1">
            <a:extLst>
              <a:ext uri="{FF2B5EF4-FFF2-40B4-BE49-F238E27FC236}">
                <a16:creationId xmlns:a16="http://schemas.microsoft.com/office/drawing/2014/main" id="{9A3F4712-EA69-E6E9-16D2-BDB6006A61DF}"/>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3">
              <p14:nvContentPartPr>
                <p14:cNvPr id="42" name="Ink 41">
                  <a:extLst>
                    <a:ext uri="{FF2B5EF4-FFF2-40B4-BE49-F238E27FC236}">
                      <a16:creationId xmlns:a16="http://schemas.microsoft.com/office/drawing/2014/main" id="{D56CAA28-3F47-56F7-9683-4D841D18760A}"/>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2C8D9E05-A04F-2A29-5D2E-8EFB23CC5EF5}"/>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Ink 43">
                  <a:extLst>
                    <a:ext uri="{FF2B5EF4-FFF2-40B4-BE49-F238E27FC236}">
                      <a16:creationId xmlns:a16="http://schemas.microsoft.com/office/drawing/2014/main" id="{13422BA9-B9F1-B1C5-C720-412ADB4AB216}"/>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Ink 44">
                  <a:extLst>
                    <a:ext uri="{FF2B5EF4-FFF2-40B4-BE49-F238E27FC236}">
                      <a16:creationId xmlns:a16="http://schemas.microsoft.com/office/drawing/2014/main" id="{E76FE794-B98A-340E-3C0D-6A1F6C222A34}"/>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Ink 46">
                  <a:extLst>
                    <a:ext uri="{FF2B5EF4-FFF2-40B4-BE49-F238E27FC236}">
                      <a16:creationId xmlns:a16="http://schemas.microsoft.com/office/drawing/2014/main" id="{DB1CEF87-29B9-5A1C-4CAC-5C345E3B542E}"/>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Ink 47">
                  <a:extLst>
                    <a:ext uri="{FF2B5EF4-FFF2-40B4-BE49-F238E27FC236}">
                      <a16:creationId xmlns:a16="http://schemas.microsoft.com/office/drawing/2014/main" id="{79B34D2C-354E-91EA-8C8A-E70AEBE79121}"/>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Ink 49">
                  <a:extLst>
                    <a:ext uri="{FF2B5EF4-FFF2-40B4-BE49-F238E27FC236}">
                      <a16:creationId xmlns:a16="http://schemas.microsoft.com/office/drawing/2014/main" id="{8ABCC2F9-C182-69A0-54A4-C9A9772B1AD1}"/>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2" name="Ink 51">
                  <a:extLst>
                    <a:ext uri="{FF2B5EF4-FFF2-40B4-BE49-F238E27FC236}">
                      <a16:creationId xmlns:a16="http://schemas.microsoft.com/office/drawing/2014/main" id="{FD6876E5-34F3-26AD-DC02-94595BDFD35B}"/>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Ink 52">
                  <a:extLst>
                    <a:ext uri="{FF2B5EF4-FFF2-40B4-BE49-F238E27FC236}">
                      <a16:creationId xmlns:a16="http://schemas.microsoft.com/office/drawing/2014/main" id="{A44949DB-471B-17D7-8F37-434ACCF8238F}"/>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Ink 53">
                  <a:extLst>
                    <a:ext uri="{FF2B5EF4-FFF2-40B4-BE49-F238E27FC236}">
                      <a16:creationId xmlns:a16="http://schemas.microsoft.com/office/drawing/2014/main" id="{CEEB04C9-878D-2E4B-3682-25C82C4B43B2}"/>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 name="Group 2">
            <a:extLst>
              <a:ext uri="{FF2B5EF4-FFF2-40B4-BE49-F238E27FC236}">
                <a16:creationId xmlns:a16="http://schemas.microsoft.com/office/drawing/2014/main" id="{BD477773-7446-3FF3-7DCB-B6AF5A07B389}"/>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23">
              <p14:nvContentPartPr>
                <p14:cNvPr id="177" name="Ink 176">
                  <a:extLst>
                    <a:ext uri="{FF2B5EF4-FFF2-40B4-BE49-F238E27FC236}">
                      <a16:creationId xmlns:a16="http://schemas.microsoft.com/office/drawing/2014/main" id="{552A188E-634F-1158-C7A3-6F79AA45237B}"/>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8" name="Ink 177">
                  <a:extLst>
                    <a:ext uri="{FF2B5EF4-FFF2-40B4-BE49-F238E27FC236}">
                      <a16:creationId xmlns:a16="http://schemas.microsoft.com/office/drawing/2014/main" id="{9AD26EBA-CF28-57FD-3188-AF780B7C58FF}"/>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9" name="Ink 178">
                  <a:extLst>
                    <a:ext uri="{FF2B5EF4-FFF2-40B4-BE49-F238E27FC236}">
                      <a16:creationId xmlns:a16="http://schemas.microsoft.com/office/drawing/2014/main" id="{688ECCBE-A5B9-2F55-E9E3-71A05A38C683}"/>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0" name="Ink 179">
                  <a:extLst>
                    <a:ext uri="{FF2B5EF4-FFF2-40B4-BE49-F238E27FC236}">
                      <a16:creationId xmlns:a16="http://schemas.microsoft.com/office/drawing/2014/main" id="{699EBF94-FB23-7935-361C-211C00F59EDA}"/>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1" name="Ink 180">
                  <a:extLst>
                    <a:ext uri="{FF2B5EF4-FFF2-40B4-BE49-F238E27FC236}">
                      <a16:creationId xmlns:a16="http://schemas.microsoft.com/office/drawing/2014/main" id="{E733611D-5DEC-2C5E-359D-B7186714C060}"/>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2" name="Ink 181">
                  <a:extLst>
                    <a:ext uri="{FF2B5EF4-FFF2-40B4-BE49-F238E27FC236}">
                      <a16:creationId xmlns:a16="http://schemas.microsoft.com/office/drawing/2014/main" id="{4D0FEC09-DFA8-71A4-9D2F-B322392AD461}"/>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4" name="Ink 183">
                  <a:extLst>
                    <a:ext uri="{FF2B5EF4-FFF2-40B4-BE49-F238E27FC236}">
                      <a16:creationId xmlns:a16="http://schemas.microsoft.com/office/drawing/2014/main" id="{61B74A45-1F9B-CA1B-C02F-97B37BE0E9EF}"/>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85" name="Ink 184">
                  <a:extLst>
                    <a:ext uri="{FF2B5EF4-FFF2-40B4-BE49-F238E27FC236}">
                      <a16:creationId xmlns:a16="http://schemas.microsoft.com/office/drawing/2014/main" id="{6D8B3F2C-9A13-5391-8125-2EE5408FFDAB}"/>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87" name="Ink 186">
                  <a:extLst>
                    <a:ext uri="{FF2B5EF4-FFF2-40B4-BE49-F238E27FC236}">
                      <a16:creationId xmlns:a16="http://schemas.microsoft.com/office/drawing/2014/main" id="{060D3D33-98C7-FB70-68C2-74B98F6A17A9}"/>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88" name="Ink 187">
                  <a:extLst>
                    <a:ext uri="{FF2B5EF4-FFF2-40B4-BE49-F238E27FC236}">
                      <a16:creationId xmlns:a16="http://schemas.microsoft.com/office/drawing/2014/main" id="{31EDF604-3880-21DC-D933-5F1DE5ADA337}"/>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16" name="TextBox 15">
            <a:extLst>
              <a:ext uri="{FF2B5EF4-FFF2-40B4-BE49-F238E27FC236}">
                <a16:creationId xmlns:a16="http://schemas.microsoft.com/office/drawing/2014/main" id="{1FC001F4-FE69-9204-647C-A8BE893BC40B}"/>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optimal play</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BBEA135-CB79-55E3-374F-6759A3762A3B}"/>
                  </a:ext>
                </a:extLst>
              </p:cNvPr>
              <p:cNvSpPr txBox="1"/>
              <p:nvPr/>
            </p:nvSpPr>
            <p:spPr>
              <a:xfrm>
                <a:off x="7051463" y="664011"/>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𝑠</m:t>
                          </m:r>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sSub>
                            <m:sSubPr>
                              <m:ctrlPr>
                                <a:rPr lang="en-US" sz="2400" i="1">
                                  <a:latin typeface="Cambria Math" panose="02040503050406030204" pitchFamily="18" charset="0"/>
                                </a:rPr>
                              </m:ctrlPr>
                            </m:sSubPr>
                            <m:e>
                              <m:r>
                                <a:rPr lang="en-US" sz="2400" i="1">
                                  <a:latin typeface="Cambria Math" panose="02040503050406030204" pitchFamily="18" charset="0"/>
                                </a:rPr>
                                <m:t>𝜋</m:t>
                              </m:r>
                            </m:e>
                            <m:sub>
                              <m:r>
                                <a:rPr lang="en-US" sz="2400" i="1">
                                  <a:latin typeface="Cambria Math" panose="02040503050406030204" pitchFamily="18" charset="0"/>
                                </a:rPr>
                                <m:t>𝑥</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𝜋</m:t>
                              </m:r>
                            </m:e>
                            <m:sub>
                              <m:r>
                                <a:rPr lang="en-US" sz="2400" i="1">
                                  <a:latin typeface="Cambria Math" panose="02040503050406030204" pitchFamily="18" charset="0"/>
                                </a:rPr>
                                <m:t>𝑜</m:t>
                              </m:r>
                            </m:sub>
                          </m:sSub>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𝑢</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𝑠</m:t>
                          </m:r>
                        </m:e>
                      </m:d>
                    </m:oMath>
                  </m:oMathPara>
                </a14:m>
                <a:endParaRPr lang="en-US" sz="2800" dirty="0"/>
              </a:p>
            </p:txBody>
          </p:sp>
        </mc:Choice>
        <mc:Fallback>
          <p:sp>
            <p:nvSpPr>
              <p:cNvPr id="6" name="TextBox 5">
                <a:extLst>
                  <a:ext uri="{FF2B5EF4-FFF2-40B4-BE49-F238E27FC236}">
                    <a16:creationId xmlns:a16="http://schemas.microsoft.com/office/drawing/2014/main" id="{CBBEA135-CB79-55E3-374F-6759A3762A3B}"/>
                  </a:ext>
                </a:extLst>
              </p:cNvPr>
              <p:cNvSpPr txBox="1">
                <a:spLocks noRot="1" noChangeAspect="1" noMove="1" noResize="1" noEditPoints="1" noAdjustHandles="1" noChangeArrowheads="1" noChangeShapeType="1" noTextEdit="1"/>
              </p:cNvSpPr>
              <p:nvPr/>
            </p:nvSpPr>
            <p:spPr>
              <a:xfrm>
                <a:off x="7051463" y="664011"/>
                <a:ext cx="3435503" cy="495328"/>
              </a:xfrm>
              <a:prstGeom prst="rect">
                <a:avLst/>
              </a:prstGeom>
              <a:blipFill>
                <a:blip r:embed="rId43"/>
                <a:stretch>
                  <a:fillRect l="-176" b="-8235"/>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CFF4C98C-425F-9DF6-CF1D-36B853C3297B}"/>
              </a:ext>
            </a:extLst>
          </p:cNvPr>
          <p:cNvGrpSpPr/>
          <p:nvPr/>
        </p:nvGrpSpPr>
        <p:grpSpPr>
          <a:xfrm>
            <a:off x="2568123" y="2796378"/>
            <a:ext cx="198360" cy="172440"/>
            <a:chOff x="1930179" y="2677633"/>
            <a:chExt cx="198360" cy="172440"/>
          </a:xfrm>
        </p:grpSpPr>
        <mc:AlternateContent xmlns:mc="http://schemas.openxmlformats.org/markup-compatibility/2006" xmlns:p14="http://schemas.microsoft.com/office/powerpoint/2010/main">
          <mc:Choice Requires="p14">
            <p:contentPart p14:bwMode="auto" r:id="rId44">
              <p14:nvContentPartPr>
                <p14:cNvPr id="8" name="Ink 7">
                  <a:extLst>
                    <a:ext uri="{FF2B5EF4-FFF2-40B4-BE49-F238E27FC236}">
                      <a16:creationId xmlns:a16="http://schemas.microsoft.com/office/drawing/2014/main" id="{DA35CB41-16E9-DEB5-4FC5-1CCB6E5C351F}"/>
                    </a:ext>
                  </a:extLst>
                </p14:cNvPr>
                <p14:cNvContentPartPr/>
                <p14:nvPr/>
              </p14:nvContentPartPr>
              <p14:xfrm>
                <a:off x="1962219" y="2677633"/>
                <a:ext cx="157320" cy="167760"/>
              </p14:xfrm>
            </p:contentPart>
          </mc:Choice>
          <mc:Fallback xmlns="">
            <p:pic>
              <p:nvPicPr>
                <p:cNvPr id="175" name="Ink 174">
                  <a:extLst>
                    <a:ext uri="{FF2B5EF4-FFF2-40B4-BE49-F238E27FC236}">
                      <a16:creationId xmlns:a16="http://schemas.microsoft.com/office/drawing/2014/main" id="{D6C5210B-A78A-497E-2B96-6B686D646BE5}"/>
                    </a:ext>
                  </a:extLst>
                </p:cNvPr>
                <p:cNvPicPr/>
                <p:nvPr/>
              </p:nvPicPr>
              <p:blipFill>
                <a:blip r:embed="rId184"/>
                <a:stretch>
                  <a:fillRect/>
                </a:stretch>
              </p:blipFill>
              <p:spPr>
                <a:xfrm>
                  <a:off x="1944579" y="2659993"/>
                  <a:ext cx="1929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 name="Ink 8">
                  <a:extLst>
                    <a:ext uri="{FF2B5EF4-FFF2-40B4-BE49-F238E27FC236}">
                      <a16:creationId xmlns:a16="http://schemas.microsoft.com/office/drawing/2014/main" id="{1B7E1ECD-E265-042C-EBAD-692930EA4578}"/>
                    </a:ext>
                  </a:extLst>
                </p14:cNvPr>
                <p14:cNvContentPartPr/>
                <p14:nvPr/>
              </p14:nvContentPartPr>
              <p14:xfrm>
                <a:off x="1930179" y="2720833"/>
                <a:ext cx="198360" cy="129240"/>
              </p14:xfrm>
            </p:contentPart>
          </mc:Choice>
          <mc:Fallback xmlns="">
            <p:pic>
              <p:nvPicPr>
                <p:cNvPr id="176" name="Ink 175">
                  <a:extLst>
                    <a:ext uri="{FF2B5EF4-FFF2-40B4-BE49-F238E27FC236}">
                      <a16:creationId xmlns:a16="http://schemas.microsoft.com/office/drawing/2014/main" id="{F515C0E9-889D-7634-9F9B-3FAFE4EF82F1}"/>
                    </a:ext>
                  </a:extLst>
                </p:cNvPr>
                <p:cNvPicPr/>
                <p:nvPr/>
              </p:nvPicPr>
              <p:blipFill>
                <a:blip r:embed="rId186"/>
                <a:stretch>
                  <a:fillRect/>
                </a:stretch>
              </p:blipFill>
              <p:spPr>
                <a:xfrm>
                  <a:off x="1912179" y="2703193"/>
                  <a:ext cx="234000" cy="164880"/>
                </a:xfrm>
                <a:prstGeom prst="rect">
                  <a:avLst/>
                </a:prstGeom>
              </p:spPr>
            </p:pic>
          </mc:Fallback>
        </mc:AlternateContent>
      </p:grpSp>
      <p:grpSp>
        <p:nvGrpSpPr>
          <p:cNvPr id="10" name="Group 9">
            <a:extLst>
              <a:ext uri="{FF2B5EF4-FFF2-40B4-BE49-F238E27FC236}">
                <a16:creationId xmlns:a16="http://schemas.microsoft.com/office/drawing/2014/main" id="{199E8482-03C5-10A3-B0E7-198728AB2010}"/>
              </a:ext>
            </a:extLst>
          </p:cNvPr>
          <p:cNvGrpSpPr/>
          <p:nvPr/>
        </p:nvGrpSpPr>
        <p:grpSpPr>
          <a:xfrm>
            <a:off x="1908333" y="4178646"/>
            <a:ext cx="745560" cy="324360"/>
            <a:chOff x="1259139" y="4103953"/>
            <a:chExt cx="745560" cy="374040"/>
          </a:xfrm>
        </p:grpSpPr>
        <mc:AlternateContent xmlns:mc="http://schemas.openxmlformats.org/markup-compatibility/2006" xmlns:p14="http://schemas.microsoft.com/office/powerpoint/2010/main">
          <mc:Choice Requires="p14">
            <p:contentPart p14:bwMode="auto" r:id="rId187">
              <p14:nvContentPartPr>
                <p14:cNvPr id="11" name="Ink 10">
                  <a:extLst>
                    <a:ext uri="{FF2B5EF4-FFF2-40B4-BE49-F238E27FC236}">
                      <a16:creationId xmlns:a16="http://schemas.microsoft.com/office/drawing/2014/main" id="{CBA0ABA5-4542-5470-6F94-6E2A43FE7CAB}"/>
                    </a:ext>
                  </a:extLst>
                </p14:cNvPr>
                <p14:cNvContentPartPr/>
                <p14:nvPr/>
              </p14:nvContentPartPr>
              <p14:xfrm>
                <a:off x="1593219" y="4301593"/>
                <a:ext cx="78840" cy="176400"/>
              </p14:xfrm>
            </p:contentPart>
          </mc:Choice>
          <mc:Fallback xmlns="">
            <p:pic>
              <p:nvPicPr>
                <p:cNvPr id="186" name="Ink 185">
                  <a:extLst>
                    <a:ext uri="{FF2B5EF4-FFF2-40B4-BE49-F238E27FC236}">
                      <a16:creationId xmlns:a16="http://schemas.microsoft.com/office/drawing/2014/main" id="{1F25CFA6-FFAD-1B1B-BDEC-D9C34624F580}"/>
                    </a:ext>
                  </a:extLst>
                </p:cNvPr>
                <p:cNvPicPr/>
                <p:nvPr/>
              </p:nvPicPr>
              <p:blipFill>
                <a:blip r:embed="rId188"/>
                <a:stretch>
                  <a:fillRect/>
                </a:stretch>
              </p:blipFill>
              <p:spPr>
                <a:xfrm>
                  <a:off x="1575579" y="4283953"/>
                  <a:ext cx="11448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2" name="Ink 11">
                  <a:extLst>
                    <a:ext uri="{FF2B5EF4-FFF2-40B4-BE49-F238E27FC236}">
                      <a16:creationId xmlns:a16="http://schemas.microsoft.com/office/drawing/2014/main" id="{0AA2AA6F-2B92-800C-F5D5-549D8A9B5C7D}"/>
                    </a:ext>
                  </a:extLst>
                </p14:cNvPr>
                <p14:cNvContentPartPr/>
                <p14:nvPr/>
              </p14:nvContentPartPr>
              <p14:xfrm>
                <a:off x="1541739" y="4351273"/>
                <a:ext cx="153720" cy="104400"/>
              </p14:xfrm>
            </p:contentPart>
          </mc:Choice>
          <mc:Fallback xmlns="">
            <p:pic>
              <p:nvPicPr>
                <p:cNvPr id="189" name="Ink 188">
                  <a:extLst>
                    <a:ext uri="{FF2B5EF4-FFF2-40B4-BE49-F238E27FC236}">
                      <a16:creationId xmlns:a16="http://schemas.microsoft.com/office/drawing/2014/main" id="{8DEC687D-609E-7CE4-E8A9-9B268AF5DE3F}"/>
                    </a:ext>
                  </a:extLst>
                </p:cNvPr>
                <p:cNvPicPr/>
                <p:nvPr/>
              </p:nvPicPr>
              <p:blipFill>
                <a:blip r:embed="rId190"/>
                <a:stretch>
                  <a:fillRect/>
                </a:stretch>
              </p:blipFill>
              <p:spPr>
                <a:xfrm>
                  <a:off x="1524099" y="4333633"/>
                  <a:ext cx="1893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8" name="Ink 17">
                  <a:extLst>
                    <a:ext uri="{FF2B5EF4-FFF2-40B4-BE49-F238E27FC236}">
                      <a16:creationId xmlns:a16="http://schemas.microsoft.com/office/drawing/2014/main" id="{48A03615-F7DE-D662-CF79-B5DE653FECF5}"/>
                    </a:ext>
                  </a:extLst>
                </p14:cNvPr>
                <p14:cNvContentPartPr/>
                <p14:nvPr/>
              </p14:nvContentPartPr>
              <p14:xfrm>
                <a:off x="1883739" y="4294033"/>
                <a:ext cx="107280" cy="157680"/>
              </p14:xfrm>
            </p:contentPart>
          </mc:Choice>
          <mc:Fallback xmlns="">
            <p:pic>
              <p:nvPicPr>
                <p:cNvPr id="195" name="Ink 194">
                  <a:extLst>
                    <a:ext uri="{FF2B5EF4-FFF2-40B4-BE49-F238E27FC236}">
                      <a16:creationId xmlns:a16="http://schemas.microsoft.com/office/drawing/2014/main" id="{1492A965-808F-7A95-8288-D4B0192CF511}"/>
                    </a:ext>
                  </a:extLst>
                </p:cNvPr>
                <p:cNvPicPr/>
                <p:nvPr/>
              </p:nvPicPr>
              <p:blipFill>
                <a:blip r:embed="rId192"/>
                <a:stretch>
                  <a:fillRect/>
                </a:stretch>
              </p:blipFill>
              <p:spPr>
                <a:xfrm>
                  <a:off x="1865739" y="4276393"/>
                  <a:ext cx="14292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9" name="Ink 18">
                  <a:extLst>
                    <a:ext uri="{FF2B5EF4-FFF2-40B4-BE49-F238E27FC236}">
                      <a16:creationId xmlns:a16="http://schemas.microsoft.com/office/drawing/2014/main" id="{76C871E5-0910-1E41-BEC3-97CA704ECA45}"/>
                    </a:ext>
                  </a:extLst>
                </p14:cNvPr>
                <p14:cNvContentPartPr/>
                <p14:nvPr/>
              </p14:nvContentPartPr>
              <p14:xfrm>
                <a:off x="1259139" y="4357753"/>
                <a:ext cx="158040" cy="106920"/>
              </p14:xfrm>
            </p:contentPart>
          </mc:Choice>
          <mc:Fallback xmlns="">
            <p:pic>
              <p:nvPicPr>
                <p:cNvPr id="196" name="Ink 195">
                  <a:extLst>
                    <a:ext uri="{FF2B5EF4-FFF2-40B4-BE49-F238E27FC236}">
                      <a16:creationId xmlns:a16="http://schemas.microsoft.com/office/drawing/2014/main" id="{5D7F78F4-A7DC-E3B2-19B7-36FA1F6B92F6}"/>
                    </a:ext>
                  </a:extLst>
                </p:cNvPr>
                <p:cNvPicPr/>
                <p:nvPr/>
              </p:nvPicPr>
              <p:blipFill>
                <a:blip r:embed="rId194"/>
                <a:stretch>
                  <a:fillRect/>
                </a:stretch>
              </p:blipFill>
              <p:spPr>
                <a:xfrm>
                  <a:off x="1241499" y="4339753"/>
                  <a:ext cx="19368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20" name="Ink 19">
                  <a:extLst>
                    <a:ext uri="{FF2B5EF4-FFF2-40B4-BE49-F238E27FC236}">
                      <a16:creationId xmlns:a16="http://schemas.microsoft.com/office/drawing/2014/main" id="{93525F48-E926-A197-8D5A-5891CB220C7F}"/>
                    </a:ext>
                  </a:extLst>
                </p14:cNvPr>
                <p14:cNvContentPartPr/>
                <p14:nvPr/>
              </p14:nvContentPartPr>
              <p14:xfrm>
                <a:off x="1278219" y="4340113"/>
                <a:ext cx="122400" cy="108360"/>
              </p14:xfrm>
            </p:contentPart>
          </mc:Choice>
          <mc:Fallback xmlns="">
            <p:pic>
              <p:nvPicPr>
                <p:cNvPr id="197" name="Ink 196">
                  <a:extLst>
                    <a:ext uri="{FF2B5EF4-FFF2-40B4-BE49-F238E27FC236}">
                      <a16:creationId xmlns:a16="http://schemas.microsoft.com/office/drawing/2014/main" id="{932DEC95-BCA4-8E35-E0BB-478B527022A9}"/>
                    </a:ext>
                  </a:extLst>
                </p:cNvPr>
                <p:cNvPicPr/>
                <p:nvPr/>
              </p:nvPicPr>
              <p:blipFill>
                <a:blip r:embed="rId196"/>
                <a:stretch>
                  <a:fillRect/>
                </a:stretch>
              </p:blipFill>
              <p:spPr>
                <a:xfrm>
                  <a:off x="1260579" y="4322113"/>
                  <a:ext cx="1580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21" name="Ink 20">
                  <a:extLst>
                    <a:ext uri="{FF2B5EF4-FFF2-40B4-BE49-F238E27FC236}">
                      <a16:creationId xmlns:a16="http://schemas.microsoft.com/office/drawing/2014/main" id="{BDE729EC-0BAF-6010-7ABA-BC9B9587DE56}"/>
                    </a:ext>
                  </a:extLst>
                </p14:cNvPr>
                <p14:cNvContentPartPr/>
                <p14:nvPr/>
              </p14:nvContentPartPr>
              <p14:xfrm>
                <a:off x="1278939" y="4103953"/>
                <a:ext cx="134640" cy="138240"/>
              </p14:xfrm>
            </p:contentPart>
          </mc:Choice>
          <mc:Fallback xmlns="">
            <p:pic>
              <p:nvPicPr>
                <p:cNvPr id="199" name="Ink 198">
                  <a:extLst>
                    <a:ext uri="{FF2B5EF4-FFF2-40B4-BE49-F238E27FC236}">
                      <a16:creationId xmlns:a16="http://schemas.microsoft.com/office/drawing/2014/main" id="{40974101-0B91-B63C-99A6-43B06808DF74}"/>
                    </a:ext>
                  </a:extLst>
                </p:cNvPr>
                <p:cNvPicPr/>
                <p:nvPr/>
              </p:nvPicPr>
              <p:blipFill>
                <a:blip r:embed="rId198"/>
                <a:stretch>
                  <a:fillRect/>
                </a:stretch>
              </p:blipFill>
              <p:spPr>
                <a:xfrm>
                  <a:off x="1260939" y="4086313"/>
                  <a:ext cx="17028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2" name="Ink 21">
                  <a:extLst>
                    <a:ext uri="{FF2B5EF4-FFF2-40B4-BE49-F238E27FC236}">
                      <a16:creationId xmlns:a16="http://schemas.microsoft.com/office/drawing/2014/main" id="{DCD02E02-0C43-BEE7-6FB4-FF5CDF296FFC}"/>
                    </a:ext>
                  </a:extLst>
                </p14:cNvPr>
                <p14:cNvContentPartPr/>
                <p14:nvPr/>
              </p14:nvContentPartPr>
              <p14:xfrm>
                <a:off x="1883739" y="4144273"/>
                <a:ext cx="120960" cy="83880"/>
              </p14:xfrm>
            </p:contentPart>
          </mc:Choice>
          <mc:Fallback xmlns="">
            <p:pic>
              <p:nvPicPr>
                <p:cNvPr id="200" name="Ink 199">
                  <a:extLst>
                    <a:ext uri="{FF2B5EF4-FFF2-40B4-BE49-F238E27FC236}">
                      <a16:creationId xmlns:a16="http://schemas.microsoft.com/office/drawing/2014/main" id="{2C1B0B35-3ECB-CF67-CA76-0B6D49D24E5E}"/>
                    </a:ext>
                  </a:extLst>
                </p:cNvPr>
                <p:cNvPicPr/>
                <p:nvPr/>
              </p:nvPicPr>
              <p:blipFill>
                <a:blip r:embed="rId200"/>
                <a:stretch>
                  <a:fillRect/>
                </a:stretch>
              </p:blipFill>
              <p:spPr>
                <a:xfrm>
                  <a:off x="1865739" y="4126633"/>
                  <a:ext cx="1566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3" name="Ink 22">
                  <a:extLst>
                    <a:ext uri="{FF2B5EF4-FFF2-40B4-BE49-F238E27FC236}">
                      <a16:creationId xmlns:a16="http://schemas.microsoft.com/office/drawing/2014/main" id="{B3AF7616-7970-E2D4-5A87-96FF9060CADB}"/>
                    </a:ext>
                  </a:extLst>
                </p14:cNvPr>
                <p14:cNvContentPartPr/>
                <p14:nvPr/>
              </p14:nvContentPartPr>
              <p14:xfrm>
                <a:off x="1894179" y="4159753"/>
                <a:ext cx="109080" cy="105120"/>
              </p14:xfrm>
            </p:contentPart>
          </mc:Choice>
          <mc:Fallback xmlns="">
            <p:pic>
              <p:nvPicPr>
                <p:cNvPr id="201" name="Ink 200">
                  <a:extLst>
                    <a:ext uri="{FF2B5EF4-FFF2-40B4-BE49-F238E27FC236}">
                      <a16:creationId xmlns:a16="http://schemas.microsoft.com/office/drawing/2014/main" id="{6424CB83-F5A6-4857-23AB-AE9AE762E78F}"/>
                    </a:ext>
                  </a:extLst>
                </p:cNvPr>
                <p:cNvPicPr/>
                <p:nvPr/>
              </p:nvPicPr>
              <p:blipFill>
                <a:blip r:embed="rId202"/>
                <a:stretch>
                  <a:fillRect/>
                </a:stretch>
              </p:blipFill>
              <p:spPr>
                <a:xfrm>
                  <a:off x="1876179" y="4142113"/>
                  <a:ext cx="144720" cy="140760"/>
                </a:xfrm>
                <a:prstGeom prst="rect">
                  <a:avLst/>
                </a:prstGeom>
              </p:spPr>
            </p:pic>
          </mc:Fallback>
        </mc:AlternateContent>
      </p:grpSp>
      <p:grpSp>
        <p:nvGrpSpPr>
          <p:cNvPr id="14" name="Group 13">
            <a:extLst>
              <a:ext uri="{FF2B5EF4-FFF2-40B4-BE49-F238E27FC236}">
                <a16:creationId xmlns:a16="http://schemas.microsoft.com/office/drawing/2014/main" id="{766AF206-3845-CAB3-ABD2-179765E26B62}"/>
              </a:ext>
            </a:extLst>
          </p:cNvPr>
          <p:cNvGrpSpPr/>
          <p:nvPr/>
        </p:nvGrpSpPr>
        <p:grpSpPr>
          <a:xfrm>
            <a:off x="1499329" y="5544763"/>
            <a:ext cx="1589714" cy="875666"/>
            <a:chOff x="1499329" y="5544763"/>
            <a:chExt cx="1589714" cy="875666"/>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81C43EF-A92F-448B-2A4E-75F7773604FB}"/>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481C43EF-A92F-448B-2A4E-75F7773604FB}"/>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203"/>
                  <a:stretch>
                    <a:fillRect t="-2353"/>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31CCE9C3-95FE-901C-E32A-6F9FF702D2E1}"/>
                </a:ext>
              </a:extLst>
            </p:cNvPr>
            <p:cNvSpPr txBox="1"/>
            <p:nvPr/>
          </p:nvSpPr>
          <p:spPr>
            <a:xfrm>
              <a:off x="1499329" y="6112652"/>
              <a:ext cx="1589714" cy="307777"/>
            </a:xfrm>
            <a:prstGeom prst="rect">
              <a:avLst/>
            </a:prstGeom>
            <a:noFill/>
          </p:spPr>
          <p:txBody>
            <a:bodyPr wrap="square">
              <a:spAutoFit/>
            </a:bodyPr>
            <a:lstStyle/>
            <a:p>
              <a:pPr algn="ctr"/>
              <a:r>
                <a:rPr lang="en-US" sz="1400" b="0" dirty="0"/>
                <a:t>Method</a:t>
              </a:r>
              <a:endParaRPr lang="en-US" sz="1400" dirty="0"/>
            </a:p>
          </p:txBody>
        </p:sp>
      </p:grpSp>
      <p:sp>
        <p:nvSpPr>
          <p:cNvPr id="25" name="TextBox 24">
            <a:extLst>
              <a:ext uri="{FF2B5EF4-FFF2-40B4-BE49-F238E27FC236}">
                <a16:creationId xmlns:a16="http://schemas.microsoft.com/office/drawing/2014/main" id="{787BEA59-12C5-02B3-F056-1BFE7AEBE484}"/>
              </a:ext>
            </a:extLst>
          </p:cNvPr>
          <p:cNvSpPr txBox="1"/>
          <p:nvPr/>
        </p:nvSpPr>
        <p:spPr>
          <a:xfrm>
            <a:off x="3352911" y="6112652"/>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p:sp>
        <p:nvSpPr>
          <p:cNvPr id="17" name="TextBox 16">
            <a:extLst>
              <a:ext uri="{FF2B5EF4-FFF2-40B4-BE49-F238E27FC236}">
                <a16:creationId xmlns:a16="http://schemas.microsoft.com/office/drawing/2014/main" id="{85A8A237-4947-5AFC-F2F2-372CC0DF9063}"/>
              </a:ext>
            </a:extLst>
          </p:cNvPr>
          <p:cNvSpPr txBox="1"/>
          <p:nvPr/>
        </p:nvSpPr>
        <p:spPr>
          <a:xfrm>
            <a:off x="3539106" y="2994752"/>
            <a:ext cx="727251" cy="369332"/>
          </a:xfrm>
          <a:prstGeom prst="rect">
            <a:avLst/>
          </a:prstGeom>
          <a:noFill/>
        </p:spPr>
        <p:txBody>
          <a:bodyPr wrap="square">
            <a:spAutoFit/>
          </a:bodyPr>
          <a:lstStyle/>
          <a:p>
            <a:pPr algn="ctr"/>
            <a:r>
              <a:rPr lang="en-US" dirty="0"/>
              <a:t>1</a:t>
            </a:r>
          </a:p>
        </p:txBody>
      </p:sp>
      <p:sp>
        <p:nvSpPr>
          <p:cNvPr id="27" name="TextBox 26">
            <a:extLst>
              <a:ext uri="{FF2B5EF4-FFF2-40B4-BE49-F238E27FC236}">
                <a16:creationId xmlns:a16="http://schemas.microsoft.com/office/drawing/2014/main" id="{613920B7-0FDD-7222-E3E7-A3CF8DACE25F}"/>
              </a:ext>
            </a:extLst>
          </p:cNvPr>
          <p:cNvSpPr txBox="1"/>
          <p:nvPr/>
        </p:nvSpPr>
        <p:spPr>
          <a:xfrm>
            <a:off x="3485834" y="3930058"/>
            <a:ext cx="833794" cy="369332"/>
          </a:xfrm>
          <a:prstGeom prst="rect">
            <a:avLst/>
          </a:prstGeom>
          <a:noFill/>
        </p:spPr>
        <p:txBody>
          <a:bodyPr wrap="square">
            <a:spAutoFit/>
          </a:bodyPr>
          <a:lstStyle/>
          <a:p>
            <a:pPr algn="ctr"/>
            <a:r>
              <a:rPr lang="en-US" dirty="0"/>
              <a:t>0</a:t>
            </a:r>
          </a:p>
        </p:txBody>
      </p:sp>
      <p:sp>
        <p:nvSpPr>
          <p:cNvPr id="15" name="Speech Bubble: Rectangle with Corners Rounded 14">
            <a:extLst>
              <a:ext uri="{FF2B5EF4-FFF2-40B4-BE49-F238E27FC236}">
                <a16:creationId xmlns:a16="http://schemas.microsoft.com/office/drawing/2014/main" id="{83E2C129-2D12-0369-CCEC-52C5012AB7D2}"/>
              </a:ext>
            </a:extLst>
          </p:cNvPr>
          <p:cNvSpPr/>
          <p:nvPr/>
        </p:nvSpPr>
        <p:spPr>
          <a:xfrm>
            <a:off x="8517213" y="1308683"/>
            <a:ext cx="2220309" cy="958806"/>
          </a:xfrm>
          <a:prstGeom prst="wedgeRoundRectCallout">
            <a:avLst>
              <a:gd name="adj1" fmla="val -45959"/>
              <a:gd name="adj2" fmla="val -67168"/>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Minimax replaces the expectation with optimal play!</a:t>
            </a:r>
          </a:p>
        </p:txBody>
      </p:sp>
    </p:spTree>
    <p:extLst>
      <p:ext uri="{BB962C8B-B14F-4D97-AF65-F5344CB8AC3E}">
        <p14:creationId xmlns:p14="http://schemas.microsoft.com/office/powerpoint/2010/main" val="213408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5" grpId="0" animBg="1"/>
      <p:bldP spid="17" grpId="0"/>
      <p:bldP spid="27" grpId="0"/>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6E2D-B40C-5484-CB73-B322DE87802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E8D463D5-57DC-F470-A917-DBB3FBEBD7E3}"/>
                  </a:ext>
                </a:extLst>
              </p:cNvPr>
              <p:cNvGraphicFramePr>
                <a:graphicFrameLocks noGrp="1"/>
              </p:cNvGraphicFramePr>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xmlns="">
          <p:graphicFrame>
            <p:nvGraphicFramePr>
              <p:cNvPr id="5" name="Table 4">
                <a:extLst>
                  <a:ext uri="{FF2B5EF4-FFF2-40B4-BE49-F238E27FC236}">
                    <a16:creationId xmlns:a16="http://schemas.microsoft.com/office/drawing/2014/main" id="{2A38B4FB-8D11-EEA1-F099-D0DD5A70BC45}"/>
                  </a:ext>
                </a:extLst>
              </p:cNvPr>
              <p:cNvGraphicFramePr>
                <a:graphicFrameLocks noGrp="1"/>
              </p:cNvGraphicFramePr>
              <p:nvPr>
                <p:extLst>
                  <p:ext uri="{D42A27DB-BD31-4B8C-83A1-F6EECF244321}">
                    <p14:modId xmlns:p14="http://schemas.microsoft.com/office/powerpoint/2010/main" val="2311390609"/>
                  </p:ext>
                </p:extLst>
              </p:nvPr>
            </p:nvGraphicFramePr>
            <p:xfrm>
              <a:off x="1499368" y="1583490"/>
              <a:ext cx="8128000" cy="3654994"/>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299" r="-401498" b="-264368"/>
                          </a:stretch>
                        </a:blipFill>
                      </a:tcPr>
                    </a:tc>
                    <a:tc>
                      <a:txBody>
                        <a:bodyPr/>
                        <a:lstStyle/>
                        <a:p>
                          <a:endParaRPr lang="en-US"/>
                        </a:p>
                      </a:txBody>
                      <a:tcPr>
                        <a:blipFill>
                          <a:blip r:embed="rId2"/>
                          <a:stretch>
                            <a:fillRect l="-100375" t="-2299" r="-301498" b="-264368"/>
                          </a:stretch>
                        </a:blipFill>
                      </a:tcPr>
                    </a:tc>
                    <a:tc>
                      <a:txBody>
                        <a:bodyPr/>
                        <a:lstStyle/>
                        <a:p>
                          <a:endParaRPr lang="en-US"/>
                        </a:p>
                      </a:txBody>
                      <a:tcPr>
                        <a:blipFill>
                          <a:blip r:embed="rId2"/>
                          <a:stretch>
                            <a:fillRect l="-200375" t="-2299" r="-201498" b="-26436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53276">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97483C0A-2E5F-3C84-2F76-116D67E9B4A7}"/>
              </a:ext>
            </a:extLst>
          </p:cNvPr>
          <p:cNvSpPr>
            <a:spLocks noGrp="1"/>
          </p:cNvSpPr>
          <p:nvPr>
            <p:ph type="title"/>
          </p:nvPr>
        </p:nvSpPr>
        <p:spPr>
          <a:xfrm>
            <a:off x="499872" y="200533"/>
            <a:ext cx="10515600" cy="1325563"/>
          </a:xfrm>
        </p:spPr>
        <p:txBody>
          <a:bodyPr/>
          <a:lstStyle/>
          <a:p>
            <a:r>
              <a:rPr lang="en-US" dirty="0"/>
              <a:t>Expert Evaluation Function</a:t>
            </a:r>
          </a:p>
        </p:txBody>
      </p:sp>
      <p:sp>
        <p:nvSpPr>
          <p:cNvPr id="16" name="TextBox 15">
            <a:extLst>
              <a:ext uri="{FF2B5EF4-FFF2-40B4-BE49-F238E27FC236}">
                <a16:creationId xmlns:a16="http://schemas.microsoft.com/office/drawing/2014/main" id="{9D56E9DA-B6C3-30CE-0C56-40051DFE23FF}"/>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optimal play</a:t>
            </a:r>
          </a:p>
        </p:txBody>
      </p:sp>
      <p:grpSp>
        <p:nvGrpSpPr>
          <p:cNvPr id="14" name="Group 13">
            <a:extLst>
              <a:ext uri="{FF2B5EF4-FFF2-40B4-BE49-F238E27FC236}">
                <a16:creationId xmlns:a16="http://schemas.microsoft.com/office/drawing/2014/main" id="{B05CBECA-DD0B-01D7-DEFE-4C0D53350A90}"/>
              </a:ext>
            </a:extLst>
          </p:cNvPr>
          <p:cNvGrpSpPr/>
          <p:nvPr/>
        </p:nvGrpSpPr>
        <p:grpSpPr>
          <a:xfrm>
            <a:off x="1499329" y="5544763"/>
            <a:ext cx="1589714" cy="875666"/>
            <a:chOff x="1499329" y="5544763"/>
            <a:chExt cx="1589714" cy="875666"/>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9A26CA-BE19-4EAA-8872-AD476E122E2D}"/>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5E9A26CA-BE19-4EAA-8872-AD476E122E2D}"/>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45"/>
                  <a:stretch>
                    <a:fillRect t="-2353"/>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F08BBDFA-4302-D995-7F8A-5C1C7CAA29D2}"/>
                </a:ext>
              </a:extLst>
            </p:cNvPr>
            <p:cNvSpPr txBox="1"/>
            <p:nvPr/>
          </p:nvSpPr>
          <p:spPr>
            <a:xfrm>
              <a:off x="1499329" y="6112652"/>
              <a:ext cx="1589714" cy="307777"/>
            </a:xfrm>
            <a:prstGeom prst="rect">
              <a:avLst/>
            </a:prstGeom>
            <a:noFill/>
          </p:spPr>
          <p:txBody>
            <a:bodyPr wrap="square">
              <a:spAutoFit/>
            </a:bodyPr>
            <a:lstStyle/>
            <a:p>
              <a:pPr algn="ctr"/>
              <a:r>
                <a:rPr lang="en-US" sz="1400" b="0" dirty="0"/>
                <a:t>Method</a:t>
              </a:r>
              <a:endParaRPr lang="en-US" sz="1400" dirty="0"/>
            </a:p>
          </p:txBody>
        </p:sp>
      </p:grpSp>
      <p:sp>
        <p:nvSpPr>
          <p:cNvPr id="25" name="TextBox 24">
            <a:extLst>
              <a:ext uri="{FF2B5EF4-FFF2-40B4-BE49-F238E27FC236}">
                <a16:creationId xmlns:a16="http://schemas.microsoft.com/office/drawing/2014/main" id="{A980173D-9851-8512-F45B-145E5B74D1C2}"/>
              </a:ext>
            </a:extLst>
          </p:cNvPr>
          <p:cNvSpPr txBox="1"/>
          <p:nvPr/>
        </p:nvSpPr>
        <p:spPr>
          <a:xfrm>
            <a:off x="3352911" y="6112652"/>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mc:AlternateContent xmlns:mc="http://schemas.openxmlformats.org/markup-compatibility/2006">
        <mc:Choice xmlns:a14="http://schemas.microsoft.com/office/drawing/2010/main" Requires="a14">
          <p:graphicFrame>
            <p:nvGraphicFramePr>
              <p:cNvPr id="15" name="Table 14">
                <a:extLst>
                  <a:ext uri="{FF2B5EF4-FFF2-40B4-BE49-F238E27FC236}">
                    <a16:creationId xmlns:a16="http://schemas.microsoft.com/office/drawing/2014/main" id="{17E2FE21-7261-E8E2-DDD4-A579E0E33402}"/>
                  </a:ext>
                </a:extLst>
              </p:cNvPr>
              <p:cNvGraphicFramePr>
                <a:graphicFrameLocks noGrp="1"/>
              </p:cNvGraphicFramePr>
              <p:nvPr>
                <p:extLst>
                  <p:ext uri="{D42A27DB-BD31-4B8C-83A1-F6EECF244321}">
                    <p14:modId xmlns:p14="http://schemas.microsoft.com/office/powerpoint/2010/main" val="116518605"/>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p:graphicFrame>
            <p:nvGraphicFramePr>
              <p:cNvPr id="15" name="Table 14">
                <a:extLst>
                  <a:ext uri="{FF2B5EF4-FFF2-40B4-BE49-F238E27FC236}">
                    <a16:creationId xmlns:a16="http://schemas.microsoft.com/office/drawing/2014/main" id="{17E2FE21-7261-E8E2-DDD4-A579E0E33402}"/>
                  </a:ext>
                </a:extLst>
              </p:cNvPr>
              <p:cNvGraphicFramePr>
                <a:graphicFrameLocks noGrp="1"/>
              </p:cNvGraphicFramePr>
              <p:nvPr>
                <p:extLst>
                  <p:ext uri="{D42A27DB-BD31-4B8C-83A1-F6EECF244321}">
                    <p14:modId xmlns:p14="http://schemas.microsoft.com/office/powerpoint/2010/main" val="116518605"/>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46"/>
                          <a:stretch>
                            <a:fillRect l="-375" t="-2874" r="-401498" b="-263793"/>
                          </a:stretch>
                        </a:blipFill>
                      </a:tcPr>
                    </a:tc>
                    <a:tc>
                      <a:txBody>
                        <a:bodyPr/>
                        <a:lstStyle/>
                        <a:p>
                          <a:endParaRPr lang="en-US"/>
                        </a:p>
                      </a:txBody>
                      <a:tcPr>
                        <a:blipFill>
                          <a:blip r:embed="rId46"/>
                          <a:stretch>
                            <a:fillRect l="-100375" t="-2874" r="-301498" b="-263793"/>
                          </a:stretch>
                        </a:blipFill>
                      </a:tcPr>
                    </a:tc>
                    <a:tc>
                      <a:txBody>
                        <a:bodyPr/>
                        <a:lstStyle/>
                        <a:p>
                          <a:endParaRPr lang="en-US"/>
                        </a:p>
                      </a:txBody>
                      <a:tcPr>
                        <a:blipFill>
                          <a:blip r:embed="rId46"/>
                          <a:stretch>
                            <a:fillRect l="-200375" t="-2874" r="-201498" b="-26379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endParaRPr lang="en-US" dirty="0"/>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48005">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grpSp>
        <p:nvGrpSpPr>
          <p:cNvPr id="17" name="Group 16">
            <a:extLst>
              <a:ext uri="{FF2B5EF4-FFF2-40B4-BE49-F238E27FC236}">
                <a16:creationId xmlns:a16="http://schemas.microsoft.com/office/drawing/2014/main" id="{EE624CA6-1CCB-08FE-6BAC-62E6F56E2AB8}"/>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47">
              <p14:nvContentPartPr>
                <p14:cNvPr id="26" name="Ink 25">
                  <a:extLst>
                    <a:ext uri="{FF2B5EF4-FFF2-40B4-BE49-F238E27FC236}">
                      <a16:creationId xmlns:a16="http://schemas.microsoft.com/office/drawing/2014/main" id="{6867491C-2AF5-8E47-1033-DDF12C3D4DBA}"/>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Ink 26">
                  <a:extLst>
                    <a:ext uri="{FF2B5EF4-FFF2-40B4-BE49-F238E27FC236}">
                      <a16:creationId xmlns:a16="http://schemas.microsoft.com/office/drawing/2014/main" id="{7A18CB44-4AFB-C9EE-1C25-EBD861BED981}"/>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8" name="Ink 27">
                  <a:extLst>
                    <a:ext uri="{FF2B5EF4-FFF2-40B4-BE49-F238E27FC236}">
                      <a16:creationId xmlns:a16="http://schemas.microsoft.com/office/drawing/2014/main" id="{1EE74836-5DB7-63BA-9840-1FE32E767270}"/>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8B46D776-5EFF-BFB5-A7F1-3B1A5DC47AF7}"/>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0" name="Ink 29">
                  <a:extLst>
                    <a:ext uri="{FF2B5EF4-FFF2-40B4-BE49-F238E27FC236}">
                      <a16:creationId xmlns:a16="http://schemas.microsoft.com/office/drawing/2014/main" id="{59B5A6CD-54D5-3EB3-24AB-4B012B8C67F5}"/>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1" name="Ink 30">
                  <a:extLst>
                    <a:ext uri="{FF2B5EF4-FFF2-40B4-BE49-F238E27FC236}">
                      <a16:creationId xmlns:a16="http://schemas.microsoft.com/office/drawing/2014/main" id="{4A42E4EC-EFD7-9A22-C1D9-758C9BFE7CDE}"/>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11CABE96-BF3A-E30A-84F9-78DCB84D3856}"/>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1A8F800D-E2DB-B3BD-5661-635134497C3B}"/>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80EE3330-49D9-D13B-2985-9208DDC3780C}"/>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35960849-C7A7-0CEB-C5C2-C9B65C44580C}"/>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6" name="Group 35">
            <a:extLst>
              <a:ext uri="{FF2B5EF4-FFF2-40B4-BE49-F238E27FC236}">
                <a16:creationId xmlns:a16="http://schemas.microsoft.com/office/drawing/2014/main" id="{324528EA-97EF-FC7A-5902-F309D70DA258}"/>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979BD439-DF9F-7CEF-C656-1866C619FD65}"/>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29AE1C00-950B-62B1-F5C1-07BA230CB29F}"/>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6F7B00C1-AA2B-ADB5-61C7-35978E56CF2C}"/>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B3A6B8FF-7512-9C73-B69D-915E0EAE71A1}"/>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1" name="Ink 40">
                  <a:extLst>
                    <a:ext uri="{FF2B5EF4-FFF2-40B4-BE49-F238E27FC236}">
                      <a16:creationId xmlns:a16="http://schemas.microsoft.com/office/drawing/2014/main" id="{874471E7-2CF8-D5F0-14FD-5648F8E2B27F}"/>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6" name="Ink 45">
                  <a:extLst>
                    <a:ext uri="{FF2B5EF4-FFF2-40B4-BE49-F238E27FC236}">
                      <a16:creationId xmlns:a16="http://schemas.microsoft.com/office/drawing/2014/main" id="{69911632-FF32-A925-179E-22EE21BC682A}"/>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9" name="Ink 48">
                  <a:extLst>
                    <a:ext uri="{FF2B5EF4-FFF2-40B4-BE49-F238E27FC236}">
                      <a16:creationId xmlns:a16="http://schemas.microsoft.com/office/drawing/2014/main" id="{5CA27174-D6F6-4277-B97A-19A484EB2DFD}"/>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1" name="Ink 50">
                  <a:extLst>
                    <a:ext uri="{FF2B5EF4-FFF2-40B4-BE49-F238E27FC236}">
                      <a16:creationId xmlns:a16="http://schemas.microsoft.com/office/drawing/2014/main" id="{15E09C4D-80CA-FCDA-8DED-ED212FE26C4A}"/>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5" name="Ink 54">
                  <a:extLst>
                    <a:ext uri="{FF2B5EF4-FFF2-40B4-BE49-F238E27FC236}">
                      <a16:creationId xmlns:a16="http://schemas.microsoft.com/office/drawing/2014/main" id="{EB12F9AD-645B-0385-7660-56AEE1421F84}"/>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6" name="Ink 55">
                  <a:extLst>
                    <a:ext uri="{FF2B5EF4-FFF2-40B4-BE49-F238E27FC236}">
                      <a16:creationId xmlns:a16="http://schemas.microsoft.com/office/drawing/2014/main" id="{FD446C4B-21A0-C6D3-0659-B2C4006378F1}"/>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2" name="TextBox 1">
            <a:extLst>
              <a:ext uri="{FF2B5EF4-FFF2-40B4-BE49-F238E27FC236}">
                <a16:creationId xmlns:a16="http://schemas.microsoft.com/office/drawing/2014/main" id="{C597A089-677E-6BEA-E9C0-87FF0B6581A9}"/>
              </a:ext>
            </a:extLst>
          </p:cNvPr>
          <p:cNvSpPr txBox="1"/>
          <p:nvPr/>
        </p:nvSpPr>
        <p:spPr>
          <a:xfrm>
            <a:off x="4999962"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none</a:t>
            </a:r>
          </a:p>
        </p:txBody>
      </p:sp>
      <p:sp>
        <p:nvSpPr>
          <p:cNvPr id="3" name="TextBox 2">
            <a:extLst>
              <a:ext uri="{FF2B5EF4-FFF2-40B4-BE49-F238E27FC236}">
                <a16:creationId xmlns:a16="http://schemas.microsoft.com/office/drawing/2014/main" id="{3FC92896-4F66-6FB2-26E6-48FD600B8624}"/>
              </a:ext>
            </a:extLst>
          </p:cNvPr>
          <p:cNvSpPr txBox="1"/>
          <p:nvPr/>
        </p:nvSpPr>
        <p:spPr>
          <a:xfrm>
            <a:off x="4999962" y="6112652"/>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Code + cutoff search</a:t>
            </a:r>
          </a:p>
        </p:txBody>
      </p:sp>
      <mc:AlternateContent xmlns:mc="http://schemas.openxmlformats.org/markup-compatibility/2006" xmlns:p14="http://schemas.microsoft.com/office/powerpoint/2010/main">
        <mc:Choice Requires="p14">
          <p:contentPart p14:bwMode="auto" r:id="rId67">
            <p14:nvContentPartPr>
              <p14:cNvPr id="7" name="Ink 6">
                <a:extLst>
                  <a:ext uri="{FF2B5EF4-FFF2-40B4-BE49-F238E27FC236}">
                    <a16:creationId xmlns:a16="http://schemas.microsoft.com/office/drawing/2014/main" id="{5CC15B08-5730-EBB8-E1B0-6370C510E062}"/>
                  </a:ext>
                </a:extLst>
              </p14:cNvPr>
              <p14:cNvContentPartPr/>
              <p14:nvPr/>
            </p14:nvContentPartPr>
            <p14:xfrm>
              <a:off x="1837017" y="2881589"/>
              <a:ext cx="850680" cy="35640"/>
            </p14:xfrm>
          </p:contentPart>
        </mc:Choice>
        <mc:Fallback xmlns="">
          <p:pic>
            <p:nvPicPr>
              <p:cNvPr id="7" name="Ink 6">
                <a:extLst>
                  <a:ext uri="{FF2B5EF4-FFF2-40B4-BE49-F238E27FC236}">
                    <a16:creationId xmlns:a16="http://schemas.microsoft.com/office/drawing/2014/main" id="{5CC15B08-5730-EBB8-E1B0-6370C510E062}"/>
                  </a:ext>
                </a:extLst>
              </p:cNvPr>
              <p:cNvPicPr/>
              <p:nvPr/>
            </p:nvPicPr>
            <p:blipFill>
              <a:blip r:embed="rId68"/>
              <a:stretch>
                <a:fillRect/>
              </a:stretch>
            </p:blipFill>
            <p:spPr>
              <a:xfrm>
                <a:off x="1819017" y="2863589"/>
                <a:ext cx="8863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9" name="Ink 8">
                <a:extLst>
                  <a:ext uri="{FF2B5EF4-FFF2-40B4-BE49-F238E27FC236}">
                    <a16:creationId xmlns:a16="http://schemas.microsoft.com/office/drawing/2014/main" id="{13B5ECF6-45F8-03FF-0C86-C7C3CFC6C05B}"/>
                  </a:ext>
                </a:extLst>
              </p14:cNvPr>
              <p14:cNvContentPartPr/>
              <p14:nvPr/>
            </p14:nvContentPartPr>
            <p14:xfrm>
              <a:off x="2264697" y="3980669"/>
              <a:ext cx="46440" cy="511920"/>
            </p14:xfrm>
          </p:contentPart>
        </mc:Choice>
        <mc:Fallback xmlns="">
          <p:pic>
            <p:nvPicPr>
              <p:cNvPr id="9" name="Ink 8">
                <a:extLst>
                  <a:ext uri="{FF2B5EF4-FFF2-40B4-BE49-F238E27FC236}">
                    <a16:creationId xmlns:a16="http://schemas.microsoft.com/office/drawing/2014/main" id="{13B5ECF6-45F8-03FF-0C86-C7C3CFC6C05B}"/>
                  </a:ext>
                </a:extLst>
              </p:cNvPr>
              <p:cNvPicPr/>
              <p:nvPr/>
            </p:nvPicPr>
            <p:blipFill>
              <a:blip r:embed="rId70"/>
              <a:stretch>
                <a:fillRect/>
              </a:stretch>
            </p:blipFill>
            <p:spPr>
              <a:xfrm>
                <a:off x="2247057" y="3962669"/>
                <a:ext cx="82080" cy="547560"/>
              </a:xfrm>
              <a:prstGeom prst="rect">
                <a:avLst/>
              </a:prstGeom>
            </p:spPr>
          </p:pic>
        </mc:Fallback>
      </mc:AlternateContent>
      <p:sp>
        <p:nvSpPr>
          <p:cNvPr id="11" name="TextBox 10">
            <a:extLst>
              <a:ext uri="{FF2B5EF4-FFF2-40B4-BE49-F238E27FC236}">
                <a16:creationId xmlns:a16="http://schemas.microsoft.com/office/drawing/2014/main" id="{F94D759B-DB37-AA76-FBB7-3D6E0D601D38}"/>
              </a:ext>
            </a:extLst>
          </p:cNvPr>
          <p:cNvSpPr txBox="1"/>
          <p:nvPr/>
        </p:nvSpPr>
        <p:spPr>
          <a:xfrm>
            <a:off x="5019200" y="2968538"/>
            <a:ext cx="1052970" cy="369332"/>
          </a:xfrm>
          <a:prstGeom prst="rect">
            <a:avLst/>
          </a:prstGeom>
          <a:noFill/>
        </p:spPr>
        <p:txBody>
          <a:bodyPr wrap="square">
            <a:spAutoFit/>
          </a:bodyPr>
          <a:lstStyle/>
          <a:p>
            <a:pPr algn="ctr"/>
            <a:r>
              <a:rPr lang="en-US" dirty="0"/>
              <a:t>+0.4</a:t>
            </a:r>
          </a:p>
        </p:txBody>
      </p:sp>
      <p:sp>
        <p:nvSpPr>
          <p:cNvPr id="18" name="TextBox 17">
            <a:extLst>
              <a:ext uri="{FF2B5EF4-FFF2-40B4-BE49-F238E27FC236}">
                <a16:creationId xmlns:a16="http://schemas.microsoft.com/office/drawing/2014/main" id="{BA3BB7AD-B2B9-BC41-8B9F-F1AAC3B93FF8}"/>
              </a:ext>
            </a:extLst>
          </p:cNvPr>
          <p:cNvSpPr txBox="1"/>
          <p:nvPr/>
        </p:nvSpPr>
        <p:spPr>
          <a:xfrm>
            <a:off x="4976292" y="4008726"/>
            <a:ext cx="1174151" cy="369332"/>
          </a:xfrm>
          <a:prstGeom prst="rect">
            <a:avLst/>
          </a:prstGeom>
          <a:noFill/>
        </p:spPr>
        <p:txBody>
          <a:bodyPr wrap="square">
            <a:spAutoFit/>
          </a:bodyPr>
          <a:lstStyle/>
          <a:p>
            <a:pPr algn="ctr"/>
            <a:r>
              <a:rPr lang="en-US" dirty="0"/>
              <a:t>-0.4</a:t>
            </a:r>
          </a:p>
        </p:txBody>
      </p:sp>
      <p:sp>
        <p:nvSpPr>
          <p:cNvPr id="19" name="TextBox 18">
            <a:extLst>
              <a:ext uri="{FF2B5EF4-FFF2-40B4-BE49-F238E27FC236}">
                <a16:creationId xmlns:a16="http://schemas.microsoft.com/office/drawing/2014/main" id="{0EF0516B-F943-45CB-5EDF-FC9CDEA77284}"/>
              </a:ext>
            </a:extLst>
          </p:cNvPr>
          <p:cNvSpPr txBox="1"/>
          <p:nvPr/>
        </p:nvSpPr>
        <p:spPr>
          <a:xfrm>
            <a:off x="9829688" y="2757545"/>
            <a:ext cx="2143236" cy="707886"/>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b="1" dirty="0"/>
              <a:t>Expert Heuristic</a:t>
            </a:r>
          </a:p>
          <a:p>
            <a:r>
              <a:rPr lang="en-US" sz="1100" dirty="0"/>
              <a:t>+.4 for each winning opportunity</a:t>
            </a:r>
          </a:p>
          <a:p>
            <a:r>
              <a:rPr lang="en-US" sz="1100" dirty="0"/>
              <a:t>-.4 for each loosing opportunity</a:t>
            </a: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1C24E84-B757-40F1-A291-AB0086857931}"/>
                  </a:ext>
                </a:extLst>
              </p:cNvPr>
              <p:cNvSpPr txBox="1"/>
              <p:nvPr/>
            </p:nvSpPr>
            <p:spPr>
              <a:xfrm>
                <a:off x="7203863" y="530224"/>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𝑠</m:t>
                          </m:r>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sSub>
                            <m:sSubPr>
                              <m:ctrlPr>
                                <a:rPr lang="en-US" sz="2400" i="1">
                                  <a:latin typeface="Cambria Math" panose="02040503050406030204" pitchFamily="18" charset="0"/>
                                </a:rPr>
                              </m:ctrlPr>
                            </m:sSubPr>
                            <m:e>
                              <m:r>
                                <a:rPr lang="en-US" sz="2400" i="1">
                                  <a:latin typeface="Cambria Math" panose="02040503050406030204" pitchFamily="18" charset="0"/>
                                </a:rPr>
                                <m:t>𝜋</m:t>
                              </m:r>
                            </m:e>
                            <m:sub>
                              <m:r>
                                <a:rPr lang="en-US" sz="2400" i="1">
                                  <a:latin typeface="Cambria Math" panose="02040503050406030204" pitchFamily="18" charset="0"/>
                                </a:rPr>
                                <m:t>𝑥</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𝜋</m:t>
                              </m:r>
                            </m:e>
                            <m:sub>
                              <m:r>
                                <a:rPr lang="en-US" sz="2400" i="1">
                                  <a:latin typeface="Cambria Math" panose="02040503050406030204" pitchFamily="18" charset="0"/>
                                </a:rPr>
                                <m:t>𝑜</m:t>
                              </m:r>
                            </m:sub>
                          </m:sSub>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𝑢</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𝑠</m:t>
                          </m:r>
                        </m:e>
                      </m:d>
                    </m:oMath>
                  </m:oMathPara>
                </a14:m>
                <a:endParaRPr lang="en-US" sz="2800" dirty="0"/>
              </a:p>
            </p:txBody>
          </p:sp>
        </mc:Choice>
        <mc:Fallback>
          <p:sp>
            <p:nvSpPr>
              <p:cNvPr id="8" name="TextBox 7">
                <a:extLst>
                  <a:ext uri="{FF2B5EF4-FFF2-40B4-BE49-F238E27FC236}">
                    <a16:creationId xmlns:a16="http://schemas.microsoft.com/office/drawing/2014/main" id="{C1C24E84-B757-40F1-A291-AB0086857931}"/>
                  </a:ext>
                </a:extLst>
              </p:cNvPr>
              <p:cNvSpPr txBox="1">
                <a:spLocks noRot="1" noChangeAspect="1" noMove="1" noResize="1" noEditPoints="1" noAdjustHandles="1" noChangeArrowheads="1" noChangeShapeType="1" noTextEdit="1"/>
              </p:cNvSpPr>
              <p:nvPr/>
            </p:nvSpPr>
            <p:spPr>
              <a:xfrm>
                <a:off x="7203863" y="530224"/>
                <a:ext cx="3435503" cy="495328"/>
              </a:xfrm>
              <a:prstGeom prst="rect">
                <a:avLst/>
              </a:prstGeom>
              <a:blipFill>
                <a:blip r:embed="rId71"/>
                <a:stretch>
                  <a:fillRect l="-176" b="-82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EA64C98-8579-50BF-D125-8E781F144E79}"/>
                  </a:ext>
                </a:extLst>
              </p:cNvPr>
              <p:cNvSpPr txBox="1"/>
              <p:nvPr/>
            </p:nvSpPr>
            <p:spPr>
              <a:xfrm>
                <a:off x="10639366" y="593222"/>
                <a:ext cx="1188299"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𝒆𝒗𝒂𝒍</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𝒔</m:t>
                      </m:r>
                      <m:r>
                        <a:rPr lang="en-US" b="1" i="1" smtClean="0">
                          <a:solidFill>
                            <a:srgbClr val="FF0000"/>
                          </a:solidFill>
                          <a:latin typeface="Cambria Math" panose="02040503050406030204" pitchFamily="18" charset="0"/>
                        </a:rPr>
                        <m:t>)</m:t>
                      </m:r>
                    </m:oMath>
                  </m:oMathPara>
                </a14:m>
                <a:endParaRPr lang="en-US" b="1" dirty="0">
                  <a:solidFill>
                    <a:srgbClr val="FF0000"/>
                  </a:solidFill>
                </a:endParaRPr>
              </a:p>
            </p:txBody>
          </p:sp>
        </mc:Choice>
        <mc:Fallback>
          <p:sp>
            <p:nvSpPr>
              <p:cNvPr id="6" name="TextBox 5">
                <a:extLst>
                  <a:ext uri="{FF2B5EF4-FFF2-40B4-BE49-F238E27FC236}">
                    <a16:creationId xmlns:a16="http://schemas.microsoft.com/office/drawing/2014/main" id="{FEA64C98-8579-50BF-D125-8E781F144E79}"/>
                  </a:ext>
                </a:extLst>
              </p:cNvPr>
              <p:cNvSpPr txBox="1">
                <a:spLocks noRot="1" noChangeAspect="1" noMove="1" noResize="1" noEditPoints="1" noAdjustHandles="1" noChangeArrowheads="1" noChangeShapeType="1" noTextEdit="1"/>
              </p:cNvSpPr>
              <p:nvPr/>
            </p:nvSpPr>
            <p:spPr>
              <a:xfrm>
                <a:off x="10639366" y="593222"/>
                <a:ext cx="1188299" cy="369332"/>
              </a:xfrm>
              <a:prstGeom prst="rect">
                <a:avLst/>
              </a:prstGeom>
              <a:blipFill>
                <a:blip r:embed="rId72"/>
                <a:stretch>
                  <a:fillRect r="-3590" b="-13115"/>
                </a:stretch>
              </a:blipFill>
            </p:spPr>
            <p:txBody>
              <a:bodyPr/>
              <a:lstStyle/>
              <a:p>
                <a:r>
                  <a:rPr lang="en-US">
                    <a:noFill/>
                  </a:rPr>
                  <a:t> </a:t>
                </a:r>
              </a:p>
            </p:txBody>
          </p:sp>
        </mc:Fallback>
      </mc:AlternateContent>
    </p:spTree>
    <p:extLst>
      <p:ext uri="{BB962C8B-B14F-4D97-AF65-F5344CB8AC3E}">
        <p14:creationId xmlns:p14="http://schemas.microsoft.com/office/powerpoint/2010/main" val="308378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1" grpId="0"/>
      <p:bldP spid="18"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3A29C-19ED-FF86-C3C8-97483139144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38F1E962-CC68-5D17-72E4-CA259A0D94FA}"/>
                  </a:ext>
                </a:extLst>
              </p:cNvPr>
              <p:cNvGraphicFramePr>
                <a:graphicFrameLocks noGrp="1"/>
              </p:cNvGraphicFramePr>
              <p:nvPr>
                <p:extLst>
                  <p:ext uri="{D42A27DB-BD31-4B8C-83A1-F6EECF244321}">
                    <p14:modId xmlns:p14="http://schemas.microsoft.com/office/powerpoint/2010/main" val="181897599"/>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Monte Carlo simulation</a:t>
                          </a:r>
                          <a:endParaRPr lang="en-US" sz="1800" b="0" i="1" dirty="0">
                            <a:latin typeface="Cambria Math" panose="02040503050406030204" pitchFamily="18" charset="0"/>
                          </a:endParaRPr>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p:graphicFrame>
            <p:nvGraphicFramePr>
              <p:cNvPr id="5" name="Table 4">
                <a:extLst>
                  <a:ext uri="{FF2B5EF4-FFF2-40B4-BE49-F238E27FC236}">
                    <a16:creationId xmlns:a16="http://schemas.microsoft.com/office/drawing/2014/main" id="{38F1E962-CC68-5D17-72E4-CA259A0D94FA}"/>
                  </a:ext>
                </a:extLst>
              </p:cNvPr>
              <p:cNvGraphicFramePr>
                <a:graphicFrameLocks noGrp="1"/>
              </p:cNvGraphicFramePr>
              <p:nvPr>
                <p:extLst>
                  <p:ext uri="{D42A27DB-BD31-4B8C-83A1-F6EECF244321}">
                    <p14:modId xmlns:p14="http://schemas.microsoft.com/office/powerpoint/2010/main" val="181897599"/>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874" r="-401498" b="-263793"/>
                          </a:stretch>
                        </a:blipFill>
                      </a:tcPr>
                    </a:tc>
                    <a:tc>
                      <a:txBody>
                        <a:bodyPr/>
                        <a:lstStyle/>
                        <a:p>
                          <a:endParaRPr lang="en-US"/>
                        </a:p>
                      </a:txBody>
                      <a:tcPr>
                        <a:blipFill>
                          <a:blip r:embed="rId2"/>
                          <a:stretch>
                            <a:fillRect l="-100375" t="-2874" r="-301498" b="-263793"/>
                          </a:stretch>
                        </a:blipFill>
                      </a:tcPr>
                    </a:tc>
                    <a:tc>
                      <a:txBody>
                        <a:bodyPr/>
                        <a:lstStyle/>
                        <a:p>
                          <a:endParaRPr lang="en-US"/>
                        </a:p>
                      </a:txBody>
                      <a:tcPr>
                        <a:blipFill>
                          <a:blip r:embed="rId2"/>
                          <a:stretch>
                            <a:fillRect l="-200375" t="-2874" r="-201498" b="-26379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Monte Carlo simulation</a:t>
                          </a:r>
                          <a:endParaRPr lang="en-US" sz="1800" b="0" i="1" dirty="0">
                            <a:latin typeface="Cambria Math" panose="02040503050406030204" pitchFamily="18" charset="0"/>
                          </a:endParaRPr>
                        </a:p>
                      </a:txBody>
                      <a:tcPr/>
                    </a:tc>
                    <a:tc>
                      <a:txBody>
                        <a:bodyPr/>
                        <a:lstStyle/>
                        <a:p>
                          <a:pPr algn="ctr"/>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48005">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42E53C85-4BA5-F135-D452-93B955A9838E}"/>
              </a:ext>
            </a:extLst>
          </p:cNvPr>
          <p:cNvSpPr>
            <a:spLocks noGrp="1"/>
          </p:cNvSpPr>
          <p:nvPr>
            <p:ph type="title"/>
          </p:nvPr>
        </p:nvSpPr>
        <p:spPr>
          <a:xfrm>
            <a:off x="499872" y="200533"/>
            <a:ext cx="10515600" cy="1325563"/>
          </a:xfrm>
        </p:spPr>
        <p:txBody>
          <a:bodyPr/>
          <a:lstStyle/>
          <a:p>
            <a:r>
              <a:rPr lang="en-US" dirty="0"/>
              <a:t>Monte Carlo Simulation</a:t>
            </a:r>
          </a:p>
        </p:txBody>
      </p:sp>
      <p:grpSp>
        <p:nvGrpSpPr>
          <p:cNvPr id="2" name="Group 1">
            <a:extLst>
              <a:ext uri="{FF2B5EF4-FFF2-40B4-BE49-F238E27FC236}">
                <a16:creationId xmlns:a16="http://schemas.microsoft.com/office/drawing/2014/main" id="{DCA0B17E-F932-AAFD-D1F1-0BDD101F4E0B}"/>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3">
              <p14:nvContentPartPr>
                <p14:cNvPr id="42" name="Ink 41">
                  <a:extLst>
                    <a:ext uri="{FF2B5EF4-FFF2-40B4-BE49-F238E27FC236}">
                      <a16:creationId xmlns:a16="http://schemas.microsoft.com/office/drawing/2014/main" id="{F581309E-3825-2F03-228B-B2B6396EF041}"/>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3A3427F3-7B19-566E-243D-7B309219A897}"/>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Ink 43">
                  <a:extLst>
                    <a:ext uri="{FF2B5EF4-FFF2-40B4-BE49-F238E27FC236}">
                      <a16:creationId xmlns:a16="http://schemas.microsoft.com/office/drawing/2014/main" id="{DABDD8AF-2D30-EF74-44DE-1ED886C6899C}"/>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Ink 44">
                  <a:extLst>
                    <a:ext uri="{FF2B5EF4-FFF2-40B4-BE49-F238E27FC236}">
                      <a16:creationId xmlns:a16="http://schemas.microsoft.com/office/drawing/2014/main" id="{451AA164-590C-7279-E663-9B32FB340BB1}"/>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Ink 46">
                  <a:extLst>
                    <a:ext uri="{FF2B5EF4-FFF2-40B4-BE49-F238E27FC236}">
                      <a16:creationId xmlns:a16="http://schemas.microsoft.com/office/drawing/2014/main" id="{1FD80AA9-1E1F-AB3D-A865-B9B77E4659FC}"/>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Ink 47">
                  <a:extLst>
                    <a:ext uri="{FF2B5EF4-FFF2-40B4-BE49-F238E27FC236}">
                      <a16:creationId xmlns:a16="http://schemas.microsoft.com/office/drawing/2014/main" id="{662BB3B1-C710-45EF-4132-B85278557C09}"/>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Ink 49">
                  <a:extLst>
                    <a:ext uri="{FF2B5EF4-FFF2-40B4-BE49-F238E27FC236}">
                      <a16:creationId xmlns:a16="http://schemas.microsoft.com/office/drawing/2014/main" id="{E924BB11-8BD2-79B4-8061-0AA982DC9C89}"/>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2" name="Ink 51">
                  <a:extLst>
                    <a:ext uri="{FF2B5EF4-FFF2-40B4-BE49-F238E27FC236}">
                      <a16:creationId xmlns:a16="http://schemas.microsoft.com/office/drawing/2014/main" id="{67DABF15-856A-86E7-5B35-6442BA890D2D}"/>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Ink 52">
                  <a:extLst>
                    <a:ext uri="{FF2B5EF4-FFF2-40B4-BE49-F238E27FC236}">
                      <a16:creationId xmlns:a16="http://schemas.microsoft.com/office/drawing/2014/main" id="{2C38EC2C-D93D-3CC9-1F00-A02254212FA8}"/>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Ink 53">
                  <a:extLst>
                    <a:ext uri="{FF2B5EF4-FFF2-40B4-BE49-F238E27FC236}">
                      <a16:creationId xmlns:a16="http://schemas.microsoft.com/office/drawing/2014/main" id="{8CCDF692-115E-6DD2-A899-29801C90DA59}"/>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 name="Group 2">
            <a:extLst>
              <a:ext uri="{FF2B5EF4-FFF2-40B4-BE49-F238E27FC236}">
                <a16:creationId xmlns:a16="http://schemas.microsoft.com/office/drawing/2014/main" id="{BB8F5FAA-D84D-E9C6-70B9-452ED2ADFC2F}"/>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23">
              <p14:nvContentPartPr>
                <p14:cNvPr id="177" name="Ink 176">
                  <a:extLst>
                    <a:ext uri="{FF2B5EF4-FFF2-40B4-BE49-F238E27FC236}">
                      <a16:creationId xmlns:a16="http://schemas.microsoft.com/office/drawing/2014/main" id="{60B76910-5574-82DD-9898-ABEF9239D3EA}"/>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8" name="Ink 177">
                  <a:extLst>
                    <a:ext uri="{FF2B5EF4-FFF2-40B4-BE49-F238E27FC236}">
                      <a16:creationId xmlns:a16="http://schemas.microsoft.com/office/drawing/2014/main" id="{896CC6E2-8FF0-9FBE-1824-5438963B9085}"/>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9" name="Ink 178">
                  <a:extLst>
                    <a:ext uri="{FF2B5EF4-FFF2-40B4-BE49-F238E27FC236}">
                      <a16:creationId xmlns:a16="http://schemas.microsoft.com/office/drawing/2014/main" id="{F9932E37-421F-025E-D147-AB6F825D59C5}"/>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0" name="Ink 179">
                  <a:extLst>
                    <a:ext uri="{FF2B5EF4-FFF2-40B4-BE49-F238E27FC236}">
                      <a16:creationId xmlns:a16="http://schemas.microsoft.com/office/drawing/2014/main" id="{AF347173-EC26-FA0E-96A2-EB3600C438CA}"/>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1" name="Ink 180">
                  <a:extLst>
                    <a:ext uri="{FF2B5EF4-FFF2-40B4-BE49-F238E27FC236}">
                      <a16:creationId xmlns:a16="http://schemas.microsoft.com/office/drawing/2014/main" id="{FD4E4BE5-8152-0072-0BC6-1B969CE64D82}"/>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2" name="Ink 181">
                  <a:extLst>
                    <a:ext uri="{FF2B5EF4-FFF2-40B4-BE49-F238E27FC236}">
                      <a16:creationId xmlns:a16="http://schemas.microsoft.com/office/drawing/2014/main" id="{77F17AF4-848D-B123-1F6D-AC42EC19FC01}"/>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4" name="Ink 183">
                  <a:extLst>
                    <a:ext uri="{FF2B5EF4-FFF2-40B4-BE49-F238E27FC236}">
                      <a16:creationId xmlns:a16="http://schemas.microsoft.com/office/drawing/2014/main" id="{8714848B-C5BA-C7DD-92C0-8B32C08DF9D5}"/>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85" name="Ink 184">
                  <a:extLst>
                    <a:ext uri="{FF2B5EF4-FFF2-40B4-BE49-F238E27FC236}">
                      <a16:creationId xmlns:a16="http://schemas.microsoft.com/office/drawing/2014/main" id="{6C63CB70-5DDD-5742-9BB3-5A06488F7651}"/>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87" name="Ink 186">
                  <a:extLst>
                    <a:ext uri="{FF2B5EF4-FFF2-40B4-BE49-F238E27FC236}">
                      <a16:creationId xmlns:a16="http://schemas.microsoft.com/office/drawing/2014/main" id="{37D69046-A2A7-68C3-51AE-88C465974D2C}"/>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88" name="Ink 187">
                  <a:extLst>
                    <a:ext uri="{FF2B5EF4-FFF2-40B4-BE49-F238E27FC236}">
                      <a16:creationId xmlns:a16="http://schemas.microsoft.com/office/drawing/2014/main" id="{4E991EC1-E041-C47C-BC08-1572ABEB8C4E}"/>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16" name="TextBox 15">
            <a:extLst>
              <a:ext uri="{FF2B5EF4-FFF2-40B4-BE49-F238E27FC236}">
                <a16:creationId xmlns:a16="http://schemas.microsoft.com/office/drawing/2014/main" id="{83506130-651B-52D2-925E-C0FAEB937DC6}"/>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optimal play</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837008A-A89B-2520-5EEA-160F64BADE43}"/>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59170D23-8E90-5184-0AD4-E073B2FBD850}"/>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43"/>
                <a:stretch>
                  <a:fillRect t="-2353"/>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0067165C-F68A-DAB5-DDA1-16E56272D192}"/>
              </a:ext>
            </a:extLst>
          </p:cNvPr>
          <p:cNvSpPr txBox="1"/>
          <p:nvPr/>
        </p:nvSpPr>
        <p:spPr>
          <a:xfrm>
            <a:off x="4999962"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none</a:t>
            </a:r>
          </a:p>
        </p:txBody>
      </p:sp>
      <p:sp>
        <p:nvSpPr>
          <p:cNvPr id="15" name="TextBox 14">
            <a:extLst>
              <a:ext uri="{FF2B5EF4-FFF2-40B4-BE49-F238E27FC236}">
                <a16:creationId xmlns:a16="http://schemas.microsoft.com/office/drawing/2014/main" id="{0ADE29E7-A617-9E23-467A-CDF74961EAA6}"/>
              </a:ext>
            </a:extLst>
          </p:cNvPr>
          <p:cNvSpPr txBox="1"/>
          <p:nvPr/>
        </p:nvSpPr>
        <p:spPr>
          <a:xfrm>
            <a:off x="6612047" y="5544763"/>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Random or other</a:t>
            </a:r>
          </a:p>
        </p:txBody>
      </p:sp>
      <p:sp>
        <p:nvSpPr>
          <p:cNvPr id="58" name="TextBox 57">
            <a:extLst>
              <a:ext uri="{FF2B5EF4-FFF2-40B4-BE49-F238E27FC236}">
                <a16:creationId xmlns:a16="http://schemas.microsoft.com/office/drawing/2014/main" id="{61AA5D4B-8680-66CC-5931-1445FD960872}"/>
              </a:ext>
            </a:extLst>
          </p:cNvPr>
          <p:cNvSpPr txBox="1"/>
          <p:nvPr/>
        </p:nvSpPr>
        <p:spPr>
          <a:xfrm>
            <a:off x="1499329" y="6220374"/>
            <a:ext cx="1589714" cy="307777"/>
          </a:xfrm>
          <a:prstGeom prst="rect">
            <a:avLst/>
          </a:prstGeom>
          <a:noFill/>
        </p:spPr>
        <p:txBody>
          <a:bodyPr wrap="square">
            <a:spAutoFit/>
          </a:bodyPr>
          <a:lstStyle/>
          <a:p>
            <a:pPr algn="ctr"/>
            <a:r>
              <a:rPr lang="en-US" sz="1400" b="0" dirty="0"/>
              <a:t>Method</a:t>
            </a:r>
            <a:endParaRPr lang="en-US" sz="1400" dirty="0"/>
          </a:p>
        </p:txBody>
      </p:sp>
      <p:sp>
        <p:nvSpPr>
          <p:cNvPr id="59" name="TextBox 58">
            <a:extLst>
              <a:ext uri="{FF2B5EF4-FFF2-40B4-BE49-F238E27FC236}">
                <a16:creationId xmlns:a16="http://schemas.microsoft.com/office/drawing/2014/main" id="{CA53B03A-ECED-24A0-708E-85C9072CE945}"/>
              </a:ext>
            </a:extLst>
          </p:cNvPr>
          <p:cNvSpPr txBox="1"/>
          <p:nvPr/>
        </p:nvSpPr>
        <p:spPr>
          <a:xfrm>
            <a:off x="3352911"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p:sp>
        <p:nvSpPr>
          <p:cNvPr id="60" name="TextBox 59">
            <a:extLst>
              <a:ext uri="{FF2B5EF4-FFF2-40B4-BE49-F238E27FC236}">
                <a16:creationId xmlns:a16="http://schemas.microsoft.com/office/drawing/2014/main" id="{8376C655-BA65-833C-377F-40705893168B}"/>
              </a:ext>
            </a:extLst>
          </p:cNvPr>
          <p:cNvSpPr txBox="1"/>
          <p:nvPr/>
        </p:nvSpPr>
        <p:spPr>
          <a:xfrm>
            <a:off x="4999962" y="6112652"/>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Code + cutoff search</a:t>
            </a:r>
          </a:p>
        </p:txBody>
      </p:sp>
      <p:sp>
        <p:nvSpPr>
          <p:cNvPr id="61" name="TextBox 60">
            <a:extLst>
              <a:ext uri="{FF2B5EF4-FFF2-40B4-BE49-F238E27FC236}">
                <a16:creationId xmlns:a16="http://schemas.microsoft.com/office/drawing/2014/main" id="{90208D3F-559D-E8B3-B833-24DBBE878AE8}"/>
              </a:ext>
            </a:extLst>
          </p:cNvPr>
          <p:cNvSpPr txBox="1"/>
          <p:nvPr/>
        </p:nvSpPr>
        <p:spPr>
          <a:xfrm>
            <a:off x="6612046"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Simulation</a:t>
            </a:r>
          </a:p>
        </p:txBody>
      </p:sp>
      <p:sp>
        <p:nvSpPr>
          <p:cNvPr id="62" name="TextBox 61">
            <a:extLst>
              <a:ext uri="{FF2B5EF4-FFF2-40B4-BE49-F238E27FC236}">
                <a16:creationId xmlns:a16="http://schemas.microsoft.com/office/drawing/2014/main" id="{32AED2A1-8AD6-EB63-4D73-82E17C333E5D}"/>
              </a:ext>
            </a:extLst>
          </p:cNvPr>
          <p:cNvSpPr txBox="1"/>
          <p:nvPr/>
        </p:nvSpPr>
        <p:spPr>
          <a:xfrm>
            <a:off x="6652375" y="2994752"/>
            <a:ext cx="1146820" cy="369332"/>
          </a:xfrm>
          <a:prstGeom prst="rect">
            <a:avLst/>
          </a:prstGeom>
          <a:noFill/>
        </p:spPr>
        <p:txBody>
          <a:bodyPr wrap="square">
            <a:spAutoFit/>
          </a:bodyPr>
          <a:lstStyle/>
          <a:p>
            <a:pPr algn="ctr"/>
            <a:r>
              <a:rPr lang="en-US" dirty="0"/>
              <a:t>0.634</a:t>
            </a:r>
          </a:p>
        </p:txBody>
      </p:sp>
      <p:sp>
        <p:nvSpPr>
          <p:cNvPr id="128" name="TextBox 127">
            <a:extLst>
              <a:ext uri="{FF2B5EF4-FFF2-40B4-BE49-F238E27FC236}">
                <a16:creationId xmlns:a16="http://schemas.microsoft.com/office/drawing/2014/main" id="{E854511F-6D8D-4383-3995-3B17D23D4227}"/>
              </a:ext>
            </a:extLst>
          </p:cNvPr>
          <p:cNvSpPr txBox="1"/>
          <p:nvPr/>
        </p:nvSpPr>
        <p:spPr>
          <a:xfrm>
            <a:off x="6668035" y="3963726"/>
            <a:ext cx="1115500" cy="369332"/>
          </a:xfrm>
          <a:prstGeom prst="rect">
            <a:avLst/>
          </a:prstGeom>
          <a:noFill/>
        </p:spPr>
        <p:txBody>
          <a:bodyPr wrap="square">
            <a:spAutoFit/>
          </a:bodyPr>
          <a:lstStyle/>
          <a:p>
            <a:pPr algn="ctr"/>
            <a:r>
              <a:rPr lang="en-US" dirty="0"/>
              <a:t>-0.021</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A2BAF78B-BFBB-B5A9-8DF7-24F7B18D1D0F}"/>
                  </a:ext>
                </a:extLst>
              </p:cNvPr>
              <p:cNvSpPr txBox="1"/>
              <p:nvPr/>
            </p:nvSpPr>
            <p:spPr>
              <a:xfrm>
                <a:off x="6185500" y="636699"/>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𝑠</m:t>
                          </m:r>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sSub>
                            <m:sSubPr>
                              <m:ctrlPr>
                                <a:rPr lang="en-US" sz="2400" i="1">
                                  <a:latin typeface="Cambria Math" panose="02040503050406030204" pitchFamily="18" charset="0"/>
                                </a:rPr>
                              </m:ctrlPr>
                            </m:sSubPr>
                            <m:e>
                              <m:r>
                                <a:rPr lang="en-US" sz="2400" i="1">
                                  <a:latin typeface="Cambria Math" panose="02040503050406030204" pitchFamily="18" charset="0"/>
                                </a:rPr>
                                <m:t>𝜋</m:t>
                              </m:r>
                            </m:e>
                            <m:sub>
                              <m:r>
                                <a:rPr lang="en-US" sz="2400" i="1">
                                  <a:latin typeface="Cambria Math" panose="02040503050406030204" pitchFamily="18" charset="0"/>
                                </a:rPr>
                                <m:t>𝑥</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𝜋</m:t>
                              </m:r>
                            </m:e>
                            <m:sub>
                              <m:r>
                                <a:rPr lang="en-US" sz="2400" i="1">
                                  <a:latin typeface="Cambria Math" panose="02040503050406030204" pitchFamily="18" charset="0"/>
                                </a:rPr>
                                <m:t>𝑜</m:t>
                              </m:r>
                            </m:sub>
                          </m:sSub>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𝑢</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𝑠</m:t>
                          </m:r>
                        </m:e>
                      </m:d>
                    </m:oMath>
                  </m:oMathPara>
                </a14:m>
                <a:endParaRPr lang="en-US" sz="2800" dirty="0"/>
              </a:p>
            </p:txBody>
          </p:sp>
        </mc:Choice>
        <mc:Fallback>
          <p:sp>
            <p:nvSpPr>
              <p:cNvPr id="17" name="TextBox 16">
                <a:extLst>
                  <a:ext uri="{FF2B5EF4-FFF2-40B4-BE49-F238E27FC236}">
                    <a16:creationId xmlns:a16="http://schemas.microsoft.com/office/drawing/2014/main" id="{A2BAF78B-BFBB-B5A9-8DF7-24F7B18D1D0F}"/>
                  </a:ext>
                </a:extLst>
              </p:cNvPr>
              <p:cNvSpPr txBox="1">
                <a:spLocks noRot="1" noChangeAspect="1" noMove="1" noResize="1" noEditPoints="1" noAdjustHandles="1" noChangeArrowheads="1" noChangeShapeType="1" noTextEdit="1"/>
              </p:cNvSpPr>
              <p:nvPr/>
            </p:nvSpPr>
            <p:spPr>
              <a:xfrm>
                <a:off x="6185500" y="636699"/>
                <a:ext cx="3435503" cy="495328"/>
              </a:xfrm>
              <a:prstGeom prst="rect">
                <a:avLst/>
              </a:prstGeom>
              <a:blipFill>
                <a:blip r:embed="rId44"/>
                <a:stretch>
                  <a:fillRect l="-176" b="-697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E22F023-9FD2-647F-45C6-7C9FF5C9AC50}"/>
                  </a:ext>
                </a:extLst>
              </p:cNvPr>
              <p:cNvSpPr txBox="1"/>
              <p:nvPr/>
            </p:nvSpPr>
            <p:spPr>
              <a:xfrm>
                <a:off x="9131533" y="123677"/>
                <a:ext cx="2896350" cy="1148263"/>
              </a:xfrm>
              <a:prstGeom prst="rect">
                <a:avLst/>
              </a:prstGeom>
              <a:noFill/>
            </p:spPr>
            <p:txBody>
              <a:bodyPr wrap="square" rtlCol="0">
                <a:spAutoFit/>
              </a:bodyPr>
              <a:lstStyle/>
              <a:p>
                <a:pPr algn="ctr"/>
                <a:r>
                  <a:rPr lang="en-US" b="1" dirty="0">
                    <a:solidFill>
                      <a:srgbClr val="FF0000"/>
                    </a:solidFill>
                  </a:rPr>
                  <a:t>Monte Carlo Sim.</a:t>
                </a:r>
                <a:br>
                  <a:rPr lang="en-US" b="1" dirty="0">
                    <a:solidFill>
                      <a:srgbClr val="FF0000"/>
                    </a:solidFill>
                  </a:rPr>
                </a:b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f>
                        <m:fPr>
                          <m:ctrlPr>
                            <a:rPr lang="en-US" b="1" i="1" smtClean="0">
                              <a:solidFill>
                                <a:srgbClr val="FF0000"/>
                              </a:solidFill>
                              <a:latin typeface="Cambria Math" panose="02040503050406030204" pitchFamily="18" charset="0"/>
                            </a:rPr>
                          </m:ctrlPr>
                        </m:fPr>
                        <m:num>
                          <m:r>
                            <a:rPr lang="en-US" b="1" i="1" smtClean="0">
                              <a:solidFill>
                                <a:srgbClr val="FF0000"/>
                              </a:solidFill>
                              <a:latin typeface="Cambria Math" panose="02040503050406030204" pitchFamily="18" charset="0"/>
                            </a:rPr>
                            <m:t>𝟏</m:t>
                          </m:r>
                        </m:num>
                        <m:den>
                          <m:r>
                            <a:rPr lang="en-US" b="1" i="1" smtClean="0">
                              <a:solidFill>
                                <a:srgbClr val="FF0000"/>
                              </a:solidFill>
                              <a:latin typeface="Cambria Math" panose="02040503050406030204" pitchFamily="18" charset="0"/>
                            </a:rPr>
                            <m:t>𝑵</m:t>
                          </m:r>
                        </m:den>
                      </m:f>
                      <m:nary>
                        <m:naryPr>
                          <m:chr m:val="∑"/>
                          <m:ctrlPr>
                            <a:rPr lang="en-US" b="1" i="1" smtClean="0">
                              <a:solidFill>
                                <a:srgbClr val="FF0000"/>
                              </a:solidFill>
                              <a:latin typeface="Cambria Math" panose="02040503050406030204" pitchFamily="18" charset="0"/>
                            </a:rPr>
                          </m:ctrlPr>
                        </m:naryPr>
                        <m:sub>
                          <m:r>
                            <m:rPr>
                              <m:brk m:alnAt="23"/>
                            </m:rPr>
                            <a:rPr lang="en-US" b="1" i="1" smtClean="0">
                              <a:solidFill>
                                <a:srgbClr val="FF0000"/>
                              </a:solidFill>
                              <a:latin typeface="Cambria Math" panose="02040503050406030204" pitchFamily="18" charset="0"/>
                            </a:rPr>
                            <m:t>𝒊</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𝟏</m:t>
                          </m:r>
                        </m:sub>
                        <m:sup>
                          <m:r>
                            <a:rPr lang="en-US" b="1" i="1" smtClean="0">
                              <a:solidFill>
                                <a:srgbClr val="FF0000"/>
                              </a:solidFill>
                              <a:latin typeface="Cambria Math" panose="02040503050406030204" pitchFamily="18" charset="0"/>
                            </a:rPr>
                            <m:t>𝑵</m:t>
                          </m:r>
                        </m:sup>
                        <m:e>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𝒖</m:t>
                              </m:r>
                            </m:e>
                            <m:sub>
                              <m:r>
                                <a:rPr lang="en-US" b="1" i="1" smtClean="0">
                                  <a:solidFill>
                                    <a:srgbClr val="FF0000"/>
                                  </a:solidFill>
                                  <a:latin typeface="Cambria Math" panose="02040503050406030204" pitchFamily="18" charset="0"/>
                                </a:rPr>
                                <m:t>𝒊</m:t>
                              </m:r>
                            </m:sub>
                          </m:sSub>
                          <m:r>
                            <a:rPr lang="en-US" b="1" i="1" smtClean="0">
                              <a:solidFill>
                                <a:srgbClr val="FF0000"/>
                              </a:solidFill>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𝒔</m:t>
                              </m:r>
                            </m:e>
                            <m:sub>
                              <m:r>
                                <a:rPr lang="en-US" b="1" i="1" smtClean="0">
                                  <a:solidFill>
                                    <a:srgbClr val="FF0000"/>
                                  </a:solidFill>
                                  <a:latin typeface="Cambria Math" panose="02040503050406030204" pitchFamily="18" charset="0"/>
                                </a:rPr>
                                <m:t>𝟎</m:t>
                              </m:r>
                            </m:sub>
                          </m:sSub>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𝒔</m:t>
                          </m:r>
                          <m:r>
                            <a:rPr lang="en-US" b="1" i="1" smtClean="0">
                              <a:solidFill>
                                <a:srgbClr val="FF0000"/>
                              </a:solidFill>
                              <a:latin typeface="Cambria Math" panose="02040503050406030204" pitchFamily="18" charset="0"/>
                            </a:rPr>
                            <m:t> </m:t>
                          </m:r>
                        </m:e>
                      </m:nary>
                    </m:oMath>
                  </m:oMathPara>
                </a14:m>
                <a:endParaRPr lang="en-US" b="1" dirty="0">
                  <a:solidFill>
                    <a:srgbClr val="FF0000"/>
                  </a:solidFill>
                </a:endParaRPr>
              </a:p>
            </p:txBody>
          </p:sp>
        </mc:Choice>
        <mc:Fallback>
          <p:sp>
            <p:nvSpPr>
              <p:cNvPr id="6" name="TextBox 5">
                <a:extLst>
                  <a:ext uri="{FF2B5EF4-FFF2-40B4-BE49-F238E27FC236}">
                    <a16:creationId xmlns:a16="http://schemas.microsoft.com/office/drawing/2014/main" id="{FE22F023-9FD2-647F-45C6-7C9FF5C9AC50}"/>
                  </a:ext>
                </a:extLst>
              </p:cNvPr>
              <p:cNvSpPr txBox="1">
                <a:spLocks noRot="1" noChangeAspect="1" noMove="1" noResize="1" noEditPoints="1" noAdjustHandles="1" noChangeArrowheads="1" noChangeShapeType="1" noTextEdit="1"/>
              </p:cNvSpPr>
              <p:nvPr/>
            </p:nvSpPr>
            <p:spPr>
              <a:xfrm>
                <a:off x="9131533" y="123677"/>
                <a:ext cx="2896350" cy="1148263"/>
              </a:xfrm>
              <a:prstGeom prst="rect">
                <a:avLst/>
              </a:prstGeom>
              <a:blipFill>
                <a:blip r:embed="rId45"/>
                <a:stretch>
                  <a:fillRect t="-2646"/>
                </a:stretch>
              </a:blipFill>
            </p:spPr>
            <p:txBody>
              <a:bodyPr/>
              <a:lstStyle/>
              <a:p>
                <a:r>
                  <a:rPr lang="en-US">
                    <a:noFill/>
                  </a:rPr>
                  <a:t> </a:t>
                </a:r>
              </a:p>
            </p:txBody>
          </p:sp>
        </mc:Fallback>
      </mc:AlternateContent>
    </p:spTree>
    <p:extLst>
      <p:ext uri="{BB962C8B-B14F-4D97-AF65-F5344CB8AC3E}">
        <p14:creationId xmlns:p14="http://schemas.microsoft.com/office/powerpoint/2010/main" val="250089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61" grpId="0" animBg="1"/>
      <p:bldP spid="62" grpId="0"/>
      <p:bldP spid="128"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A7FD-19AD-2E90-5FC6-EA65C0ED2FD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A53B270F-5BE3-8FB5-2226-1104988DB42E}"/>
                  </a:ext>
                </a:extLst>
              </p:cNvPr>
              <p:cNvGraphicFramePr>
                <a:graphicFrameLocks noGrp="1"/>
              </p:cNvGraphicFramePr>
              <p:nvPr>
                <p:extLst>
                  <p:ext uri="{D42A27DB-BD31-4B8C-83A1-F6EECF244321}">
                    <p14:modId xmlns:p14="http://schemas.microsoft.com/office/powerpoint/2010/main" val="2901276821"/>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State </a:t>
                          </a:r>
                          <a14:m>
                            <m:oMath xmlns:m="http://schemas.openxmlformats.org/officeDocument/2006/math">
                              <m:r>
                                <a:rPr lang="en-US" sz="1800" b="0" i="1" smtClean="0">
                                  <a:latin typeface="Cambria Math" panose="02040503050406030204" pitchFamily="18" charset="0"/>
                                </a:rPr>
                                <m:t>𝑠</m:t>
                              </m:r>
                            </m:oMath>
                          </a14:m>
                          <a:endParaRPr lang="en-US" sz="1800" dirty="0"/>
                        </a:p>
                      </a:txBody>
                      <a:tcPr/>
                    </a:tc>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𝑚𝑖𝑛𝑖𝑚𝑎𝑥</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Expert code</a:t>
                          </a:r>
                          <a:endParaRPr lang="en-US" sz="18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𝑒𝑣𝑎𝑙</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oMath>
                            </m:oMathPara>
                          </a14:m>
                          <a:endParaRPr lang="en-US" sz="18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Monte Carlo simulation</a:t>
                          </a:r>
                          <a:endParaRPr lang="en-US" sz="1800" b="0" i="1" dirty="0">
                            <a:latin typeface="Cambria Math" panose="02040503050406030204" pitchFamily="18" charset="0"/>
                          </a:endParaRPr>
                        </a:p>
                      </a:txBody>
                      <a:tcPr/>
                    </a:tc>
                    <a:tc>
                      <a:txBody>
                        <a:bodyPr/>
                        <a:lstStyle/>
                        <a:p>
                          <a:pPr algn="ctr"/>
                          <a:r>
                            <a:rPr lang="en-US" b="0" dirty="0"/>
                            <a:t>Machine Learning</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US" b="0" dirty="0"/>
                        </a:p>
                      </a:txBody>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r>
                            <a:rPr lang="en-US" dirty="0"/>
                            <a:t>0.634</a:t>
                          </a:r>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r>
                            <a:rPr lang="en-US" dirty="0"/>
                            <a:t>-0.021</a:t>
                          </a:r>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34987">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Choice>
        <mc:Fallback>
          <p:graphicFrame>
            <p:nvGraphicFramePr>
              <p:cNvPr id="5" name="Table 4">
                <a:extLst>
                  <a:ext uri="{FF2B5EF4-FFF2-40B4-BE49-F238E27FC236}">
                    <a16:creationId xmlns:a16="http://schemas.microsoft.com/office/drawing/2014/main" id="{A53B270F-5BE3-8FB5-2226-1104988DB42E}"/>
                  </a:ext>
                </a:extLst>
              </p:cNvPr>
              <p:cNvGraphicFramePr>
                <a:graphicFrameLocks noGrp="1"/>
              </p:cNvGraphicFramePr>
              <p:nvPr>
                <p:extLst>
                  <p:ext uri="{D42A27DB-BD31-4B8C-83A1-F6EECF244321}">
                    <p14:modId xmlns:p14="http://schemas.microsoft.com/office/powerpoint/2010/main" val="2901276821"/>
                  </p:ext>
                </p:extLst>
              </p:nvPr>
            </p:nvGraphicFramePr>
            <p:xfrm>
              <a:off x="1499368" y="1583490"/>
              <a:ext cx="8128000" cy="3649723"/>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75231717"/>
                        </a:ext>
                      </a:extLst>
                    </a:gridCol>
                    <a:gridCol w="1625600">
                      <a:extLst>
                        <a:ext uri="{9D8B030D-6E8A-4147-A177-3AD203B41FA5}">
                          <a16:colId xmlns:a16="http://schemas.microsoft.com/office/drawing/2014/main" val="3983029180"/>
                        </a:ext>
                      </a:extLst>
                    </a:gridCol>
                    <a:gridCol w="1625600">
                      <a:extLst>
                        <a:ext uri="{9D8B030D-6E8A-4147-A177-3AD203B41FA5}">
                          <a16:colId xmlns:a16="http://schemas.microsoft.com/office/drawing/2014/main" val="1758694013"/>
                        </a:ext>
                      </a:extLst>
                    </a:gridCol>
                    <a:gridCol w="1625600">
                      <a:extLst>
                        <a:ext uri="{9D8B030D-6E8A-4147-A177-3AD203B41FA5}">
                          <a16:colId xmlns:a16="http://schemas.microsoft.com/office/drawing/2014/main" val="4159486076"/>
                        </a:ext>
                      </a:extLst>
                    </a:gridCol>
                    <a:gridCol w="1625600">
                      <a:extLst>
                        <a:ext uri="{9D8B030D-6E8A-4147-A177-3AD203B41FA5}">
                          <a16:colId xmlns:a16="http://schemas.microsoft.com/office/drawing/2014/main" val="2621157299"/>
                        </a:ext>
                      </a:extLst>
                    </a:gridCol>
                  </a:tblGrid>
                  <a:tr h="1059042">
                    <a:tc>
                      <a:txBody>
                        <a:bodyPr/>
                        <a:lstStyle/>
                        <a:p>
                          <a:endParaRPr lang="en-US"/>
                        </a:p>
                      </a:txBody>
                      <a:tcPr>
                        <a:blipFill>
                          <a:blip r:embed="rId2"/>
                          <a:stretch>
                            <a:fillRect l="-375" t="-2874" r="-401498" b="-263793"/>
                          </a:stretch>
                        </a:blipFill>
                      </a:tcPr>
                    </a:tc>
                    <a:tc>
                      <a:txBody>
                        <a:bodyPr/>
                        <a:lstStyle/>
                        <a:p>
                          <a:endParaRPr lang="en-US"/>
                        </a:p>
                      </a:txBody>
                      <a:tcPr>
                        <a:blipFill>
                          <a:blip r:embed="rId2"/>
                          <a:stretch>
                            <a:fillRect l="-100375" t="-2874" r="-301498" b="-263793"/>
                          </a:stretch>
                        </a:blipFill>
                      </a:tcPr>
                    </a:tc>
                    <a:tc>
                      <a:txBody>
                        <a:bodyPr/>
                        <a:lstStyle/>
                        <a:p>
                          <a:endParaRPr lang="en-US"/>
                        </a:p>
                      </a:txBody>
                      <a:tcPr>
                        <a:blipFill>
                          <a:blip r:embed="rId2"/>
                          <a:stretch>
                            <a:fillRect l="-200375" t="-2874" r="-201498" b="-26379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Monte Carlo simulation</a:t>
                          </a:r>
                          <a:endParaRPr lang="en-US" sz="1800" b="0" i="1" dirty="0">
                            <a:latin typeface="Cambria Math" panose="02040503050406030204" pitchFamily="18" charset="0"/>
                          </a:endParaRPr>
                        </a:p>
                      </a:txBody>
                      <a:tcPr/>
                    </a:tc>
                    <a:tc>
                      <a:txBody>
                        <a:bodyPr/>
                        <a:lstStyle/>
                        <a:p>
                          <a:endParaRPr lang="en-US"/>
                        </a:p>
                      </a:txBody>
                      <a:tcPr>
                        <a:blipFill>
                          <a:blip r:embed="rId2"/>
                          <a:stretch>
                            <a:fillRect l="-400375" t="-2874" r="-1498" b="-263793"/>
                          </a:stretch>
                        </a:blipFill>
                      </a:tcPr>
                    </a:tc>
                    <a:extLst>
                      <a:ext uri="{0D108BD9-81ED-4DB2-BD59-A6C34878D82A}">
                        <a16:rowId xmlns:a16="http://schemas.microsoft.com/office/drawing/2014/main" val="4245311786"/>
                      </a:ext>
                    </a:extLst>
                  </a:tr>
                  <a:tr h="1019219">
                    <a:tc>
                      <a:txBody>
                        <a:bodyPr/>
                        <a:lstStyle/>
                        <a:p>
                          <a:pPr algn="ctr"/>
                          <a:endParaRPr lang="en-US" dirty="0"/>
                        </a:p>
                      </a:txBody>
                      <a:tcPr anchor="ctr"/>
                    </a:tc>
                    <a:tc>
                      <a:txBody>
                        <a:bodyPr/>
                        <a:lstStyle/>
                        <a:p>
                          <a:pPr algn="ctr"/>
                          <a:r>
                            <a:rPr lang="en-US" dirty="0"/>
                            <a:t>1</a:t>
                          </a:r>
                        </a:p>
                      </a:txBody>
                      <a:tcPr anchor="ctr"/>
                    </a:tc>
                    <a:tc>
                      <a:txBody>
                        <a:bodyPr/>
                        <a:lstStyle/>
                        <a:p>
                          <a:pPr algn="ctr"/>
                          <a:r>
                            <a:rPr lang="en-US" dirty="0"/>
                            <a:t>+0.4</a:t>
                          </a:r>
                        </a:p>
                      </a:txBody>
                      <a:tcPr anchor="ctr"/>
                    </a:tc>
                    <a:tc>
                      <a:txBody>
                        <a:bodyPr/>
                        <a:lstStyle/>
                        <a:p>
                          <a:pPr algn="ctr"/>
                          <a:r>
                            <a:rPr lang="en-US" dirty="0"/>
                            <a:t>0.634</a:t>
                          </a:r>
                        </a:p>
                      </a:txBody>
                      <a:tcPr anchor="ctr"/>
                    </a:tc>
                    <a:tc>
                      <a:txBody>
                        <a:bodyPr/>
                        <a:lstStyle/>
                        <a:p>
                          <a:pPr algn="ctr"/>
                          <a:endParaRPr lang="en-US" dirty="0"/>
                        </a:p>
                      </a:txBody>
                      <a:tcPr anchor="ctr"/>
                    </a:tc>
                    <a:extLst>
                      <a:ext uri="{0D108BD9-81ED-4DB2-BD59-A6C34878D82A}">
                        <a16:rowId xmlns:a16="http://schemas.microsoft.com/office/drawing/2014/main" val="49936605"/>
                      </a:ext>
                    </a:extLst>
                  </a:tr>
                  <a:tr h="1023457">
                    <a:tc>
                      <a:txBody>
                        <a:bodyPr/>
                        <a:lstStyle/>
                        <a:p>
                          <a:pPr algn="ctr"/>
                          <a:endParaRPr lang="en-US" dirty="0"/>
                        </a:p>
                      </a:txBody>
                      <a:tcPr anchor="ctr"/>
                    </a:tc>
                    <a:tc>
                      <a:txBody>
                        <a:bodyPr/>
                        <a:lstStyle/>
                        <a:p>
                          <a:pPr algn="ctr"/>
                          <a:r>
                            <a:rPr lang="en-US" dirty="0"/>
                            <a:t>0</a:t>
                          </a:r>
                        </a:p>
                      </a:txBody>
                      <a:tcPr anchor="ctr"/>
                    </a:tc>
                    <a:tc>
                      <a:txBody>
                        <a:bodyPr/>
                        <a:lstStyle/>
                        <a:p>
                          <a:pPr algn="ctr"/>
                          <a:r>
                            <a:rPr lang="en-US" dirty="0"/>
                            <a:t>-0.4</a:t>
                          </a:r>
                        </a:p>
                      </a:txBody>
                      <a:tcPr anchor="ctr"/>
                    </a:tc>
                    <a:tc>
                      <a:txBody>
                        <a:bodyPr/>
                        <a:lstStyle/>
                        <a:p>
                          <a:pPr algn="ctr"/>
                          <a:r>
                            <a:rPr lang="en-US" dirty="0"/>
                            <a:t>-0.021</a:t>
                          </a:r>
                        </a:p>
                      </a:txBody>
                      <a:tcPr anchor="ctr"/>
                    </a:tc>
                    <a:tc>
                      <a:txBody>
                        <a:bodyPr/>
                        <a:lstStyle/>
                        <a:p>
                          <a:pPr algn="ctr"/>
                          <a:endParaRPr lang="en-US" dirty="0"/>
                        </a:p>
                      </a:txBody>
                      <a:tcPr anchor="ctr"/>
                    </a:tc>
                    <a:extLst>
                      <a:ext uri="{0D108BD9-81ED-4DB2-BD59-A6C34878D82A}">
                        <a16:rowId xmlns:a16="http://schemas.microsoft.com/office/drawing/2014/main" val="1095918322"/>
                      </a:ext>
                    </a:extLst>
                  </a:tr>
                  <a:tr h="548005">
                    <a:tc>
                      <a:txBody>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p>
                          <a:pPr marL="0" marR="0" lvl="0" indent="0" algn="ctr" defTabSz="914400" rtl="0" eaLnBrk="1" fontAlgn="auto" latinLnBrk="0" hangingPunct="1">
                            <a:lnSpc>
                              <a:spcPts val="1000"/>
                            </a:lnSpc>
                            <a:spcBef>
                              <a:spcPts val="0"/>
                            </a:spcBef>
                            <a:spcAft>
                              <a:spcPts val="0"/>
                            </a:spcAft>
                            <a:buClrTx/>
                            <a:buSzTx/>
                            <a:buFontTx/>
                            <a:buNone/>
                            <a:tabLst/>
                            <a:defRPr/>
                          </a:pPr>
                          <a:r>
                            <a:rPr lang="en-US" sz="3200" dirty="0"/>
                            <a:t>.</a:t>
                          </a:r>
                        </a:p>
                      </a:txBody>
                      <a:tcPr anchor="ctr"/>
                    </a:tc>
                    <a:tc>
                      <a:txBody>
                        <a:bodyPr/>
                        <a:lstStyle/>
                        <a:p>
                          <a:pPr algn="ctr"/>
                          <a:endParaRPr lang="en-US" dirty="0"/>
                        </a:p>
                      </a:txBody>
                      <a:tcPr anchor="ctr"/>
                    </a:tc>
                    <a:tc>
                      <a:txBody>
                        <a:bodyPr/>
                        <a:lstStyle/>
                        <a:p>
                          <a:pPr algn="ctr"/>
                          <a:endParaRPr lang="en-US"/>
                        </a:p>
                      </a:txBody>
                      <a:tcPr anchor="ctr"/>
                    </a:tc>
                    <a:tc>
                      <a:txBody>
                        <a:bodyPr/>
                        <a:lstStyle/>
                        <a:p>
                          <a:pPr algn="ctr"/>
                          <a:endParaRPr lang="en-US" dirty="0"/>
                        </a:p>
                      </a:txBody>
                      <a:tcPr anchor="ctr"/>
                    </a:tc>
                    <a:tc>
                      <a:txBody>
                        <a:bodyPr/>
                        <a:lstStyle/>
                        <a:p>
                          <a:pPr algn="ctr"/>
                          <a:endParaRPr lang="en-US" dirty="0"/>
                        </a:p>
                      </a:txBody>
                      <a:tcPr anchor="ctr"/>
                    </a:tc>
                    <a:extLst>
                      <a:ext uri="{0D108BD9-81ED-4DB2-BD59-A6C34878D82A}">
                        <a16:rowId xmlns:a16="http://schemas.microsoft.com/office/drawing/2014/main" val="3982625856"/>
                      </a:ext>
                    </a:extLst>
                  </a:tr>
                </a:tbl>
              </a:graphicData>
            </a:graphic>
          </p:graphicFrame>
        </mc:Fallback>
      </mc:AlternateContent>
      <p:sp>
        <p:nvSpPr>
          <p:cNvPr id="4" name="Title 3">
            <a:extLst>
              <a:ext uri="{FF2B5EF4-FFF2-40B4-BE49-F238E27FC236}">
                <a16:creationId xmlns:a16="http://schemas.microsoft.com/office/drawing/2014/main" id="{0CF04371-4A7E-B022-AB5E-61F984C251A6}"/>
              </a:ext>
            </a:extLst>
          </p:cNvPr>
          <p:cNvSpPr>
            <a:spLocks noGrp="1"/>
          </p:cNvSpPr>
          <p:nvPr>
            <p:ph type="title"/>
          </p:nvPr>
        </p:nvSpPr>
        <p:spPr>
          <a:xfrm>
            <a:off x="499872" y="200533"/>
            <a:ext cx="10515600" cy="1325563"/>
          </a:xfrm>
        </p:spPr>
        <p:txBody>
          <a:bodyPr/>
          <a:lstStyle/>
          <a:p>
            <a:r>
              <a:rPr lang="en-US" dirty="0"/>
              <a:t>Machine Learning</a:t>
            </a:r>
          </a:p>
        </p:txBody>
      </p:sp>
      <p:grpSp>
        <p:nvGrpSpPr>
          <p:cNvPr id="2" name="Group 1">
            <a:extLst>
              <a:ext uri="{FF2B5EF4-FFF2-40B4-BE49-F238E27FC236}">
                <a16:creationId xmlns:a16="http://schemas.microsoft.com/office/drawing/2014/main" id="{910F2CB9-80D6-3C55-0C57-403C445DF624}"/>
              </a:ext>
            </a:extLst>
          </p:cNvPr>
          <p:cNvGrpSpPr/>
          <p:nvPr/>
        </p:nvGrpSpPr>
        <p:grpSpPr>
          <a:xfrm>
            <a:off x="1718883" y="3823326"/>
            <a:ext cx="1082520" cy="725400"/>
            <a:chOff x="1059264" y="3751776"/>
            <a:chExt cx="1082520" cy="725400"/>
          </a:xfrm>
        </p:grpSpPr>
        <mc:AlternateContent xmlns:mc="http://schemas.openxmlformats.org/markup-compatibility/2006" xmlns:p14="http://schemas.microsoft.com/office/powerpoint/2010/main">
          <mc:Choice Requires="p14">
            <p:contentPart p14:bwMode="auto" r:id="rId3">
              <p14:nvContentPartPr>
                <p14:cNvPr id="42" name="Ink 41">
                  <a:extLst>
                    <a:ext uri="{FF2B5EF4-FFF2-40B4-BE49-F238E27FC236}">
                      <a16:creationId xmlns:a16="http://schemas.microsoft.com/office/drawing/2014/main" id="{BDA48B90-783B-1011-62EC-2A6839710C2C}"/>
                    </a:ext>
                  </a:extLst>
                </p14:cNvPr>
                <p14:cNvContentPartPr/>
                <p14:nvPr/>
              </p14:nvContentPartPr>
              <p14:xfrm>
                <a:off x="1449864" y="3751776"/>
                <a:ext cx="77760" cy="725400"/>
              </p14:xfrm>
            </p:contentPart>
          </mc:Choice>
          <mc:Fallback xmlns="">
            <p:pic>
              <p:nvPicPr>
                <p:cNvPr id="42" name="Ink 41">
                  <a:extLst>
                    <a:ext uri="{FF2B5EF4-FFF2-40B4-BE49-F238E27FC236}">
                      <a16:creationId xmlns:a16="http://schemas.microsoft.com/office/drawing/2014/main" id="{46EB35FE-E34A-750C-3CB1-D411CF5A7660}"/>
                    </a:ext>
                  </a:extLst>
                </p:cNvPr>
                <p:cNvPicPr/>
                <p:nvPr/>
              </p:nvPicPr>
              <p:blipFill>
                <a:blip r:embed="rId4"/>
                <a:stretch>
                  <a:fillRect/>
                </a:stretch>
              </p:blipFill>
              <p:spPr>
                <a:xfrm>
                  <a:off x="1440864" y="3742776"/>
                  <a:ext cx="9540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756B2DA3-68A1-70F0-9601-119FCD6DA794}"/>
                    </a:ext>
                  </a:extLst>
                </p14:cNvPr>
                <p14:cNvContentPartPr/>
                <p14:nvPr/>
              </p14:nvContentPartPr>
              <p14:xfrm>
                <a:off x="1779264" y="3775176"/>
                <a:ext cx="31320" cy="700200"/>
              </p14:xfrm>
            </p:contentPart>
          </mc:Choice>
          <mc:Fallback xmlns="">
            <p:pic>
              <p:nvPicPr>
                <p:cNvPr id="43" name="Ink 42">
                  <a:extLst>
                    <a:ext uri="{FF2B5EF4-FFF2-40B4-BE49-F238E27FC236}">
                      <a16:creationId xmlns:a16="http://schemas.microsoft.com/office/drawing/2014/main" id="{67B82477-3724-F624-CA6F-37E6E8CC35E2}"/>
                    </a:ext>
                  </a:extLst>
                </p:cNvPr>
                <p:cNvPicPr/>
                <p:nvPr/>
              </p:nvPicPr>
              <p:blipFill>
                <a:blip r:embed="rId6"/>
                <a:stretch>
                  <a:fillRect/>
                </a:stretch>
              </p:blipFill>
              <p:spPr>
                <a:xfrm>
                  <a:off x="1770264" y="3766176"/>
                  <a:ext cx="489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4" name="Ink 43">
                  <a:extLst>
                    <a:ext uri="{FF2B5EF4-FFF2-40B4-BE49-F238E27FC236}">
                      <a16:creationId xmlns:a16="http://schemas.microsoft.com/office/drawing/2014/main" id="{3BD6B934-20CB-5CC8-E2DC-402CC951F97E}"/>
                    </a:ext>
                  </a:extLst>
                </p14:cNvPr>
                <p14:cNvContentPartPr/>
                <p14:nvPr/>
              </p14:nvContentPartPr>
              <p14:xfrm>
                <a:off x="1192824" y="4032936"/>
                <a:ext cx="800640" cy="27720"/>
              </p14:xfrm>
            </p:contentPart>
          </mc:Choice>
          <mc:Fallback xmlns="">
            <p:pic>
              <p:nvPicPr>
                <p:cNvPr id="44" name="Ink 43">
                  <a:extLst>
                    <a:ext uri="{FF2B5EF4-FFF2-40B4-BE49-F238E27FC236}">
                      <a16:creationId xmlns:a16="http://schemas.microsoft.com/office/drawing/2014/main" id="{0D593035-0D53-7399-4C2D-CACD27A72481}"/>
                    </a:ext>
                  </a:extLst>
                </p:cNvPr>
                <p:cNvPicPr/>
                <p:nvPr/>
              </p:nvPicPr>
              <p:blipFill>
                <a:blip r:embed="rId8"/>
                <a:stretch>
                  <a:fillRect/>
                </a:stretch>
              </p:blipFill>
              <p:spPr>
                <a:xfrm>
                  <a:off x="1183824" y="4023818"/>
                  <a:ext cx="818280" cy="45592"/>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5" name="Ink 44">
                  <a:extLst>
                    <a:ext uri="{FF2B5EF4-FFF2-40B4-BE49-F238E27FC236}">
                      <a16:creationId xmlns:a16="http://schemas.microsoft.com/office/drawing/2014/main" id="{5DA64481-11CF-7A3C-CFF5-4184BB4B1D31}"/>
                    </a:ext>
                  </a:extLst>
                </p14:cNvPr>
                <p14:cNvContentPartPr/>
                <p14:nvPr/>
              </p14:nvContentPartPr>
              <p14:xfrm>
                <a:off x="1059264" y="4226616"/>
                <a:ext cx="1082520" cy="80640"/>
              </p14:xfrm>
            </p:contentPart>
          </mc:Choice>
          <mc:Fallback xmlns="">
            <p:pic>
              <p:nvPicPr>
                <p:cNvPr id="45" name="Ink 44">
                  <a:extLst>
                    <a:ext uri="{FF2B5EF4-FFF2-40B4-BE49-F238E27FC236}">
                      <a16:creationId xmlns:a16="http://schemas.microsoft.com/office/drawing/2014/main" id="{40BD2996-C378-09FE-BB6C-4EAB7C81D880}"/>
                    </a:ext>
                  </a:extLst>
                </p:cNvPr>
                <p:cNvPicPr/>
                <p:nvPr/>
              </p:nvPicPr>
              <p:blipFill>
                <a:blip r:embed="rId10"/>
                <a:stretch>
                  <a:fillRect/>
                </a:stretch>
              </p:blipFill>
              <p:spPr>
                <a:xfrm>
                  <a:off x="1050264" y="4217616"/>
                  <a:ext cx="1100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7" name="Ink 46">
                  <a:extLst>
                    <a:ext uri="{FF2B5EF4-FFF2-40B4-BE49-F238E27FC236}">
                      <a16:creationId xmlns:a16="http://schemas.microsoft.com/office/drawing/2014/main" id="{35AABA42-B440-E690-3A70-0E323FA0A295}"/>
                    </a:ext>
                  </a:extLst>
                </p14:cNvPr>
                <p14:cNvContentPartPr/>
                <p14:nvPr/>
              </p14:nvContentPartPr>
              <p14:xfrm>
                <a:off x="1193904" y="3844656"/>
                <a:ext cx="148680" cy="131400"/>
              </p14:xfrm>
            </p:contentPart>
          </mc:Choice>
          <mc:Fallback xmlns="">
            <p:pic>
              <p:nvPicPr>
                <p:cNvPr id="47" name="Ink 46">
                  <a:extLst>
                    <a:ext uri="{FF2B5EF4-FFF2-40B4-BE49-F238E27FC236}">
                      <a16:creationId xmlns:a16="http://schemas.microsoft.com/office/drawing/2014/main" id="{023DFBEE-7331-DD2D-2986-D41C74E91C66}"/>
                    </a:ext>
                  </a:extLst>
                </p:cNvPr>
                <p:cNvPicPr/>
                <p:nvPr/>
              </p:nvPicPr>
              <p:blipFill>
                <a:blip r:embed="rId12"/>
                <a:stretch>
                  <a:fillRect/>
                </a:stretch>
              </p:blipFill>
              <p:spPr>
                <a:xfrm>
                  <a:off x="1184926" y="3835656"/>
                  <a:ext cx="166277"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8" name="Ink 47">
                  <a:extLst>
                    <a:ext uri="{FF2B5EF4-FFF2-40B4-BE49-F238E27FC236}">
                      <a16:creationId xmlns:a16="http://schemas.microsoft.com/office/drawing/2014/main" id="{E21068A3-BCFD-E38E-5414-8B4FDD97C68E}"/>
                    </a:ext>
                  </a:extLst>
                </p14:cNvPr>
                <p14:cNvContentPartPr/>
                <p14:nvPr/>
              </p14:nvContentPartPr>
              <p14:xfrm>
                <a:off x="1187784" y="3848256"/>
                <a:ext cx="152640" cy="156600"/>
              </p14:xfrm>
            </p:contentPart>
          </mc:Choice>
          <mc:Fallback xmlns="">
            <p:pic>
              <p:nvPicPr>
                <p:cNvPr id="48" name="Ink 47">
                  <a:extLst>
                    <a:ext uri="{FF2B5EF4-FFF2-40B4-BE49-F238E27FC236}">
                      <a16:creationId xmlns:a16="http://schemas.microsoft.com/office/drawing/2014/main" id="{81FB4DFA-BE43-3750-3A09-008F69435065}"/>
                    </a:ext>
                  </a:extLst>
                </p:cNvPr>
                <p:cNvPicPr/>
                <p:nvPr/>
              </p:nvPicPr>
              <p:blipFill>
                <a:blip r:embed="rId14"/>
                <a:stretch>
                  <a:fillRect/>
                </a:stretch>
              </p:blipFill>
              <p:spPr>
                <a:xfrm>
                  <a:off x="1178763" y="3839256"/>
                  <a:ext cx="170322"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Ink 49">
                  <a:extLst>
                    <a:ext uri="{FF2B5EF4-FFF2-40B4-BE49-F238E27FC236}">
                      <a16:creationId xmlns:a16="http://schemas.microsoft.com/office/drawing/2014/main" id="{39585126-918E-5EFF-2CAE-55EB56A55B9E}"/>
                    </a:ext>
                  </a:extLst>
                </p14:cNvPr>
                <p14:cNvContentPartPr/>
                <p14:nvPr/>
              </p14:nvContentPartPr>
              <p14:xfrm>
                <a:off x="1491984" y="3896856"/>
                <a:ext cx="136440" cy="88560"/>
              </p14:xfrm>
            </p:contentPart>
          </mc:Choice>
          <mc:Fallback xmlns="">
            <p:pic>
              <p:nvPicPr>
                <p:cNvPr id="50" name="Ink 49">
                  <a:extLst>
                    <a:ext uri="{FF2B5EF4-FFF2-40B4-BE49-F238E27FC236}">
                      <a16:creationId xmlns:a16="http://schemas.microsoft.com/office/drawing/2014/main" id="{3C94208B-CF98-F010-29EA-FF14243AEB83}"/>
                    </a:ext>
                  </a:extLst>
                </p:cNvPr>
                <p:cNvPicPr/>
                <p:nvPr/>
              </p:nvPicPr>
              <p:blipFill>
                <a:blip r:embed="rId16"/>
                <a:stretch>
                  <a:fillRect/>
                </a:stretch>
              </p:blipFill>
              <p:spPr>
                <a:xfrm>
                  <a:off x="1482984" y="3887892"/>
                  <a:ext cx="154080" cy="106129"/>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2" name="Ink 51">
                  <a:extLst>
                    <a:ext uri="{FF2B5EF4-FFF2-40B4-BE49-F238E27FC236}">
                      <a16:creationId xmlns:a16="http://schemas.microsoft.com/office/drawing/2014/main" id="{3485170D-C309-12C8-4B30-3A01F55730B1}"/>
                    </a:ext>
                  </a:extLst>
                </p14:cNvPr>
                <p14:cNvContentPartPr/>
                <p14:nvPr/>
              </p14:nvContentPartPr>
              <p14:xfrm>
                <a:off x="1830744" y="3892176"/>
                <a:ext cx="161640" cy="45000"/>
              </p14:xfrm>
            </p:contentPart>
          </mc:Choice>
          <mc:Fallback xmlns="">
            <p:pic>
              <p:nvPicPr>
                <p:cNvPr id="52" name="Ink 51">
                  <a:extLst>
                    <a:ext uri="{FF2B5EF4-FFF2-40B4-BE49-F238E27FC236}">
                      <a16:creationId xmlns:a16="http://schemas.microsoft.com/office/drawing/2014/main" id="{4328750C-69BD-5E5A-CD64-AE50C2E42504}"/>
                    </a:ext>
                  </a:extLst>
                </p:cNvPr>
                <p:cNvPicPr/>
                <p:nvPr/>
              </p:nvPicPr>
              <p:blipFill>
                <a:blip r:embed="rId18"/>
                <a:stretch>
                  <a:fillRect/>
                </a:stretch>
              </p:blipFill>
              <p:spPr>
                <a:xfrm>
                  <a:off x="1821744" y="3883103"/>
                  <a:ext cx="179280" cy="62782"/>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3" name="Ink 52">
                  <a:extLst>
                    <a:ext uri="{FF2B5EF4-FFF2-40B4-BE49-F238E27FC236}">
                      <a16:creationId xmlns:a16="http://schemas.microsoft.com/office/drawing/2014/main" id="{6C656359-5A16-2DB8-5911-2BBBA887F6DD}"/>
                    </a:ext>
                  </a:extLst>
                </p14:cNvPr>
                <p14:cNvContentPartPr/>
                <p14:nvPr/>
              </p14:nvContentPartPr>
              <p14:xfrm>
                <a:off x="1862784" y="3803616"/>
                <a:ext cx="201600" cy="158400"/>
              </p14:xfrm>
            </p:contentPart>
          </mc:Choice>
          <mc:Fallback xmlns="">
            <p:pic>
              <p:nvPicPr>
                <p:cNvPr id="53" name="Ink 52">
                  <a:extLst>
                    <a:ext uri="{FF2B5EF4-FFF2-40B4-BE49-F238E27FC236}">
                      <a16:creationId xmlns:a16="http://schemas.microsoft.com/office/drawing/2014/main" id="{4C905B8A-F707-69CF-A85C-C6BF9229B502}"/>
                    </a:ext>
                  </a:extLst>
                </p:cNvPr>
                <p:cNvPicPr/>
                <p:nvPr/>
              </p:nvPicPr>
              <p:blipFill>
                <a:blip r:embed="rId20"/>
                <a:stretch>
                  <a:fillRect/>
                </a:stretch>
              </p:blipFill>
              <p:spPr>
                <a:xfrm>
                  <a:off x="1853784" y="3794616"/>
                  <a:ext cx="2192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4" name="Ink 53">
                  <a:extLst>
                    <a:ext uri="{FF2B5EF4-FFF2-40B4-BE49-F238E27FC236}">
                      <a16:creationId xmlns:a16="http://schemas.microsoft.com/office/drawing/2014/main" id="{F6AE0584-D863-9117-CA11-DAB0735D6095}"/>
                    </a:ext>
                  </a:extLst>
                </p14:cNvPr>
                <p14:cNvContentPartPr/>
                <p14:nvPr/>
              </p14:nvContentPartPr>
              <p14:xfrm>
                <a:off x="1525104" y="4126536"/>
                <a:ext cx="97560" cy="82080"/>
              </p14:xfrm>
            </p:contentPart>
          </mc:Choice>
          <mc:Fallback xmlns="">
            <p:pic>
              <p:nvPicPr>
                <p:cNvPr id="54" name="Ink 53">
                  <a:extLst>
                    <a:ext uri="{FF2B5EF4-FFF2-40B4-BE49-F238E27FC236}">
                      <a16:creationId xmlns:a16="http://schemas.microsoft.com/office/drawing/2014/main" id="{AAF36103-0F2D-9CAD-16AD-ABBEFA4DA72B}"/>
                    </a:ext>
                  </a:extLst>
                </p:cNvPr>
                <p:cNvPicPr/>
                <p:nvPr/>
              </p:nvPicPr>
              <p:blipFill>
                <a:blip r:embed="rId22"/>
                <a:stretch>
                  <a:fillRect/>
                </a:stretch>
              </p:blipFill>
              <p:spPr>
                <a:xfrm>
                  <a:off x="1516104" y="4117536"/>
                  <a:ext cx="115200" cy="99720"/>
                </a:xfrm>
                <a:prstGeom prst="rect">
                  <a:avLst/>
                </a:prstGeom>
              </p:spPr>
            </p:pic>
          </mc:Fallback>
        </mc:AlternateContent>
      </p:grpSp>
      <p:grpSp>
        <p:nvGrpSpPr>
          <p:cNvPr id="3" name="Group 2">
            <a:extLst>
              <a:ext uri="{FF2B5EF4-FFF2-40B4-BE49-F238E27FC236}">
                <a16:creationId xmlns:a16="http://schemas.microsoft.com/office/drawing/2014/main" id="{7D4AA029-14DE-A2A2-40DF-B049E75F6369}"/>
              </a:ext>
            </a:extLst>
          </p:cNvPr>
          <p:cNvGrpSpPr/>
          <p:nvPr/>
        </p:nvGrpSpPr>
        <p:grpSpPr>
          <a:xfrm>
            <a:off x="1647243" y="2744718"/>
            <a:ext cx="1441800" cy="787680"/>
            <a:chOff x="1023624" y="2645856"/>
            <a:chExt cx="1441800" cy="787680"/>
          </a:xfrm>
        </p:grpSpPr>
        <mc:AlternateContent xmlns:mc="http://schemas.openxmlformats.org/markup-compatibility/2006" xmlns:p14="http://schemas.microsoft.com/office/powerpoint/2010/main">
          <mc:Choice Requires="p14">
            <p:contentPart p14:bwMode="auto" r:id="rId23">
              <p14:nvContentPartPr>
                <p14:cNvPr id="177" name="Ink 176">
                  <a:extLst>
                    <a:ext uri="{FF2B5EF4-FFF2-40B4-BE49-F238E27FC236}">
                      <a16:creationId xmlns:a16="http://schemas.microsoft.com/office/drawing/2014/main" id="{51593CCB-DEAC-42C6-DB08-120AB8652CE5}"/>
                    </a:ext>
                  </a:extLst>
                </p14:cNvPr>
                <p14:cNvContentPartPr/>
                <p14:nvPr/>
              </p14:nvContentPartPr>
              <p14:xfrm>
                <a:off x="1358784" y="2677896"/>
                <a:ext cx="111600" cy="716760"/>
              </p14:xfrm>
            </p:contentPart>
          </mc:Choice>
          <mc:Fallback xmlns="">
            <p:pic>
              <p:nvPicPr>
                <p:cNvPr id="177" name="Ink 176">
                  <a:extLst>
                    <a:ext uri="{FF2B5EF4-FFF2-40B4-BE49-F238E27FC236}">
                      <a16:creationId xmlns:a16="http://schemas.microsoft.com/office/drawing/2014/main" id="{FFB68281-506D-F66A-B10E-F3382BA83E12}"/>
                    </a:ext>
                  </a:extLst>
                </p:cNvPr>
                <p:cNvPicPr/>
                <p:nvPr/>
              </p:nvPicPr>
              <p:blipFill>
                <a:blip r:embed="rId24"/>
                <a:stretch>
                  <a:fillRect/>
                </a:stretch>
              </p:blipFill>
              <p:spPr>
                <a:xfrm>
                  <a:off x="1349784" y="2668896"/>
                  <a:ext cx="129240" cy="734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8" name="Ink 177">
                  <a:extLst>
                    <a:ext uri="{FF2B5EF4-FFF2-40B4-BE49-F238E27FC236}">
                      <a16:creationId xmlns:a16="http://schemas.microsoft.com/office/drawing/2014/main" id="{11E8E37E-9C5A-391A-E8D0-9333D8A3A28D}"/>
                    </a:ext>
                  </a:extLst>
                </p14:cNvPr>
                <p14:cNvContentPartPr/>
                <p14:nvPr/>
              </p14:nvContentPartPr>
              <p14:xfrm>
                <a:off x="1788984" y="2645856"/>
                <a:ext cx="31320" cy="787680"/>
              </p14:xfrm>
            </p:contentPart>
          </mc:Choice>
          <mc:Fallback xmlns="">
            <p:pic>
              <p:nvPicPr>
                <p:cNvPr id="178" name="Ink 177">
                  <a:extLst>
                    <a:ext uri="{FF2B5EF4-FFF2-40B4-BE49-F238E27FC236}">
                      <a16:creationId xmlns:a16="http://schemas.microsoft.com/office/drawing/2014/main" id="{8CF54184-7AD2-C6A4-4B8B-B68DAAA2B43F}"/>
                    </a:ext>
                  </a:extLst>
                </p:cNvPr>
                <p:cNvPicPr/>
                <p:nvPr/>
              </p:nvPicPr>
              <p:blipFill>
                <a:blip r:embed="rId26"/>
                <a:stretch>
                  <a:fillRect/>
                </a:stretch>
              </p:blipFill>
              <p:spPr>
                <a:xfrm>
                  <a:off x="1779879" y="2636856"/>
                  <a:ext cx="49165" cy="805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9" name="Ink 178">
                  <a:extLst>
                    <a:ext uri="{FF2B5EF4-FFF2-40B4-BE49-F238E27FC236}">
                      <a16:creationId xmlns:a16="http://schemas.microsoft.com/office/drawing/2014/main" id="{C4BEBEE1-C6AD-12AA-1B46-4D6ED0F128F0}"/>
                    </a:ext>
                  </a:extLst>
                </p14:cNvPr>
                <p14:cNvContentPartPr/>
                <p14:nvPr/>
              </p14:nvContentPartPr>
              <p14:xfrm>
                <a:off x="1095264" y="2909016"/>
                <a:ext cx="1172520" cy="20160"/>
              </p14:xfrm>
            </p:contentPart>
          </mc:Choice>
          <mc:Fallback xmlns="">
            <p:pic>
              <p:nvPicPr>
                <p:cNvPr id="179" name="Ink 178">
                  <a:extLst>
                    <a:ext uri="{FF2B5EF4-FFF2-40B4-BE49-F238E27FC236}">
                      <a16:creationId xmlns:a16="http://schemas.microsoft.com/office/drawing/2014/main" id="{0512F32E-0C3F-F415-66D3-3224EF39915A}"/>
                    </a:ext>
                  </a:extLst>
                </p:cNvPr>
                <p:cNvPicPr/>
                <p:nvPr/>
              </p:nvPicPr>
              <p:blipFill>
                <a:blip r:embed="rId28"/>
                <a:stretch>
                  <a:fillRect/>
                </a:stretch>
              </p:blipFill>
              <p:spPr>
                <a:xfrm>
                  <a:off x="1086264" y="2900016"/>
                  <a:ext cx="11901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0" name="Ink 179">
                  <a:extLst>
                    <a:ext uri="{FF2B5EF4-FFF2-40B4-BE49-F238E27FC236}">
                      <a16:creationId xmlns:a16="http://schemas.microsoft.com/office/drawing/2014/main" id="{677D3CC5-2E58-A280-2EE4-B3ACF357D1F9}"/>
                    </a:ext>
                  </a:extLst>
                </p14:cNvPr>
                <p14:cNvContentPartPr/>
                <p14:nvPr/>
              </p14:nvContentPartPr>
              <p14:xfrm>
                <a:off x="1023624" y="3171096"/>
                <a:ext cx="1441800" cy="46080"/>
              </p14:xfrm>
            </p:contentPart>
          </mc:Choice>
          <mc:Fallback xmlns="">
            <p:pic>
              <p:nvPicPr>
                <p:cNvPr id="180" name="Ink 179">
                  <a:extLst>
                    <a:ext uri="{FF2B5EF4-FFF2-40B4-BE49-F238E27FC236}">
                      <a16:creationId xmlns:a16="http://schemas.microsoft.com/office/drawing/2014/main" id="{C70A4D3C-C8C8-9BFD-846C-904499802355}"/>
                    </a:ext>
                  </a:extLst>
                </p:cNvPr>
                <p:cNvPicPr/>
                <p:nvPr/>
              </p:nvPicPr>
              <p:blipFill>
                <a:blip r:embed="rId30"/>
                <a:stretch>
                  <a:fillRect/>
                </a:stretch>
              </p:blipFill>
              <p:spPr>
                <a:xfrm>
                  <a:off x="1014626" y="3162096"/>
                  <a:ext cx="1459436"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1" name="Ink 180">
                  <a:extLst>
                    <a:ext uri="{FF2B5EF4-FFF2-40B4-BE49-F238E27FC236}">
                      <a16:creationId xmlns:a16="http://schemas.microsoft.com/office/drawing/2014/main" id="{F2C158A1-8123-22A6-43F8-EDD9B11C6658}"/>
                    </a:ext>
                  </a:extLst>
                </p14:cNvPr>
                <p14:cNvContentPartPr/>
                <p14:nvPr/>
              </p14:nvContentPartPr>
              <p14:xfrm>
                <a:off x="1183104" y="2692656"/>
                <a:ext cx="147240" cy="186480"/>
              </p14:xfrm>
            </p:contentPart>
          </mc:Choice>
          <mc:Fallback xmlns="">
            <p:pic>
              <p:nvPicPr>
                <p:cNvPr id="181" name="Ink 180">
                  <a:extLst>
                    <a:ext uri="{FF2B5EF4-FFF2-40B4-BE49-F238E27FC236}">
                      <a16:creationId xmlns:a16="http://schemas.microsoft.com/office/drawing/2014/main" id="{ABA85023-FB7D-E19C-5492-88BA43ADC709}"/>
                    </a:ext>
                  </a:extLst>
                </p:cNvPr>
                <p:cNvPicPr/>
                <p:nvPr/>
              </p:nvPicPr>
              <p:blipFill>
                <a:blip r:embed="rId32"/>
                <a:stretch>
                  <a:fillRect/>
                </a:stretch>
              </p:blipFill>
              <p:spPr>
                <a:xfrm>
                  <a:off x="1174104" y="2683673"/>
                  <a:ext cx="164880" cy="204086"/>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2" name="Ink 181">
                  <a:extLst>
                    <a:ext uri="{FF2B5EF4-FFF2-40B4-BE49-F238E27FC236}">
                      <a16:creationId xmlns:a16="http://schemas.microsoft.com/office/drawing/2014/main" id="{268DA8B3-16F7-0762-63DE-223B31403FE7}"/>
                    </a:ext>
                  </a:extLst>
                </p14:cNvPr>
                <p14:cNvContentPartPr/>
                <p14:nvPr/>
              </p14:nvContentPartPr>
              <p14:xfrm>
                <a:off x="1217304" y="2716776"/>
                <a:ext cx="144720" cy="102960"/>
              </p14:xfrm>
            </p:contentPart>
          </mc:Choice>
          <mc:Fallback xmlns="">
            <p:pic>
              <p:nvPicPr>
                <p:cNvPr id="182" name="Ink 181">
                  <a:extLst>
                    <a:ext uri="{FF2B5EF4-FFF2-40B4-BE49-F238E27FC236}">
                      <a16:creationId xmlns:a16="http://schemas.microsoft.com/office/drawing/2014/main" id="{AC3980DA-E4B7-6B6F-EB45-8288319F5375}"/>
                    </a:ext>
                  </a:extLst>
                </p:cNvPr>
                <p:cNvPicPr/>
                <p:nvPr/>
              </p:nvPicPr>
              <p:blipFill>
                <a:blip r:embed="rId34"/>
                <a:stretch>
                  <a:fillRect/>
                </a:stretch>
              </p:blipFill>
              <p:spPr>
                <a:xfrm>
                  <a:off x="1208304" y="2707776"/>
                  <a:ext cx="1623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84" name="Ink 183">
                  <a:extLst>
                    <a:ext uri="{FF2B5EF4-FFF2-40B4-BE49-F238E27FC236}">
                      <a16:creationId xmlns:a16="http://schemas.microsoft.com/office/drawing/2014/main" id="{5332C398-EBD2-4390-39AD-119DEC0994F0}"/>
                    </a:ext>
                  </a:extLst>
                </p14:cNvPr>
                <p14:cNvContentPartPr/>
                <p14:nvPr/>
              </p14:nvContentPartPr>
              <p14:xfrm>
                <a:off x="1507824" y="2736936"/>
                <a:ext cx="177840" cy="107280"/>
              </p14:xfrm>
            </p:contentPart>
          </mc:Choice>
          <mc:Fallback xmlns="">
            <p:pic>
              <p:nvPicPr>
                <p:cNvPr id="184" name="Ink 183">
                  <a:extLst>
                    <a:ext uri="{FF2B5EF4-FFF2-40B4-BE49-F238E27FC236}">
                      <a16:creationId xmlns:a16="http://schemas.microsoft.com/office/drawing/2014/main" id="{2BC01B0E-C3AC-4AF1-67C9-D3A3A8383991}"/>
                    </a:ext>
                  </a:extLst>
                </p:cNvPr>
                <p:cNvPicPr/>
                <p:nvPr/>
              </p:nvPicPr>
              <p:blipFill>
                <a:blip r:embed="rId36"/>
                <a:stretch>
                  <a:fillRect/>
                </a:stretch>
              </p:blipFill>
              <p:spPr>
                <a:xfrm>
                  <a:off x="1498824" y="2727966"/>
                  <a:ext cx="195480" cy="124861"/>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85" name="Ink 184">
                  <a:extLst>
                    <a:ext uri="{FF2B5EF4-FFF2-40B4-BE49-F238E27FC236}">
                      <a16:creationId xmlns:a16="http://schemas.microsoft.com/office/drawing/2014/main" id="{E172AF8E-CA4C-ED30-4AF6-7C42BB7C35F2}"/>
                    </a:ext>
                  </a:extLst>
                </p14:cNvPr>
                <p14:cNvContentPartPr/>
                <p14:nvPr/>
              </p14:nvContentPartPr>
              <p14:xfrm>
                <a:off x="1515384" y="2663496"/>
                <a:ext cx="179280" cy="182160"/>
              </p14:xfrm>
            </p:contentPart>
          </mc:Choice>
          <mc:Fallback xmlns="">
            <p:pic>
              <p:nvPicPr>
                <p:cNvPr id="185" name="Ink 184">
                  <a:extLst>
                    <a:ext uri="{FF2B5EF4-FFF2-40B4-BE49-F238E27FC236}">
                      <a16:creationId xmlns:a16="http://schemas.microsoft.com/office/drawing/2014/main" id="{18451AB9-83AF-F45C-7CDB-EDF0DF3EC023}"/>
                    </a:ext>
                  </a:extLst>
                </p:cNvPr>
                <p:cNvPicPr/>
                <p:nvPr/>
              </p:nvPicPr>
              <p:blipFill>
                <a:blip r:embed="rId38"/>
                <a:stretch>
                  <a:fillRect/>
                </a:stretch>
              </p:blipFill>
              <p:spPr>
                <a:xfrm>
                  <a:off x="1506384" y="2654514"/>
                  <a:ext cx="19692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87" name="Ink 186">
                  <a:extLst>
                    <a:ext uri="{FF2B5EF4-FFF2-40B4-BE49-F238E27FC236}">
                      <a16:creationId xmlns:a16="http://schemas.microsoft.com/office/drawing/2014/main" id="{27076D72-56FA-6CC9-C8BF-D1EFEDA7AF00}"/>
                    </a:ext>
                  </a:extLst>
                </p14:cNvPr>
                <p14:cNvContentPartPr/>
                <p14:nvPr/>
              </p14:nvContentPartPr>
              <p14:xfrm>
                <a:off x="1491264" y="3033216"/>
                <a:ext cx="95400" cy="94680"/>
              </p14:xfrm>
            </p:contentPart>
          </mc:Choice>
          <mc:Fallback xmlns="">
            <p:pic>
              <p:nvPicPr>
                <p:cNvPr id="187" name="Ink 186">
                  <a:extLst>
                    <a:ext uri="{FF2B5EF4-FFF2-40B4-BE49-F238E27FC236}">
                      <a16:creationId xmlns:a16="http://schemas.microsoft.com/office/drawing/2014/main" id="{5090C569-5230-AD5B-A153-A29B76CA4348}"/>
                    </a:ext>
                  </a:extLst>
                </p:cNvPr>
                <p:cNvPicPr/>
                <p:nvPr/>
              </p:nvPicPr>
              <p:blipFill>
                <a:blip r:embed="rId40"/>
                <a:stretch>
                  <a:fillRect/>
                </a:stretch>
              </p:blipFill>
              <p:spPr>
                <a:xfrm>
                  <a:off x="1482264" y="3024250"/>
                  <a:ext cx="113040" cy="112253"/>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88" name="Ink 187">
                  <a:extLst>
                    <a:ext uri="{FF2B5EF4-FFF2-40B4-BE49-F238E27FC236}">
                      <a16:creationId xmlns:a16="http://schemas.microsoft.com/office/drawing/2014/main" id="{5AF86A7A-BAD2-2194-B032-99EC58E8A11F}"/>
                    </a:ext>
                  </a:extLst>
                </p14:cNvPr>
                <p14:cNvContentPartPr/>
                <p14:nvPr/>
              </p14:nvContentPartPr>
              <p14:xfrm>
                <a:off x="1434744" y="3328056"/>
                <a:ext cx="193680" cy="91080"/>
              </p14:xfrm>
            </p:contentPart>
          </mc:Choice>
          <mc:Fallback xmlns="">
            <p:pic>
              <p:nvPicPr>
                <p:cNvPr id="188" name="Ink 187">
                  <a:extLst>
                    <a:ext uri="{FF2B5EF4-FFF2-40B4-BE49-F238E27FC236}">
                      <a16:creationId xmlns:a16="http://schemas.microsoft.com/office/drawing/2014/main" id="{546BCB01-6AEF-4290-EF61-D804F8AD9270}"/>
                    </a:ext>
                  </a:extLst>
                </p:cNvPr>
                <p:cNvPicPr/>
                <p:nvPr/>
              </p:nvPicPr>
              <p:blipFill>
                <a:blip r:embed="rId42"/>
                <a:stretch>
                  <a:fillRect/>
                </a:stretch>
              </p:blipFill>
              <p:spPr>
                <a:xfrm>
                  <a:off x="1425744" y="3319056"/>
                  <a:ext cx="211320" cy="108720"/>
                </a:xfrm>
                <a:prstGeom prst="rect">
                  <a:avLst/>
                </a:prstGeom>
              </p:spPr>
            </p:pic>
          </mc:Fallback>
        </mc:AlternateContent>
      </p:grpSp>
      <p:sp>
        <p:nvSpPr>
          <p:cNvPr id="16" name="TextBox 15">
            <a:extLst>
              <a:ext uri="{FF2B5EF4-FFF2-40B4-BE49-F238E27FC236}">
                <a16:creationId xmlns:a16="http://schemas.microsoft.com/office/drawing/2014/main" id="{21E9F1D5-20B1-61FA-974D-235C165B0DC7}"/>
              </a:ext>
            </a:extLst>
          </p:cNvPr>
          <p:cNvSpPr txBox="1"/>
          <p:nvPr/>
        </p:nvSpPr>
        <p:spPr>
          <a:xfrm>
            <a:off x="3352911"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optimal play</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9E4F09D-D049-6074-E4A8-717D13B70BBB}"/>
                  </a:ext>
                </a:extLst>
              </p:cNvPr>
              <p:cNvSpPr txBox="1"/>
              <p:nvPr/>
            </p:nvSpPr>
            <p:spPr>
              <a:xfrm>
                <a:off x="1499329" y="5544763"/>
                <a:ext cx="1589714" cy="523220"/>
              </a:xfrm>
              <a:prstGeom prst="rect">
                <a:avLst/>
              </a:prstGeom>
              <a:noFill/>
            </p:spPr>
            <p:txBody>
              <a:bodyPr wrap="square">
                <a:spAutoFit/>
              </a:bodyPr>
              <a:lstStyle/>
              <a:p>
                <a:pPr algn="ctr"/>
                <a:r>
                  <a:rPr lang="en-US" sz="1400" b="0" dirty="0"/>
                  <a:t>Playout policy</a:t>
                </a:r>
                <a:br>
                  <a:rPr lang="en-US" sz="1400" b="0" dirty="0"/>
                </a:b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𝑥</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𝑜</m:t>
                        </m:r>
                      </m:sub>
                    </m:sSub>
                  </m:oMath>
                </a14:m>
                <a:r>
                  <a:rPr lang="en-US" sz="1400" dirty="0"/>
                  <a:t> </a:t>
                </a:r>
              </a:p>
            </p:txBody>
          </p:sp>
        </mc:Choice>
        <mc:Fallback xmlns="">
          <p:sp>
            <p:nvSpPr>
              <p:cNvPr id="13" name="TextBox 12">
                <a:extLst>
                  <a:ext uri="{FF2B5EF4-FFF2-40B4-BE49-F238E27FC236}">
                    <a16:creationId xmlns:a16="http://schemas.microsoft.com/office/drawing/2014/main" id="{C55EF13B-C823-C26A-5FCA-7FC1220AF0EF}"/>
                  </a:ext>
                </a:extLst>
              </p:cNvPr>
              <p:cNvSpPr txBox="1">
                <a:spLocks noRot="1" noChangeAspect="1" noMove="1" noResize="1" noEditPoints="1" noAdjustHandles="1" noChangeArrowheads="1" noChangeShapeType="1" noTextEdit="1"/>
              </p:cNvSpPr>
              <p:nvPr/>
            </p:nvSpPr>
            <p:spPr>
              <a:xfrm>
                <a:off x="1499329" y="5544763"/>
                <a:ext cx="1589714" cy="523220"/>
              </a:xfrm>
              <a:prstGeom prst="rect">
                <a:avLst/>
              </a:prstGeom>
              <a:blipFill>
                <a:blip r:embed="rId43"/>
                <a:stretch>
                  <a:fillRect t="-2353"/>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0929278D-5891-FF1F-BDB1-EC4CBC497DE2}"/>
              </a:ext>
            </a:extLst>
          </p:cNvPr>
          <p:cNvSpPr txBox="1"/>
          <p:nvPr/>
        </p:nvSpPr>
        <p:spPr>
          <a:xfrm>
            <a:off x="4999962" y="5652485"/>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none</a:t>
            </a:r>
          </a:p>
        </p:txBody>
      </p:sp>
      <p:sp>
        <p:nvSpPr>
          <p:cNvPr id="15" name="TextBox 14">
            <a:extLst>
              <a:ext uri="{FF2B5EF4-FFF2-40B4-BE49-F238E27FC236}">
                <a16:creationId xmlns:a16="http://schemas.microsoft.com/office/drawing/2014/main" id="{6BA932A6-CB48-A1AD-3E44-45C59E583B8B}"/>
              </a:ext>
            </a:extLst>
          </p:cNvPr>
          <p:cNvSpPr txBox="1"/>
          <p:nvPr/>
        </p:nvSpPr>
        <p:spPr>
          <a:xfrm>
            <a:off x="6612047" y="5544763"/>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Random or other</a:t>
            </a:r>
          </a:p>
        </p:txBody>
      </p:sp>
      <p:sp>
        <p:nvSpPr>
          <p:cNvPr id="17" name="TextBox 16">
            <a:extLst>
              <a:ext uri="{FF2B5EF4-FFF2-40B4-BE49-F238E27FC236}">
                <a16:creationId xmlns:a16="http://schemas.microsoft.com/office/drawing/2014/main" id="{E01B5435-4974-ABD7-B94B-B00620358F74}"/>
              </a:ext>
            </a:extLst>
          </p:cNvPr>
          <p:cNvSpPr txBox="1"/>
          <p:nvPr/>
        </p:nvSpPr>
        <p:spPr>
          <a:xfrm>
            <a:off x="8047047" y="5544763"/>
            <a:ext cx="1589714"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Used for simulating or training data</a:t>
            </a:r>
          </a:p>
        </p:txBody>
      </p:sp>
      <p:sp>
        <p:nvSpPr>
          <p:cNvPr id="148" name="TextBox 147">
            <a:extLst>
              <a:ext uri="{FF2B5EF4-FFF2-40B4-BE49-F238E27FC236}">
                <a16:creationId xmlns:a16="http://schemas.microsoft.com/office/drawing/2014/main" id="{192F5175-F655-0FDD-EAAE-EFFF9B1A8E1B}"/>
              </a:ext>
            </a:extLst>
          </p:cNvPr>
          <p:cNvSpPr txBox="1"/>
          <p:nvPr/>
        </p:nvSpPr>
        <p:spPr>
          <a:xfrm>
            <a:off x="1499329" y="6220374"/>
            <a:ext cx="1589714" cy="307777"/>
          </a:xfrm>
          <a:prstGeom prst="rect">
            <a:avLst/>
          </a:prstGeom>
          <a:noFill/>
        </p:spPr>
        <p:txBody>
          <a:bodyPr wrap="square">
            <a:spAutoFit/>
          </a:bodyPr>
          <a:lstStyle/>
          <a:p>
            <a:pPr algn="ctr"/>
            <a:r>
              <a:rPr lang="en-US" sz="1400" b="0" dirty="0"/>
              <a:t>Method</a:t>
            </a:r>
            <a:endParaRPr lang="en-US" sz="1400" dirty="0"/>
          </a:p>
        </p:txBody>
      </p:sp>
      <p:sp>
        <p:nvSpPr>
          <p:cNvPr id="149" name="TextBox 148">
            <a:extLst>
              <a:ext uri="{FF2B5EF4-FFF2-40B4-BE49-F238E27FC236}">
                <a16:creationId xmlns:a16="http://schemas.microsoft.com/office/drawing/2014/main" id="{626A5AEE-2CE7-D260-58D1-AE7340243C1A}"/>
              </a:ext>
            </a:extLst>
          </p:cNvPr>
          <p:cNvSpPr txBox="1"/>
          <p:nvPr/>
        </p:nvSpPr>
        <p:spPr>
          <a:xfrm>
            <a:off x="3352911"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Tree search</a:t>
            </a:r>
          </a:p>
        </p:txBody>
      </p:sp>
      <p:sp>
        <p:nvSpPr>
          <p:cNvPr id="150" name="TextBox 149">
            <a:extLst>
              <a:ext uri="{FF2B5EF4-FFF2-40B4-BE49-F238E27FC236}">
                <a16:creationId xmlns:a16="http://schemas.microsoft.com/office/drawing/2014/main" id="{F6AA41C0-90EF-3ED0-B308-9E767BB74775}"/>
              </a:ext>
            </a:extLst>
          </p:cNvPr>
          <p:cNvSpPr txBox="1"/>
          <p:nvPr/>
        </p:nvSpPr>
        <p:spPr>
          <a:xfrm>
            <a:off x="4999962" y="6112652"/>
            <a:ext cx="1227479"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Code + cutoff search</a:t>
            </a:r>
          </a:p>
        </p:txBody>
      </p:sp>
      <p:sp>
        <p:nvSpPr>
          <p:cNvPr id="151" name="TextBox 150">
            <a:extLst>
              <a:ext uri="{FF2B5EF4-FFF2-40B4-BE49-F238E27FC236}">
                <a16:creationId xmlns:a16="http://schemas.microsoft.com/office/drawing/2014/main" id="{16A67E37-604A-65D6-C0A8-49A2E3F06966}"/>
              </a:ext>
            </a:extLst>
          </p:cNvPr>
          <p:cNvSpPr txBox="1"/>
          <p:nvPr/>
        </p:nvSpPr>
        <p:spPr>
          <a:xfrm>
            <a:off x="6612046" y="6220374"/>
            <a:ext cx="1227479" cy="307777"/>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Simulation</a:t>
            </a:r>
          </a:p>
        </p:txBody>
      </p:sp>
      <p:sp>
        <p:nvSpPr>
          <p:cNvPr id="152" name="TextBox 151">
            <a:extLst>
              <a:ext uri="{FF2B5EF4-FFF2-40B4-BE49-F238E27FC236}">
                <a16:creationId xmlns:a16="http://schemas.microsoft.com/office/drawing/2014/main" id="{9D50566E-F0DA-9240-9691-4C32ABDDE553}"/>
              </a:ext>
            </a:extLst>
          </p:cNvPr>
          <p:cNvSpPr txBox="1"/>
          <p:nvPr/>
        </p:nvSpPr>
        <p:spPr>
          <a:xfrm>
            <a:off x="8047047" y="6134247"/>
            <a:ext cx="1589714" cy="52322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US" sz="1400" dirty="0"/>
              <a:t>Function approximation</a:t>
            </a:r>
          </a:p>
        </p:txBody>
      </p:sp>
      <p:sp>
        <p:nvSpPr>
          <p:cNvPr id="174" name="TextBox 173">
            <a:extLst>
              <a:ext uri="{FF2B5EF4-FFF2-40B4-BE49-F238E27FC236}">
                <a16:creationId xmlns:a16="http://schemas.microsoft.com/office/drawing/2014/main" id="{6F6AD614-95D0-3E01-0063-BB05CE19D41D}"/>
              </a:ext>
            </a:extLst>
          </p:cNvPr>
          <p:cNvSpPr txBox="1"/>
          <p:nvPr/>
        </p:nvSpPr>
        <p:spPr>
          <a:xfrm>
            <a:off x="8260202" y="2994752"/>
            <a:ext cx="1017436" cy="369332"/>
          </a:xfrm>
          <a:prstGeom prst="rect">
            <a:avLst/>
          </a:prstGeom>
          <a:noFill/>
        </p:spPr>
        <p:txBody>
          <a:bodyPr wrap="square">
            <a:spAutoFit/>
          </a:bodyPr>
          <a:lstStyle/>
          <a:p>
            <a:pPr algn="ctr"/>
            <a:r>
              <a:rPr lang="en-US" dirty="0"/>
              <a:t>0.325</a:t>
            </a:r>
          </a:p>
        </p:txBody>
      </p:sp>
      <p:sp>
        <p:nvSpPr>
          <p:cNvPr id="176" name="TextBox 175">
            <a:extLst>
              <a:ext uri="{FF2B5EF4-FFF2-40B4-BE49-F238E27FC236}">
                <a16:creationId xmlns:a16="http://schemas.microsoft.com/office/drawing/2014/main" id="{0D2FCB1B-BE83-B56E-D1A6-F0B39464C6D0}"/>
              </a:ext>
            </a:extLst>
          </p:cNvPr>
          <p:cNvSpPr txBox="1"/>
          <p:nvPr/>
        </p:nvSpPr>
        <p:spPr>
          <a:xfrm>
            <a:off x="8397487" y="3947540"/>
            <a:ext cx="820641" cy="369332"/>
          </a:xfrm>
          <a:prstGeom prst="rect">
            <a:avLst/>
          </a:prstGeom>
          <a:noFill/>
        </p:spPr>
        <p:txBody>
          <a:bodyPr wrap="square">
            <a:spAutoFit/>
          </a:bodyPr>
          <a:lstStyle/>
          <a:p>
            <a:pPr algn="ctr"/>
            <a:r>
              <a:rPr lang="en-US" dirty="0"/>
              <a:t>0.042</a:t>
            </a:r>
          </a:p>
        </p:txBody>
      </p:sp>
      <p:sp>
        <p:nvSpPr>
          <p:cNvPr id="183" name="TextBox 182">
            <a:extLst>
              <a:ext uri="{FF2B5EF4-FFF2-40B4-BE49-F238E27FC236}">
                <a16:creationId xmlns:a16="http://schemas.microsoft.com/office/drawing/2014/main" id="{577B0620-DD6D-9A43-F255-6325FB9837CA}"/>
              </a:ext>
            </a:extLst>
          </p:cNvPr>
          <p:cNvSpPr txBox="1"/>
          <p:nvPr/>
        </p:nvSpPr>
        <p:spPr>
          <a:xfrm>
            <a:off x="10114707" y="5006154"/>
            <a:ext cx="1899435" cy="107721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US" sz="1600" dirty="0"/>
              <a:t>All methods hopefully produce a consistent state order.</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5CFC34C-4E85-202A-4C40-3D44B4F3E534}"/>
                  </a:ext>
                </a:extLst>
              </p:cNvPr>
              <p:cNvSpPr txBox="1"/>
              <p:nvPr/>
            </p:nvSpPr>
            <p:spPr>
              <a:xfrm>
                <a:off x="6227441" y="548770"/>
                <a:ext cx="3435503" cy="495328"/>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𝑈</m:t>
                      </m:r>
                      <m:d>
                        <m:dPr>
                          <m:ctrlPr>
                            <a:rPr lang="en-US" sz="2400" i="1">
                              <a:latin typeface="Cambria Math" panose="02040503050406030204" pitchFamily="18" charset="0"/>
                            </a:rPr>
                          </m:ctrlPr>
                        </m:dPr>
                        <m:e>
                          <m:r>
                            <a:rPr lang="en-US" sz="2400" i="1">
                              <a:latin typeface="Cambria Math" panose="02040503050406030204" pitchFamily="18" charset="0"/>
                            </a:rPr>
                            <m:t>𝑠</m:t>
                          </m:r>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sSub>
                            <m:sSubPr>
                              <m:ctrlPr>
                                <a:rPr lang="en-US" sz="2400" i="1">
                                  <a:latin typeface="Cambria Math" panose="02040503050406030204" pitchFamily="18" charset="0"/>
                                </a:rPr>
                              </m:ctrlPr>
                            </m:sSubPr>
                            <m:e>
                              <m:r>
                                <a:rPr lang="en-US" sz="2400" i="1">
                                  <a:latin typeface="Cambria Math" panose="02040503050406030204" pitchFamily="18" charset="0"/>
                                </a:rPr>
                                <m:t>𝜋</m:t>
                              </m:r>
                            </m:e>
                            <m:sub>
                              <m:r>
                                <a:rPr lang="en-US" sz="2400" i="1">
                                  <a:latin typeface="Cambria Math" panose="02040503050406030204" pitchFamily="18" charset="0"/>
                                </a:rPr>
                                <m:t>𝑥</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𝜋</m:t>
                              </m:r>
                            </m:e>
                            <m:sub>
                              <m:r>
                                <a:rPr lang="en-US" sz="2400" i="1">
                                  <a:latin typeface="Cambria Math" panose="02040503050406030204" pitchFamily="18" charset="0"/>
                                </a:rPr>
                                <m:t>𝑜</m:t>
                              </m:r>
                            </m:sub>
                          </m:sSub>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𝑢</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𝑠</m:t>
                          </m:r>
                        </m:e>
                      </m:d>
                    </m:oMath>
                  </m:oMathPara>
                </a14:m>
                <a:endParaRPr lang="en-US" sz="2800" dirty="0"/>
              </a:p>
            </p:txBody>
          </p:sp>
        </mc:Choice>
        <mc:Fallback>
          <p:sp>
            <p:nvSpPr>
              <p:cNvPr id="7" name="TextBox 6">
                <a:extLst>
                  <a:ext uri="{FF2B5EF4-FFF2-40B4-BE49-F238E27FC236}">
                    <a16:creationId xmlns:a16="http://schemas.microsoft.com/office/drawing/2014/main" id="{45CFC34C-4E85-202A-4C40-3D44B4F3E534}"/>
                  </a:ext>
                </a:extLst>
              </p:cNvPr>
              <p:cNvSpPr txBox="1">
                <a:spLocks noRot="1" noChangeAspect="1" noMove="1" noResize="1" noEditPoints="1" noAdjustHandles="1" noChangeArrowheads="1" noChangeShapeType="1" noTextEdit="1"/>
              </p:cNvSpPr>
              <p:nvPr/>
            </p:nvSpPr>
            <p:spPr>
              <a:xfrm>
                <a:off x="6227441" y="548770"/>
                <a:ext cx="3435503" cy="495328"/>
              </a:xfrm>
              <a:prstGeom prst="rect">
                <a:avLst/>
              </a:prstGeom>
              <a:blipFill>
                <a:blip r:embed="rId44"/>
                <a:stretch>
                  <a:fillRect l="-176" b="-82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913DB3D-9C01-2609-6C91-15B41657B014}"/>
                  </a:ext>
                </a:extLst>
              </p:cNvPr>
              <p:cNvSpPr txBox="1"/>
              <p:nvPr/>
            </p:nvSpPr>
            <p:spPr>
              <a:xfrm>
                <a:off x="9518354" y="589962"/>
                <a:ext cx="1192706"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𝒉</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𝒔</m:t>
                      </m:r>
                      <m:r>
                        <a:rPr lang="en-US" b="1" i="1" smtClean="0">
                          <a:solidFill>
                            <a:srgbClr val="FF0000"/>
                          </a:solidFill>
                          <a:latin typeface="Cambria Math" panose="02040503050406030204" pitchFamily="18" charset="0"/>
                        </a:rPr>
                        <m:t>)</m:t>
                      </m:r>
                    </m:oMath>
                  </m:oMathPara>
                </a14:m>
                <a:endParaRPr lang="en-US" b="1" dirty="0">
                  <a:solidFill>
                    <a:srgbClr val="FF0000"/>
                  </a:solidFill>
                </a:endParaRPr>
              </a:p>
            </p:txBody>
          </p:sp>
        </mc:Choice>
        <mc:Fallback>
          <p:sp>
            <p:nvSpPr>
              <p:cNvPr id="6" name="TextBox 5">
                <a:extLst>
                  <a:ext uri="{FF2B5EF4-FFF2-40B4-BE49-F238E27FC236}">
                    <a16:creationId xmlns:a16="http://schemas.microsoft.com/office/drawing/2014/main" id="{A913DB3D-9C01-2609-6C91-15B41657B014}"/>
                  </a:ext>
                </a:extLst>
              </p:cNvPr>
              <p:cNvSpPr txBox="1">
                <a:spLocks noRot="1" noChangeAspect="1" noMove="1" noResize="1" noEditPoints="1" noAdjustHandles="1" noChangeArrowheads="1" noChangeShapeType="1" noTextEdit="1"/>
              </p:cNvSpPr>
              <p:nvPr/>
            </p:nvSpPr>
            <p:spPr>
              <a:xfrm>
                <a:off x="9518354" y="589962"/>
                <a:ext cx="1192706" cy="369332"/>
              </a:xfrm>
              <a:prstGeom prst="rect">
                <a:avLst/>
              </a:prstGeom>
              <a:blipFill>
                <a:blip r:embed="rId45"/>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235488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52" grpId="0" animBg="1"/>
      <p:bldP spid="174" grpId="0"/>
      <p:bldP spid="176" grpId="0"/>
      <p:bldP spid="183" grpId="0" animBg="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AA583-00D1-F2D9-AABE-067A1E4B0287}"/>
              </a:ext>
            </a:extLst>
          </p:cNvPr>
          <p:cNvSpPr>
            <a:spLocks noGrp="1"/>
          </p:cNvSpPr>
          <p:nvPr>
            <p:ph type="title"/>
          </p:nvPr>
        </p:nvSpPr>
        <p:spPr/>
        <p:txBody>
          <a:bodyPr/>
          <a:lstStyle/>
          <a:p>
            <a:r>
              <a:rPr lang="en-US" dirty="0"/>
              <a:t>Reinforcement Learning (RL)</a:t>
            </a:r>
          </a:p>
        </p:txBody>
      </p:sp>
      <p:sp>
        <p:nvSpPr>
          <p:cNvPr id="3" name="Content Placeholder 2">
            <a:extLst>
              <a:ext uri="{FF2B5EF4-FFF2-40B4-BE49-F238E27FC236}">
                <a16:creationId xmlns:a16="http://schemas.microsoft.com/office/drawing/2014/main" id="{664C3E15-0236-C2F0-13B6-C101CCA1AA01}"/>
              </a:ext>
            </a:extLst>
          </p:cNvPr>
          <p:cNvSpPr>
            <a:spLocks noGrp="1"/>
          </p:cNvSpPr>
          <p:nvPr>
            <p:ph idx="1"/>
          </p:nvPr>
        </p:nvSpPr>
        <p:spPr/>
        <p:txBody>
          <a:bodyPr>
            <a:normAutofit fontScale="92500" lnSpcReduction="10000"/>
          </a:bodyPr>
          <a:lstStyle/>
          <a:p>
            <a:pPr marL="0" indent="0">
              <a:buNone/>
            </a:pPr>
            <a:r>
              <a:rPr lang="en-US" dirty="0"/>
              <a:t>Tries to learn state values directly from rewards resulting from</a:t>
            </a:r>
          </a:p>
          <a:p>
            <a:endParaRPr lang="en-US" dirty="0"/>
          </a:p>
          <a:p>
            <a:pPr lvl="1"/>
            <a:r>
              <a:rPr lang="en-US" b="1" dirty="0"/>
              <a:t>Model-based RL</a:t>
            </a:r>
            <a:r>
              <a:rPr lang="en-US" dirty="0"/>
              <a:t>: Uses a complete probabilistic model of the environment.</a:t>
            </a:r>
          </a:p>
          <a:p>
            <a:pPr lvl="1"/>
            <a:r>
              <a:rPr lang="en-US" b="1" dirty="0"/>
              <a:t>Model-free RL</a:t>
            </a:r>
            <a:r>
              <a:rPr lang="en-US" dirty="0"/>
              <a:t>: Learns from interactions with the environment.</a:t>
            </a:r>
          </a:p>
          <a:p>
            <a:pPr lvl="2"/>
            <a:r>
              <a:rPr lang="en-US" dirty="0"/>
              <a:t>Online learning</a:t>
            </a:r>
          </a:p>
          <a:p>
            <a:pPr lvl="2"/>
            <a:r>
              <a:rPr lang="en-US" dirty="0"/>
              <a:t>Offline learning (can use supervised learning from a sampled dataset)</a:t>
            </a:r>
          </a:p>
          <a:p>
            <a:pPr lvl="1"/>
            <a:endParaRPr lang="en-US" dirty="0"/>
          </a:p>
          <a:p>
            <a:pPr marL="0" indent="0">
              <a:buNone/>
            </a:pPr>
            <a:r>
              <a:rPr lang="en-US" dirty="0"/>
              <a:t>Machine learning for an evaluation function can be seen as a special case of model-free offline RL called (neural) fitted Q-learning with replay memory.</a:t>
            </a:r>
          </a:p>
          <a:p>
            <a:pPr marL="0" indent="0">
              <a:buNone/>
            </a:pPr>
            <a:endParaRPr lang="en-US" dirty="0"/>
          </a:p>
          <a:p>
            <a:pPr marL="0" indent="0">
              <a:buNone/>
            </a:pPr>
            <a:r>
              <a:rPr lang="en-US" dirty="0"/>
              <a:t>You can learn more by taking an RL course.</a:t>
            </a:r>
          </a:p>
        </p:txBody>
      </p:sp>
    </p:spTree>
    <p:extLst>
      <p:ext uri="{BB962C8B-B14F-4D97-AF65-F5344CB8AC3E}">
        <p14:creationId xmlns:p14="http://schemas.microsoft.com/office/powerpoint/2010/main" val="3396414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1198</TotalTime>
  <Words>958</Words>
  <Application>Microsoft Office PowerPoint</Application>
  <PresentationFormat>Widescreen</PresentationFormat>
  <Paragraphs>198</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Cambria Math</vt:lpstr>
      <vt:lpstr>Wingdings</vt:lpstr>
      <vt:lpstr>Office Theme</vt:lpstr>
      <vt:lpstr>CS 5/7320  Artificial Intelligence  Learning from Examples: Learning to Score a Tic-Tac-Toe board  AIMA Chapter 19</vt:lpstr>
      <vt:lpstr>Intro: Learning from Examples</vt:lpstr>
      <vt:lpstr>Learning from Examples</vt:lpstr>
      <vt:lpstr>Learning Components of an Agent</vt:lpstr>
      <vt:lpstr>Typical Use of Supervised ML for Intelligent Agents</vt:lpstr>
      <vt:lpstr>Example: Tic-Tac-Toe</vt:lpstr>
      <vt:lpstr>Utility of Being in a State: State Value</vt:lpstr>
      <vt:lpstr>Minimax and Variations</vt:lpstr>
      <vt:lpstr>Expert Evaluation Function</vt:lpstr>
      <vt:lpstr>Monte Carlo Simulation</vt:lpstr>
      <vt:lpstr>Machine Learning</vt:lpstr>
      <vt:lpstr>Reinforcement Learning (RL)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Hahsler, Michael</cp:lastModifiedBy>
  <cp:revision>25</cp:revision>
  <dcterms:created xsi:type="dcterms:W3CDTF">2025-04-28T15:50:49Z</dcterms:created>
  <dcterms:modified xsi:type="dcterms:W3CDTF">2026-04-29T18:23:27Z</dcterms:modified>
</cp:coreProperties>
</file>